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2.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ppt/ink/ink186.xml" ContentType="application/inkml+xml"/>
  <Override PartName="/ppt/ink/ink187.xml" ContentType="application/inkml+xml"/>
  <Override PartName="/ppt/ink/ink188.xml" ContentType="application/inkml+xml"/>
  <Override PartName="/ppt/ink/ink189.xml" ContentType="application/inkml+xml"/>
  <Override PartName="/ppt/ink/ink190.xml" ContentType="application/inkml+xml"/>
  <Override PartName="/ppt/ink/ink191.xml" ContentType="application/inkml+xml"/>
  <Override PartName="/ppt/ink/ink192.xml" ContentType="application/inkml+xml"/>
  <Override PartName="/ppt/ink/ink193.xml" ContentType="application/inkml+xml"/>
  <Override PartName="/ppt/ink/ink194.xml" ContentType="application/inkml+xml"/>
  <Override PartName="/ppt/ink/ink195.xml" ContentType="application/inkml+xml"/>
  <Override PartName="/ppt/ink/ink196.xml" ContentType="application/inkml+xml"/>
  <Override PartName="/ppt/ink/ink197.xml" ContentType="application/inkml+xml"/>
  <Override PartName="/ppt/ink/ink198.xml" ContentType="application/inkml+xml"/>
  <Override PartName="/ppt/ink/ink199.xml" ContentType="application/inkml+xml"/>
  <Override PartName="/ppt/ink/ink200.xml" ContentType="application/inkml+xml"/>
  <Override PartName="/ppt/ink/ink201.xml" ContentType="application/inkml+xml"/>
  <Override PartName="/ppt/ink/ink202.xml" ContentType="application/inkml+xml"/>
  <Override PartName="/ppt/ink/ink203.xml" ContentType="application/inkml+xml"/>
  <Override PartName="/ppt/ink/ink204.xml" ContentType="application/inkml+xml"/>
  <Override PartName="/ppt/ink/ink205.xml" ContentType="application/inkml+xml"/>
  <Override PartName="/ppt/ink/ink206.xml" ContentType="application/inkml+xml"/>
  <Override PartName="/ppt/ink/ink207.xml" ContentType="application/inkml+xml"/>
  <Override PartName="/ppt/ink/ink208.xml" ContentType="application/inkml+xml"/>
  <Override PartName="/ppt/ink/ink209.xml" ContentType="application/inkml+xml"/>
  <Override PartName="/ppt/ink/ink210.xml" ContentType="application/inkml+xml"/>
  <Override PartName="/ppt/ink/ink211.xml" ContentType="application/inkml+xml"/>
  <Override PartName="/ppt/ink/ink212.xml" ContentType="application/inkml+xml"/>
  <Override PartName="/ppt/ink/ink213.xml" ContentType="application/inkml+xml"/>
  <Override PartName="/ppt/ink/ink214.xml" ContentType="application/inkml+xml"/>
  <Override PartName="/ppt/ink/ink215.xml" ContentType="application/inkml+xml"/>
  <Override PartName="/ppt/ink/ink216.xml" ContentType="application/inkml+xml"/>
  <Override PartName="/ppt/ink/ink217.xml" ContentType="application/inkml+xml"/>
  <Override PartName="/ppt/ink/ink218.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p:sldMasterIdLst>
    <p:sldMasterId id="2147483648" r:id="rId1"/>
    <p:sldMasterId id="2147483661" r:id="rId2"/>
  </p:sldMasterIdLst>
  <p:notesMasterIdLst>
    <p:notesMasterId r:id="rId25"/>
  </p:notesMasterIdLst>
  <p:handoutMasterIdLst>
    <p:handoutMasterId r:id="rId26"/>
  </p:handoutMasterIdLst>
  <p:sldIdLst>
    <p:sldId id="706" r:id="rId3"/>
    <p:sldId id="612" r:id="rId4"/>
    <p:sldId id="668" r:id="rId5"/>
    <p:sldId id="669" r:id="rId6"/>
    <p:sldId id="573" r:id="rId7"/>
    <p:sldId id="729" r:id="rId8"/>
    <p:sldId id="710" r:id="rId9"/>
    <p:sldId id="713" r:id="rId10"/>
    <p:sldId id="730" r:id="rId11"/>
    <p:sldId id="731" r:id="rId12"/>
    <p:sldId id="732" r:id="rId13"/>
    <p:sldId id="733" r:id="rId14"/>
    <p:sldId id="714" r:id="rId15"/>
    <p:sldId id="719" r:id="rId16"/>
    <p:sldId id="720" r:id="rId17"/>
    <p:sldId id="721" r:id="rId18"/>
    <p:sldId id="734" r:id="rId19"/>
    <p:sldId id="667" r:id="rId20"/>
    <p:sldId id="735" r:id="rId21"/>
    <p:sldId id="737" r:id="rId22"/>
    <p:sldId id="736" r:id="rId23"/>
    <p:sldId id="707" r:id="rId24"/>
  </p:sldIdLst>
  <p:sldSz cx="12192000" cy="6858000"/>
  <p:notesSz cx="6858000" cy="9144000"/>
  <p:defaultTextStyle>
    <a:defPPr rtl="0">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9E9E9"/>
    <a:srgbClr val="FFFFF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autoAdjust="0"/>
  </p:normalViewPr>
  <p:slideViewPr>
    <p:cSldViewPr snapToGrid="0" showGuides="1">
      <p:cViewPr varScale="1">
        <p:scale>
          <a:sx n="86" d="100"/>
          <a:sy n="86" d="100"/>
        </p:scale>
        <p:origin x="562" y="62"/>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20" d="100"/>
        <a:sy n="20" d="100"/>
      </p:scale>
      <p:origin x="0" y="0"/>
    </p:cViewPr>
  </p:sorterViewPr>
  <p:notesViewPr>
    <p:cSldViewPr snapToGrid="0">
      <p:cViewPr varScale="1">
        <p:scale>
          <a:sx n="99" d="100"/>
          <a:sy n="99" d="100"/>
        </p:scale>
        <p:origin x="3570" y="9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handoutMaster" Target="handoutMasters/handoutMaster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commentAuthors" Target="commentAuthors.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l" rtl="0">
              <a:defRPr sz="1200"/>
            </a:lvl1pPr>
          </a:lstStyle>
          <a:p>
            <a:pPr algn="r" rtl="0"/>
            <a:fld id="{91C0301E-2321-4F52-B85E-5901506D265C}" type="datetime1">
              <a:rPr lang="zh-CN" altLang="en-US" smtClean="0">
                <a:latin typeface="微软雅黑" panose="020B0503020204020204" pitchFamily="34" charset="-122"/>
                <a:ea typeface="微软雅黑" panose="020B0503020204020204" pitchFamily="34" charset="-122"/>
              </a:rPr>
              <a:pPr algn="r" rtl="0"/>
              <a:t>2022/3/6</a:t>
            </a:fld>
            <a:endParaRPr lang="zh-CN" altLang="en-US" dirty="0">
              <a:latin typeface="微软雅黑" panose="020B0503020204020204" pitchFamily="34" charset="-122"/>
              <a:ea typeface="微软雅黑" panose="020B0503020204020204"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rtl="0">
              <a:defRPr sz="1200"/>
            </a:lvl1pPr>
          </a:lstStyle>
          <a:p>
            <a:pPr rtl="0"/>
            <a:endParaRPr lang="zh-CN" altLang="en-US" dirty="0">
              <a:latin typeface="微软雅黑" panose="020B0503020204020204" pitchFamily="34" charset="-122"/>
              <a:ea typeface="微软雅黑" panose="020B0503020204020204"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l" rtl="0">
              <a:defRPr sz="1200"/>
            </a:lvl1pPr>
          </a:lstStyle>
          <a:p>
            <a:pPr algn="r" rtl="0"/>
            <a:fld id="{06834459-7356-44BF-850D-8B30C4FB3B6B}" type="slidenum">
              <a:rPr lang="en-US" altLang="zh-CN" smtClean="0">
                <a:latin typeface="微软雅黑" panose="020B0503020204020204" pitchFamily="34" charset="-122"/>
                <a:ea typeface="微软雅黑" panose="020B0503020204020204" pitchFamily="34" charset="-122"/>
              </a:rPr>
              <a:pPr algn="r" rtl="0"/>
              <a:t>‹#›</a:t>
            </a:fld>
            <a:endParaRPr lang="en-US" altLang="zh-CN"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8:48.6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12166,'0'0,"106"18,-18 17,-35-35,-18 0,18 35,-35-18,17-17,-18 0,1 0,17 36,18-36,0 17,-35-17,35 0,35 0,53 0,0 0,53 0,-53 0,36 0,-2 0,-69 0,-53 0,0 0,-18 0,-17 0,-1 0,36 0,0 0,0 0,-18 0,18 0,18 0</inkml:trace>
  <inkml:trace contextRef="#ctx0" brushRef="#br0" timeOffset="1641">3844 10025,'18'0,"35"0,-36 0,36 0,0 0,-18 0,18 0,0 0,0 0,0 35,0-35,0 0,0 0,35 0,-35 0,0 0,35 0,-35 0,0 0,53 0,-37 0,72 0,-88 0,35 0,-35 0,36 0,-37 0,1 0,53 0,-53 0,0 0,0 0,35 0,-35 0,0 0,-35 0,-1 0,1 0,17 0,-17 0,35 0,-36 0,36 0,-35 0,17 0,-17 0,-1 0,19 0,-19 0,1 0,0 0,17 0,-17 0,-1 0,19 0,-1 0,-18-18,19 1,17 17,17-36,-35 36,1-17,17-18,17-18,1 36,17-71,35 0,-34 0,16 18</inkml:trace>
  <inkml:trace contextRef="#ctx0" brushRef="#br0" timeOffset="42975">4497 36,'17'0,"19"0,-1 0,53 0,18 0,35 0,-36 0,18 0,-52 0,-18 0,0 0,0 0,35 0,18 53,70 87,-35-35,71 88,-53-87,17-18,-70-19</inkml:trace>
  <inkml:trace contextRef="#ctx0" brushRef="#br0" timeOffset="43884">6771 3828,'0'-18,"-18"18,1-17,-36 17,0 0,-53-36,53 36,-70 0,-18 0,0 0,-1 0,-52-35,18 35,-18 0,0 0,53 0,-35 0,71 0,-36 0,52 0,36 18,-52-1,-54 72,35-37,-17 18,53-17,-18 17,0 35,-35-16,88-20,-105 107,87-53,-52 35,52-18,0 19,-17 34,88-124,0 55,0-55,0 2,18 35,17-2,0-15,18-2,0-34,0 35,18-18,52-18,-17 19,53-1,-53 0,88 18,-36-36,19 1,17 18,0-19,35-17,17 0,-17-35,-17 0,35 0,0 0,106 0,-71 0,88-35,-34-88,69 0,-70 18,-124 17,18-17,-70 17,0-35,-18 0,-35 18,105-123,-122 105,34-35,-17 17,-18-52,-53 36,1-19,-1 18,18 0,-35 71,-18-54,0 88,0 1,0-37,0 37,0 34,0 1,0-36,-36 36,36-36,-35 35,17 18,1-17,-1-1,-35-16,18 34,-53-36,35 19,-71-1,-17-17,-35 17,-18-35,17 53,-17-34,71-1,-18 35,18-36,17 36,-35 0,-35 0,35 0,17 0,1 0,70 0,0 0,0 0,36 0,-19 0,19 18,-1-18,0 0,1 0,-19 0,19 0</inkml:trace>
</inkml:ink>
</file>

<file path=ppt/ink/ink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45.1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89 0,'0'141,"0"106,0-70,-18 70,-17-71,-1-70,36 0,0-53,0-36,0 1</inkml:trace>
  <inkml:trace contextRef="#ctx0" brushRef="#br0" timeOffset="578">1359 335,'0'18,"70"17,1-35,140 36,54-19,88 1,88-18,-71 0,-70 0</inkml:trace>
  <inkml:trace contextRef="#ctx0" brushRef="#br0" timeOffset="781">3757 459,'18'0,"0"0,70 0,124 0,70 0</inkml:trace>
</inkml:ink>
</file>

<file path=ppt/ink/ink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46.09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0,'35'0,"106"0,88 0</inkml:trace>
</inkml:ink>
</file>

<file path=ppt/ink/ink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46.67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0,'17'-18,"19"36,-1 88,-35 35,18-88,-18 52,0-16,0-36,0-1,0 1,0-35,0 17,0 1,0-54,0-35,0 0,0 0,0 18,0-18,35 0,-17 35,-18-17,0 18,35-1,-35-17,0 17,0 0,17-17,-17 17,36 1,-36-1,17 18,1-35,0 17,-1 1,1 17,35 0,-35 0,70 0,-53 88,18-18,17 36,-34 0,-1 0,0-18,-17-53,-18 53,18-52,-1-1,1 0,-18-17,17-18,19 0,-19-18,36-35,18-17,-36-18,0 17,-17 18,17-53,-35 53,0 1,0-1</inkml:trace>
</inkml:ink>
</file>

<file path=ppt/ink/ink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49.96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0,'35'0,"53"35</inkml:trace>
  <inkml:trace contextRef="#ctx0" brushRef="#br0" timeOffset="1485">2787 53</inkml:trace>
  <inkml:trace contextRef="#ctx0" brushRef="#br0" timeOffset="1625">2787 53,'35'-36,"-17"36</inkml:trace>
</inkml:ink>
</file>

<file path=ppt/ink/ink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46.25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9714 573,'18'0,"-1"0,36 0</inkml:trace>
  <inkml:trace contextRef="#ctx0" brushRef="#br0" timeOffset="1890">3729 0,'17'104,"19"18,-36-18,0 1,0-19,0-34,-36 17,1-16,-35-1,52-18,-52-16,35 0,17-18,1 0,-54 0,36-87,35 35,0-53,0 53,0 34,0-16,18 34,-1 0,36 0,35 0,-35 0,-1 0,36 0,-35 0,-17 0,17 0,-36 0,36 34,-35-34,52 36,-52-19,34 0,36 18,71-1,17-34,52 0</inkml:trace>
  <inkml:trace contextRef="#ctx0" brushRef="#br0" timeOffset="2453">6052 226,'18'0,"-1"0,1 0,0 0,-1 17,-17 0,0 70,-17 1,-106 16,-88 17,16-69,108-34,52 17,53-35,69 0,36 0,18 0,18 0,-72 0,19 0,-88 0,-1 0,-17 16,0 20,0 16,0-17,-52-35,-1 17,17 18,-33-19,16 2,35 0,1-18</inkml:trace>
  <inkml:trace contextRef="#ctx0" brushRef="#br0" timeOffset="3356">10470 156,'0'-17,"-70"34,52 0,-16 1,16-18,18 17</inkml:trace>
  <inkml:trace contextRef="#ctx0" brushRef="#br0" timeOffset="19341">1107 2328,'-18'-17,"-17"70,-1 86,1-35,35 0,0-17,0-36,0-33,0 17,0 0,35 0,-35-18,36 0,-19 1,1-18,17 0,18 0,-19-18,37 1,0 0,-19-18,-16 0,52-18,-70 2,70-36,-36 0,-35 52,19-17,-36 18,0 16,0-17,-18 18,0-36,18 37,-34-37,16 1,1 0,-1 52,0-18,1-16,-1 34,1 0,-1 0,-17 0,17 0,-17 0</inkml:trace>
  <inkml:trace contextRef="#ctx0" brushRef="#br0" timeOffset="20263">2919 1859,'0'0,"36"0,-19 0,1 0,35 18,-36 86,-17 0,36-52,-19 70,1-87,-18 17,0 0,0-34,0 16,0-17,0 1,0 0</inkml:trace>
  <inkml:trace contextRef="#ctx0" brushRef="#br0" timeOffset="20685">4469 1894,'17'0,"1"52,0 18,-18-18,17 0,18 1,-18-19,1-34,-18 17,17 18,36-35,-35 0,17 0,-17 0,35 0,-36 0,1 0,70 0,-70-52,-18 18,17-2,1 2,-18-19,0 19,0-18,0-18,0 1,-35 34,17 18,-17-1,17 18,1-35,-36 35,35 0,-17 0,-18-17,-35 17,36 0,-36 0,-1 0,36 0,1 0,-1 0,0 0,17 35,19-18,-1 1,18-1,35 18</inkml:trace>
  <inkml:trace contextRef="#ctx0" brushRef="#br0" timeOffset="21388">7813 1564,'35'70,"-35"51,0 1,0-35,0 34,0 1,0-35,0-35,0 0,0-34,0 16</inkml:trace>
  <inkml:trace contextRef="#ctx0" brushRef="#br0" timeOffset="21841">9062 1825,'0'17,"36"87,-36-52,0 0,17-34,1 17,0-35,17 0,-18 0,36 0,-35 0,17 0,-17 0,0-18,-1 1,-17-1,0-34,0 35,-17-53,17 53,-53-52,53 51,-18-16,0 34,1 0,17-18,-18 18,-17 0,17 0,1 18,-19-18,1 0</inkml:trace>
  <inkml:trace contextRef="#ctx0" brushRef="#br0" timeOffset="22623">10418 1495,'35'69,"-35"70,0 17,0 18,0 0,0-35,0 0,0 0,0 0,0-35,0-17,0-69,0 16</inkml:trace>
  <inkml:trace contextRef="#ctx0" brushRef="#br0" timeOffset="23607">12689 1581,'18'0,"35"0,-2 122,-51 17,36-35,-36-17,0 17,35-17,-35 0,0-18,0-16,0-1,0 0,0-34,0 34,0-17,-18-1,1 36,-19-18,2-17,34-19,-17 37</inkml:trace>
  <inkml:trace contextRef="#ctx0" brushRef="#br0" timeOffset="25451">3395 1216,'-18'0,"-35"0,0 0,0 0,0 0,-16 35,16-35,-18 17,36 1,17-18,-35 18,-35 16,53-34,-53 35,18-1,17-34,-35 18,-18 52,0-36,19 1,-19-1,1 36,16-52,1-1,1 18,34-18,-17-17,17 35,-36 0,-34 17,36 0,-54-17,70 17,-52 35,17-53,1 53,-1-17,18 0,17-18,-17 35,1-35,52-18,-36 35,54-51,-1 0,0 34,18-35,0 35,-35 0,35 18,0-1,0-17,0 1,0-1,0 0,0 0,0-17,18 17,-18-18,53 2,-36 33,18-17,1-17,33 35,-51-53,35 34,0-15,-18-2,36-16,-19 17,54-1,-17 1,-20-18,19 18,71 0,-53 0,34-1,-34 1,0-35,17 35,-18-35,36 0,0 35,52 17,1-52,87 0,-51 0,-1 0,52 0,-35 0,-16 0,-2 0,-17 0,1 0,34 0,-34 0,34 0,-17 0,-54 0,72 0,-18 0,-18 0,0 0,-52 0,-1 0,36 0,-53 0,53 0,-19 0,19 0,-53 0,35 0,-18 0,36 0,17 0,-17 0,-1 0,-17-35,70 0,-34 35,0-34,-2-1,2 1,-72 34,54-53,-53 18,52 0,-52 1,-35-36,70 70,-53-35,-17 1,-53 34,0-18,0 18,34-69,36 69,1-35,-18 0,34 1,-34-18,-36 34,18-17,-17-17,34 34,-52-16,0-1,70-17,-70 0,53 0,-19 0,-52 34,18 1,53-53,-35 36,-18-19,52 19,-35-36,-17 1,53-1,-71 52,0-51,18 17,0 0,-18-17,54-53,-55 70,1-1,0 1,-17 35,17-35,-17 17,0 0,-1 1,-17-1,0-17,18 34,-18 1,0-18,0-17,0 35,0-35,0 34,0-16,0-2,0-15,0 15,0 2,-35-1,17 0,0 18,-17 0,17 0,-17-19,-18 20,53-2,-52 0,17 18,-18-17,0 0,0 17,-35-35,17 17,36 18,-87 0,51 0,-17 0,35 0,-35-34,-18 34,54 0,-36 0,35 0,-35 0,35 0,0 0,-18 0,37 0,-19 0,0 0,36 0,-36 0,0 0,0 0,0 0,-35 0,35 0,-34 0,-19 0,18 0,-53 0,36 0,-1 0,-18 0,36 0,-18 0,-34 0,70 0,-54 0,36 0,35 0,-69 0,16 0,-35 0,1 0,-1 0,52 0,-87 0,36 0,-1 18,-18-18,53 34,19-34,-72 35,71-35,17 34,36-34,-70 0,70 0,0 18,-18-18,-35 0,-18 34,18-34,-17 36,-54-36,36 34,17-34,-34 35,51-35,1 34,18-34,17 0,0 0,-17 18,-18 0,0 16,-18-34,53 0,-34 18,16-18,1 0,17 0,0 34,0-34,-53 35,19-35,-1 0,-71 34,71-34,35 0,-34 0,-19 0,18 0,-36 0,1 0,-17 0,-1 0,52 0,-52 0,89 0,-53 0,34 0,-52 0,-1 0,19 0,-18 0,17 0,18 0,35 0,35 0,-16 0,-19 0,35 0,1 0,-1 0,0 0,1 0,-18 0,17 0,0-16,18-2,-35 18,17 0,-17 0,0-18,-1 18,19-34,-1 34,-17 0,18-17,-18 17,35-18,-18 18,-17 0,17-18,1 18,-36 0,18-16,17 16,-17 0,17-18,0 18,1 0,-1 0,-17-35,17 35,18-17,-17 17</inkml:trace>
</inkml:ink>
</file>

<file path=ppt/ink/ink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0:58.1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2875 1641,'53'35,"-36"0,19 36,-19 52,-17-52,0 52,36-52,-36-18,0 35,0-71,17 36,1-53</inkml:trace>
  <inkml:trace contextRef="#ctx0" brushRef="#br0" timeOffset="578">3051 1447,'0'-18,"18"18,17 0,-17-18,-1 18,36 0,0 0,-35 0,35-35,0 35,0 0,0 0,52-18,-52 18,36 0,-37 0,37 0,-36 0,52 0,19 0,17 0,-35 0,70 0,-88 0,54 0,-1 0,-18 0,1 0,-36 0,53 0,-18 0,1-35,17 35,18-35,-36 0,18 35,-35 0,35-53,-35 53,-18 0,36 0,-1-36,-35 36,53-35,-35 35,18-35,-1 35,-35-36,18 36,-18 0,54 0,-89 0,88 0,-106 0,106-17,-88 17,35 0,0 0,-35 0,35 0,1 0,-19 0,1 0,-1 0,-17 0,35 0,-35 0,0 0,35 0,-35 0,36 0,-1 0,-35 0,52 0,-34 0,0 0,17 0,18 0,-18 0,-35 0,35 0,-53 0,-35 17,35 1,-35 0,0 35,0 0,0 0,0-1,18 54,0-35,-1-36,-17-17,0 70,0-53,0-17,18 52,-18-52,0 0,0-1,0 19,35 17,-35-18,0-18,0 19,0-19,0 1,18 17,-18-17,0 0,0-1,0 18</inkml:trace>
  <inkml:trace contextRef="#ctx0" brushRef="#br0" timeOffset="3188">3210 2487,'0'-17,"35"17,18 0,0 0,0 0,35 0,0 0,18 0,35 0,0 0,36 0,17 0,-106 0,53 0,-35 0,-18 0,18 0,-18 0,0 0,36 0,-1 0,-34 0,16 0,-16 0,16 0,37 0,-90 0,54 0,18 0,-36 0,0 0,53 0,-35 0,-18 0,18 0,35 0,-53 0,36 0,-1 0,-52 0,17 0,-17 0,35 0,-54 0,1 0,0 0,0 0,0 0,0 0,35 0,-35 0,0 0,18 0,-1 0,-17 0,35 0,-35 0,35 0,1 0,16 0,37 0,-1 0,0 0,-53 0,18 0,-18 0,-17 0,-1 0,-17 0,0 0,17 0,1 0,35 0,-36 0,1 0,35 0,-53 0,0 0,-36 0,36 0,-35 0,-1 0,1 0,17 0,-17 0</inkml:trace>
  <inkml:trace contextRef="#ctx0" brushRef="#br0" timeOffset="16548">3863 1658,'0'0,"17"0,19 0,-1 53,53 141,-53-35,36 35,-36-53,0-88,-35-35,0 17,0-17</inkml:trace>
  <inkml:trace contextRef="#ctx0" brushRef="#br0" timeOffset="16923">5062 1641,'18'0,"-18"70,0 71,0-53,0 54,0-37,35-52,-35 0,0-35</inkml:trace>
  <inkml:trace contextRef="#ctx0" brushRef="#br0" timeOffset="17267">5926 1288,'36'0,"-1"53,-35-36,0 36,0 35,35 1,-35-19,0-17,18 0,-18 0,0 0,18 17,-1-70,-17 18</inkml:trace>
  <inkml:trace contextRef="#ctx0" brushRef="#br0" timeOffset="17611">8749 1235,'0'0,"0"35,0 18,0 0,-18 0,18 35,-18 0,-17 0,0-17,0 17,-1 0,36-35,-35 88,35-88,0 36,-18-37,18 1,0 0,0 0,0-35,-17 0</inkml:trace>
  <inkml:trace contextRef="#ctx0" brushRef="#br0" timeOffset="18783">7073 1235,'0'0,"53"18,-18 87,-17-16,35 69,-53 19,0 17,0-53,-71 53,1-88,70-36,-18-34</inkml:trace>
  <inkml:trace contextRef="#ctx0" brushRef="#br0" timeOffset="19564">9401 1305,'0'-17,"18"34,-18 54,0 17,0 0,0 18,0 18,0-54,0 36,0-53,0 0,0 0,0-36,0 1,0 0,0 17,0-17,0-1</inkml:trace>
  <inkml:trace contextRef="#ctx0" brushRef="#br0" timeOffset="23621">3439 1958,'0'18,"0"35,0-18,-17 18,17-36,0 1,0 17,0-17,0 0,17-1,-17 1,18 0,0-18,-1 0,36-18,-53-17,18 17,-18 0,0-17,0 17,0 1,0-1,0-17,-35 17,17-17,-17 35,17-18,0 18</inkml:trace>
  <inkml:trace contextRef="#ctx0" brushRef="#br0" timeOffset="24699">4357 1676,'17'17,"1"19,-18 34,0-17,0 18,0-1,0-17,0 0,0-18,0-17,0 0,0-1,0 19,0-19</inkml:trace>
  <inkml:trace contextRef="#ctx0" brushRef="#br0" timeOffset="25746">5556 1711,'0'18,"0"35,0-36,0 54,0-1,0-34,0-19,0 1,0 17,0-17,18-18,-1 0,-17-18,0-17,0 17,0 1,0-36,0 18,0-1,0 19,0-1,0 0,0 1,0-1</inkml:trace>
  <inkml:trace contextRef="#ctx0" brushRef="#br0" timeOffset="26543">5591 1817,'0'0,"-35"53,35 0,0-18,-18 36,18-36,0-17,36-18,17 0,-18 0,-18-18,19-35,-19 18,-17 17,0 0,0 1,0-1,18-35,0 53,-18-17,0-19,0-17,0 36,0-1,0 0,-36 18,19-17,-1 17,0 0,1 0,-18 0</inkml:trace>
  <inkml:trace contextRef="#ctx0" brushRef="#br0" timeOffset="27590">6420 1552,'0'71,"0"70,-35 18,35-106,0 0,-35-36,35 1,0 17</inkml:trace>
  <inkml:trace contextRef="#ctx0" brushRef="#br0" timeOffset="28168">7973 1552,'-36'0,"19"0,-19 71,1 17,0 71,17-36,0-17,-17-35,35 17,0-70,0-1,18-17,-1 0,54 0,0-17,-1-36,-35 17,36-17,-53 18,17 0,-35 17,0-17,0 17,0-35,0 36,0-1,0-17,0 17,-18 1,18-19,-17 19,-1-1,0-17,18 17,-35 0,35 1</inkml:trace>
  <inkml:trace contextRef="#ctx0" brushRef="#br0" timeOffset="29153">9084 1588,'0'35,"0"53,-36 18,1-18,35-35,0 0,0-18,0-17</inkml:trace>
  <inkml:trace contextRef="#ctx0" brushRef="#br0" timeOffset="30075">9683 1552,'0'53,"0"0,0-35,0 35,0-36,0 36,0 36,0-37,0-16,0 17,0 0,0-36,0 1,18-18,-18 17,35-17,-17 18,0-18,17 0,-17 0,-1 0,1 0,0-18,-1 1,1-36,-18 35,0-35,35 18,-35 0,0 0,0 17,0-35,0 35,0 1,0-19,0 19,0-19,-35 19,0-1,17 18,0-35,1 35,-1-35,-17 35,17-18,0 18</inkml:trace>
  <inkml:trace contextRef="#ctx0" brushRef="#br0" timeOffset="34559">970 1200,'0'0,"35"53,-17-1,17 54,0-18,-35-17,0-18,0 0,0-36,0 1,0 0,0-36,0-17,0 0,0-1,0-17,0 36,0-1,0-17,0 17,0 1,0-19,18 1,17 17,-35-17,36 0,-36 0,35 17,-18-17,19 35,-19-18,1 18,17 35,-35 36,0 35,0-53,0 35,0-35,0 0,0-36,0 1,0 17,0-17,0-54,36-52,-1-70,0 69,0-16,1-1,-1 0,-17 88,-18 1,17-1,19 18,16 18,-34 52,-18 18,0 18,35-53,-35 35,0-35,36 0,-36-18,0 18,0-35,17 0</inkml:trace>
  <inkml:trace contextRef="#ctx0" brushRef="#br0" timeOffset="36794">1905 1006,'0'0,"17"-18,36-17,-17 17,-19 18,1-35,17 35,-17 0,-1 0,19 0,-19 0,1 0,0 0,-18 17,0 36,0-35,0 17,-18 18,0-35,-17 35,17-18,-17-17,17 17,1 0,34-35,19-17,34-1,-52 18,35 0,-35 0,-1 0,36 0,-35 0,17 0,-35 18,0-1,0 18,0-17,-18 0,1 17,-1 0,-17-17,-18 17,35-17,-52-1,52 1,0-18,-17 0,17 0,1 0,-1 0,-17 0</inkml:trace>
  <inkml:trace contextRef="#ctx0" brushRef="#br0" timeOffset="37533">2152 1358,'0'0,"17"0,19 18,-19-18,1 18,17-18,-35 17,18-17,-1 18,1-18,0 18,-1-1</inkml:trace>
  <inkml:trace contextRef="#ctx0" brushRef="#br0" timeOffset="37802">2399 900,'17'35,"-17"18,0 53,0-89,0 36,0-35,0 0,0 17</inkml:trace>
  <inkml:trace contextRef="#ctx0" brushRef="#br0" timeOffset="38099">2487 794,'17'35,"19"71,-36-18,0 0,0 54,0-37,0-16,0 16,0-52,0 0,0-18,0-17,-36 35,36-35,0-1,0 1</inkml:trace>
  <inkml:trace contextRef="#ctx0" brushRef="#br0" timeOffset="62617">1623 388,'-18'-17,"-17"17,-54 0,36 0,-70 0,-18 0,17 0,1 0,35 0,-18 0,0 35,-17 0,52 0,-52 36,70-36,-18 36,36-1,-36 36,36-18,35 18,-35 0,35-18,0 0,0 54,0-37,0-34,0 52,0-52,53 17,-53-35,35 0,-35-18,53 1,-18 16,36 1,-54-17,36-19,53 19,-53-1,18-18,17-17,-18 18,-17 0,-35-18,70 0,-70 0,35 0,35 0,-53 0,18 0,0 0,0 0,-36 0,36 0,-35 0,35-18,0 18,17 0,1 0,35-18,0 18,-36-35,1 35,-36-17,53-1,-35 0,0-17,53 35,-53-35,0 17,0 18,0-35,70 17,-52-17,-19 17,37-35,-54 36,0-19,1 19,16-18,-16 17,-1 0,-17 1,35-1,-1-17,-34 17,35 0,-35 1,-1-19,-17 19,0-1,0-35,36 18,-36-18,0-35,0 35,0-35,0 0,0-18,0 0,0-18,-18 19,-17-36,-36-18,71 71,-70-18,70 88,-36-52,-17 52,18-17,-18 17,18-35,-18 53,0-18,0 1,18-1,17 18,1 0</inkml:trace>
</inkml:ink>
</file>

<file path=ppt/ink/ink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1:45.4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29 282,'0'-18,"18"36,-18 70,35-35,-35 53,18-36,-18-34,0 17,35 17,-35-35,17 1,19-19,-36 19,17-19,1 1,0-18,-1 0,19 0,-19 0,1 0,35 0,0 0,-18 0,18-35,-35-1,17 1,0-71,0 53,1 0,-19-17,19 17,-36 0,0 0,0 0,0 0,0 36,0-36,0 35,0-17,0 17,0-17,-18 0,-17 35,17-18,0 18,-17-18,0 1,0 17,17 0,0 0,1 0,-19 0,-17 0,36 0,-54 0,36 0,-18 0,35 0,-17 17,17-17,1 0,-1 0,1 36,-1-36,18 17,-18 19,-17-19,35 1,-35-1,35 19,17-19,1 1,0 0</inkml:trace>
  <inkml:trace contextRef="#ctx0" brushRef="#br0" timeOffset="1547">1211 723,'-18'0,"36"-71,-1 54,1-19,17-17,1 36,-19-18,19-1,-36 19,17-1,1-17,-1 17,1 18,17-18,1 18,17 0,-18 18,35 53,-17-1,-53-52,36 35,-36-36,35 1,-17 0,-1-1,1 1,-18 0,35-18,-17 0,35 0,-36 0,19 0,-36-18,35-17,-35-1,17 19,-17-19,0 1,0 18,0-1,0 0</inkml:trace>
</inkml:ink>
</file>

<file path=ppt/ink/ink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1:48.53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17 195,'18'-36,"17"19,-17 17,17-36,-17 36,-1-17,36-19,-17 36,-19-17,36 17,0 0,-35 0,52-36,-17 36,0 0,0 0,-35 0,-1 0,1 0,17 0,-17 18,17 0,0 17,-17 18,-18-35,0 52,0-35,0 1,0 52,0-53,0 18,-18-18,1-17,-19 17,-16-17,-37 35,36-18,-52 0,52-17,-18 0,18-1,18 1,-36 0,36-18,-18 0,36 0,-19 0,19 0,52 0,18 0,0 0,0 0,0 0,17 17,1 1,-18-18,0 35,-1-35,-34 0,17 0,-17 0,0 0,17 0,18 0,-36 0,1 0,0 0,17 0,0 0,-35-17</inkml:trace>
</inkml:ink>
</file>

<file path=ppt/ink/ink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1:50.08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0 371,'0'89,"18"16,-18-87,0 88,0-53,0 17,0-34,0-19,0-52,0-53,0-18,35 18,-17 0,17 17,0 0,1 1,-19 35,18-36,-17 53,17 18,-17 71,0 35,-18-18,0 18,0-18,0-35,0 0,0 0,0-36,0 19,0-54,0-70,0-53,17 17,54-17,-71 106,17-53,1 0,0 70,-1-17,1 17,0 18,35 53,-53 53,0-18,35 18,-35 35,0-53,0 18,0-53,0 35,0-35,0-35,0-1</inkml:trace>
  <inkml:trace contextRef="#ctx0" brushRef="#br0" timeOffset="1515">512 1447,'35'-35,"18"17,53 18,-53-35,0 35,-1 0,1 0,-35-17,17 17,-17 0,35 0,-36 0,19 0,-19 0,1 0,0 0,17 0</inkml:trace>
  <inkml:trace contextRef="#ctx0" brushRef="#br0" timeOffset="2140">1394 354,'0'17,"0"36,0 36,0-1,0 53,0-18,-18 36,-17 0,35-18,-36 0,36-53,-35 18,35 0,0-88,-18 34,18-34,0 17,-35 18,35-35,0 0,0 34,0-16,0-19,0 1,0 0,-17 17,17-17,0-1,0 18,-18-35</inkml:trace>
</inkml:ink>
</file>

<file path=ppt/ink/ink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50.12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0,'18'0,"35"0,17 0,89 0,17 0</inkml:trace>
</inkml:ink>
</file>

<file path=ppt/ink/ink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39:50.40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35,'18'0,"17"0,-17 53,-18 0,0 0,0-1,0-34,0 53,-18-54,1 1,-1 0,18-36,0-70,35 17,1-17,-1 53,-17-18,17 106,-35-18,0 18,0-35,0 34,17-34,-17 0</inkml:trace>
  <inkml:trace contextRef="#ctx0" brushRef="#br0" timeOffset="546">283 176,'17'0,"1"0,0 0,17 0,-17 0,-1 0</inkml:trace>
  <inkml:trace contextRef="#ctx0" brushRef="#br0" timeOffset="781">565 0,'0'52,"35"1,-35 18,0-1,0-52,0 17,0-17</inkml:trace>
</inkml:ink>
</file>

<file path=ppt/ink/ink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0:56.40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1376 2011,'0'0,"0"35,18-35,-18 18,18 0,-1-1,18 1,-35 35,18-18,0-17,-1 17</inkml:trace>
  <inkml:trace contextRef="#ctx0" brushRef="#br0" timeOffset="60023">0 18,'18'-18,"17"18,36 0,-18 53,0 35,0-52,-36 34,19-17,-19-35,-17 17,36 18,-19-35,-17-1,0 19,35-19,-35-34,18-72,35 36,35 0,-53 1,18-19,-17 36,-1 35,-17-36,17 36,0 0,-35-17,18 17,52-18,-52 18,35 0,0 0,0 0,35 0,0 0,18 0,-18 0,18 53,17 0,-34-18,16 1,1 34,-18-17,-17 0,-18-18,0 1,17 16,-17-34,-35 17,0 18,-1-53,1 36,-18-19,0 1,0-1,35-34,36-54,-54 54,36-36,-17 53,-36-18,35 0,18 18,0-35,0 0,-36 35,19 0,34 0,-70-18,35 18,-17 0,35 0,-35-17,34 17,-16 0</inkml:trace>
  <inkml:trace contextRef="#ctx0" brushRef="#br0" timeOffset="61711">2823 1976,'0'0,"0"-18,17-17,36 17,-53 1,53 17,0 0,0 0,0 0,-35 0,34 0,-16 0,-19 17,19 19,-36-19,17 36,-17 0,0-35,0 70,0-53,0 36,0-36,0-17,-17 17,-19 0,1-17,0 17,-36-17,18-1,18 1,-53 17,53-35,17 18,53-18,53 0,1 0,16 0,-16 0,-36 0,35 0,-35 0,0 0,-18 0,18 0,-36 0,1 0,0 0,-1 0,1 0,-18-18,18 1,-18-36,17 17,19 1,-36-18,0 0</inkml:trace>
  <inkml:trace contextRef="#ctx0" brushRef="#br0" timeOffset="62461">3987 1429,'0'35,"0"18,0 0,0-18,0 1,0 17,0-36,0 19,0-19,0-70,0 0,0-17,0 17,0 0,0-35,35 35,-35 35,35-35,-35 18,0 17,0 1,18 17,35 0,-53 53,0-36,18 19,-18 16,0 1,0 0,0-35,0 35,0-36,0 19,0-19,0 1,0-71,0-17,0-1,0 18,0-35,17 53,19-36,-1 53,-35-17,17 18,1-1,17 18,-17 35,-18 0,35 89,-35-36,36 18,-36-36,0-34,0-1,0 0,0-17,0 0,0-1,0 19,0-19,0 1,0-1</inkml:trace>
</inkml:ink>
</file>

<file path=ppt/ink/ink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2:03.3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3167 3157,'-52'0,"16"-35,1 35,-18 0,35 0,-34 0,-1 0,17 0,-17 0,36 0,-1 0,-35 0,0 0,0 0,-35 0,18 0,17 18,-35-18,35 35,0-35,0 0,35 17,-35-17,18 0,-18 0,35 0,-35 0,36 18,-18-18,-18 0,35 0,0 0,-17 18,17-1,1-17,-1 0,-17 0,17 0,1 0,17 18,-36-18,1 0,0 0,17 0,-35 18,36-18,-19 0,-17 35,18-17,0-18,17 0,-52 35,17-35,17 17,1-17,-18 36,0-36,18 17,0 1,-1 0,36-1,-88 36,53-35,-53 88,-18-18,35 35,-52 36,-1 35,54-53,35 18,-1-18,1 0,35-35,0-18,0 0,0-35,18 53,17-18,0 18,18 18,18-18,17 17,-53-70,106 35,-52 0,-1-52,-18 34,54-17,-1 0,-17 18,0-1,53-35,-18 36,0-36,18 0,17-35,-70 0,35 0,-53 0,18 0,-53 0,70-35,54-35,-71-1,35 1,0-19,-35 19,17-18,-52 17,-36-17,18 35,-18-53,36 18,-54 17,19-17,34-18,-52 36,35-18,-53-1,0-16,35 52,-35-36,0-16,35-1,-17 35,17 36,-35-18,18-18,-1-17,1 35,-18 0,0 1,0-1,0 0,0 0,-35 17,17 19,-17-18,35-1,-88-17,52 18,1 35,0-53,-36 36,18-54,-17 36,-54-18,89 18,-71-36,18 18,53 18,17 17,-17 18,17-35,-35 17,18 18,-18-70,18 52,17 18,-35-53,36 53,-1-18</inkml:trace>
  <inkml:trace contextRef="#ctx0" brushRef="#br0" timeOffset="2136">3697 3034,'88'-18,"18"-17,70-18,-35 0,0 18,18-1,-88 19,34-36,1 18,-70-18,16 53,-16-18,-36 0,17 18,-17-17,0-1,0 0,0-17,0 18,0-1</inkml:trace>
  <inkml:trace contextRef="#ctx0" brushRef="#br0" timeOffset="2511">4667 2028,'0'-17,"123"17,-70 35,0 18,35-36,-35 19,-18-36,18 35,0-17,-35-18,17 35,-17-17,17-1,-35 1,0 0,0 70,0-35,0 35,-18 18,-70 35,0-18,35-35,0-17,-17 17,70-53,-18 1,-17 17,35-89</inkml:trace>
  <inkml:trace contextRef="#ctx0" brushRef="#br0" timeOffset="3527">4790 917,'18'0,"35"-18,88 18,-35-35,-53 35,35 0,-35-35,0 35,0 0,0 0,-1 0,-34-18,35 18,-18 0,-17-35,0 35,17 0</inkml:trace>
  <inkml:trace contextRef="#ctx0" brushRef="#br0" timeOffset="4011">5302 0,'0'35,"0"18,0 88,0-88,35 53,-35-18,0-35,35 0,-35 53,0-53,0 35,0 0,0 18,0-18,0-35,0 35,0-35,0 0,0-18,-17 18,17-35,0 35,0-36,0 1,-18 53,18-54,0 1,0 35,0-36,0 36,0-17,0-19,0 1</inkml:trace>
</inkml:ink>
</file>

<file path=ppt/ink/ink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6:47.8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1111 13,'0'-18,"18"18,53 18,-36-18,0 53,-17-35,17-1,-17 19,17-19,-35 36,0-35,35-1,-35 19,0-19,0 1,0 0,0 35,0-18,-35-18,-18 36,0-35,-53 17,18 1,35-36,-53 35,71-18,-35-17,52 0,-17 0,17 0,0 0,36 0,53 36,-54-36,36 35,0-35,-18 0,1 18,-1-1,0 1,-17 0,-1-18,1 0,17 17,-17 19,0-19,52 18,-52-17,17 17,-35 18,0-17,0 16,0 19,0-36,0 36,-71-18,36-36,35 1,-17-18,-36 0,0 0,17 0,-16 0,-1 0,35 0,-17 0,-1-18,-16 1,-19-19,18 1,35 18,-35-1,18-17,0 35,35-18,-18 0,1 1,17-1,0 0,0-17,0 18</inkml:trace>
  <inkml:trace contextRef="#ctx0" brushRef="#br0" timeOffset="19345">1076 1953,'0'-17,"-18"17,-34 0,-72 123,1 36,-1-36,-35 36,36 0,70-36,-35 1,53 35,-36-54,36 37,-1-37,1 37,35-54,0 18,0-54,0 1,0 0,0-35,0 0,0 17,18-35,-1 0,1 0,17 0,18 0,-17-18,-1 1,18-1,17-17,-52 35,17-18,18 0,-35 1,-1-1,1 0,17-17,-17 18,-18-36,0 35,18 0,-1 18,-17-35,0 17,0 1,0-18,0 17,0 0,0 1,0-19,0 19,0-1,0-17,-17 17,17 1,-18 17,18-18,-35 0,17 18,-17-17,17 17,0 0,1 0,-18 0,17 0,0 0,1 0,-36 0,17 0,19 0,-1 0,1 0,-19 0,19 0</inkml:trace>
</inkml:ink>
</file>

<file path=ppt/ink/ink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6:23.59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370 0,'18'0,"35"0,-1 0,1 53,88 35,-35-17,-53 0,18-19,-36 54,0-17,1-19,-19 36,-17-53,36 0,-36 0,0 0,0-36</inkml:trace>
  <inkml:trace contextRef="#ctx0" brushRef="#br0" timeOffset="485">1076 18,'0'-18,"-36"36,-17 53,-17-1,-1 36,-35 0,1 0,-19 35,36-18,-36 18,1-35,70-53,-18 18,19-18,52-36</inkml:trace>
  <inkml:trace contextRef="#ctx0" brushRef="#br0" timeOffset="1016">1887 230,'-35'0,"-54"17,-16 19,16-1,-16 0,69-35,-34 35,70-17,-18-18,18 35,0 36,71-18,-1 17,1-34,-1-1,-34 0,52 18,-35-18,-36-17,-17 0,36 17</inkml:trace>
  <inkml:trace contextRef="#ctx0" brushRef="#br0" timeOffset="1500">2346 477,'-36'0,"19"0,-36 0,-18 0,18 17,18 1,-36 0,54 17,52-18,53 19,-17 34,-18-70,17 36,18-19,-17 18,-18 1,53-1,-71 0,0-17,1 0,-19-18,1 17</inkml:trace>
  <inkml:trace contextRef="#ctx0" brushRef="#br0" timeOffset="2063">2998 177,'0'70,"0"36,0 0,0-35,-17 87,17-105,-71 53,71-35,-18 34,-17-52,35 0,0-35,-18 0,18-1,0 1</inkml:trace>
</inkml:ink>
</file>

<file path=ppt/ink/ink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4:37.86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194 88,'35'0,"1"53,-36 18,0 35,35-36,-35 36,0-53,0-35,0-1,18 19,-18-19,0 19,0-1,0-18,0 1</inkml:trace>
  <inkml:trace contextRef="#ctx0" brushRef="#br0" timeOffset="609">917 0,'18'36,"0"-1,-1 35,-17-17,35 35,-35-17,0-18,18 18,-18-36,0-18,0 1,0 17,0-17,0 0</inkml:trace>
  <inkml:trace contextRef="#ctx0" brushRef="#br0" timeOffset="1094">688 1059,'-18'17,"18"71,0 89,0-36,0 0,0 18,0-36,0-35,0 18,0-88,0 0,0-1,0 1</inkml:trace>
  <inkml:trace contextRef="#ctx0" brushRef="#br0" timeOffset="1547">1111 1288,'0'35,"0"18,0 35,0 53,0-88,0 18,0 17,0-35,0 0,0-35,0-1,0 1,0-1,36-17,-19 0,36-35,-18 0,-17 17,0 1,-1-1,19-53,-36 54,0-1,0 1,17-19,-17 19,0-1,0-17,0 17,0 0,0 1,0-19,0 19,0-1,0-17,0 17,0 1,0-19,-35 19,35-1,-35 18,17 0,0 0,1 0</inkml:trace>
  <inkml:trace contextRef="#ctx0" brushRef="#br0" timeOffset="2870">0 2523,'0'0,"53"0,35-36,36 1,52 35,53-35,18-18,-17 18,-1-1,-17 36,-18-35,-18 0,-17 35,17-53,-88 18,53 35,-35-18,0-17,-53 35,0-36,-35 36,17 0,-18 0,1 0,0 0,-1-17</inkml:trace>
  <inkml:trace contextRef="#ctx0" brushRef="#br0" timeOffset="6776">1252 2664,'18'17,"-18"36,0 18,0-1,0-17,0 0,0-35,0 35,0 0,0-36,0 36,0-17,0-19,18 18,-1 1,1-36,-18 17,18 1,17 0,-18-18,36 0,-35 0,35 0,-35-18,-1 0,19-17,-19 17,18-34,-17 16,17-17,-35 36,18-1,-18-17,0 17,0 1,0-19,0 19,0-1,0 0,-18-17,1 0,-19-1,36 19,0-1,-17-17,17 17,-18 18,18-17,-35-1,35 0,-18 18,18-17,-17 17,-19 0,19 0,-1 0,0 0,18-18,-35 18,17 0,1 0,-1 0,-17 0</inkml:trace>
  <inkml:trace contextRef="#ctx0" brushRef="#br0" timeOffset="9808">811 2734,'0'18,"36"52,-36-17,0 0,17 18,-17 17,0-35,0 0,0 0,0 35,0-35,36 0,-36 0,0-36,0 19,0-19</inkml:trace>
</inkml:ink>
</file>

<file path=ppt/ink/ink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7:14.10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1622 2522,'0'0,"0"18,0 0,-17-18,-1 0,-17 0,17 0,0 0,-34 0,34 0,-35 0,0 0,0 0,0 0,0 0,0 0,1 0,-1 0,0-18,-18 0,18-17,0 0,-17 17,-1 0,36 1,-18-1,-18-17,19 0,-1 17,-18-17,53 35,1-18,-54 0,54 1,-19 17,19-18,-1 1,0 17,1-18,-19 0,36 1,-17-1,-1-17,18 17,0 0,0 1,0-36,0 18,0-18,0 0,0-18,0 36,0-36,35 18,36-17,-18-18,17 35,-17-35,0 17,36 18,-19 0,18-35,-35 53,18-18,-36 18,36-18,-54 53,54-36,-54 19,72 17,-54-36,18 36,0-17,70-19,-88 36,54-35,-36 35,35-35,18 35,-36 0,54 0,17 0,0 0,-53 0,53 0,-35 0,-53 0,35 0,-35 0,35 0,-35 0,0 0,18 0,-1 0,-17 0,0 0,0 0,0 0,-36 0,1 0,17 0,-17 0,0 0,-1 0,19 0,-19 0,1 0,35 0,-53 18,0-1,17 1,19-1,-19 19,1-36,0 35,17 18,-35 0,18-35,17 34,-35 1,0-17,0 17,0-36,0 36,0-35,0 17,0 18,0-35,0-1,0 1,0 17,-18-17,1 17,-36 36,35-54,-106 71,89-52,-35 34,-19-34,19-19,17 54,-35-54,35 19,-35-1,-18 35,18-34,-18-1,-18 18,1-35,-1 35,19-18,-19 18,54-53,-36 17,70 1,-16 17,-1-35,-18 18,53-18,-17 18,-35-1,52-17,-17 18,17-18,-17 35</inkml:trace>
  <inkml:trace contextRef="#ctx0" brushRef="#br0" timeOffset="2759">2204 0,'-17'18,"17"17,0 0,0 0,0 1,0 17,0 0,0-1,0 1,0-35,0 35,0 35,0-35,0 0,0 35,0-35,0 0,0-18,0 36,0-36,0 18,35 18,-35-1,0-17,18 70,-1-52,-17 17,18 18,17 0,1-53,-36 0,35 35,-18-18,19-17,-36 0,35 0,-35-35,0 17,0-17,0-1</inkml:trace>
  <inkml:trace contextRef="#ctx0" brushRef="#br0" timeOffset="3902">2328 476,'0'35,"0"-17,0 35,0 18,35-19,0 1,-17 71,-18-89,18 36,-1-18,19 0,-36-1,17 1,1 18,0-36,-1 53,-17-52,18-1,-1 0,1 18,-18-18,18 1,-1-36,-17 35,0-17,18 35,-18-36,0 18,0-17,18-18,17 18,-35-1,0 1,0 0,0-1,35 19</inkml:trace>
</inkml:ink>
</file>

<file path=ppt/ink/ink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7:27.2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352 1113,'18'124,"-18"17,0 0,0 0,-53 18,-17 35,-54-53,89-35,0 0,17-53,-17-1,35-16,0-54</inkml:trace>
  <inkml:trace contextRef="#ctx0" brushRef="#br0" timeOffset="390">935 1554,'17'0,"1"0,-1 71,-17-18,0 35,0-35,0 0,0 0,0-36,18 19,0-1,17-35,-17 0,-1 0,54 0,-1-71,36-35,-88 36,17 17,0 0,1 0,-19-17,-17 52,36-53,-36 54,0-18,0-1,0 1,0 0,0 17,0 0,0 1,-18 17,-17-18,17 18,0 0,1 0,-19 0,-34 53,52-35,-17 17,0 0,17-17,-17 17,0 0,35-17,0 17,-18-17,18 0,0 17</inkml:trace>
  <inkml:trace contextRef="#ctx0" brushRef="#br0" timeOffset="1187">2010 1325,'36'18,"-36"35,0 70,0-35,0 53,0 0,0-17,-18-36,18-35,0-35,0-1</inkml:trace>
  <inkml:trace contextRef="#ctx0" brushRef="#br0" timeOffset="1578">2840 1360,'35'36,"-35"34,0 54,0-36,0 70,0-69,0 52,0-53,0 35,-18-34,18-1,-35-71,35 19,0-19</inkml:trace>
  <inkml:trace contextRef="#ctx0" brushRef="#br0" timeOffset="3688">3739 37,'35'0,"-17"0,0 0,-1 0,36 0,-18 0,-17 0,0 0,17 0,18 0,-35 0,-1 0,1 0,35 0,-18 0,-17 0,-1 0,19 0,-19 0,1-35,17 35,-17 0,-1 0,1 106,-18-36,0 54,-53 17,18-35,0 17,-1 1,36-71,0 0,0-18,0-17,0-1,0 1,0-1</inkml:trace>
  <inkml:trace contextRef="#ctx0" brushRef="#br0" timeOffset="4886">2381 884,'18'0,"34"35,1 36,0 52,0-87,0 105,-18-71,18 54,0-36,18 18,-36-53,36 52,-36-34,-17 17,17-17,0 17,0-17,1 34,-1-16,-35 16,18-52,17 36,-35-54,35 0,-17 0,-18-17</inkml:trace>
  <inkml:trace contextRef="#ctx0" brushRef="#br0" timeOffset="6324">4533 1819,'17'0,"36"0,0 0,-17 0,34 0,-17 35,0 0,-18-17,1 0,-19-18,-17 17,18 1,-18 17,0-17,0 0,0-1,0 18,0-17,0 0,0 17,0 0,-18-35,1 0,-1 18,0-18,-17 18,17-18,-17 17,17-17,1 0,-1 0,1 0,-19 0,54 0,35 0,-36 0,72 0,-36 0,-36 0,36 0,-18 18,1-1,-1 19,-17-36,-1 17,1 36,-18-35,0 17,0-17,0-1,0 19,0-1,-18-35,1 0,-1 18,-17-18,17 0,-35 0,35 0,-17 0,18 0,-1 0,0 0,-17 0,35-18</inkml:trace>
</inkml:ink>
</file>

<file path=ppt/ink/ink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6:29.40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0 547,'53'-17,"52"34,-52 18,106 36,-106-36,0-17,53 52,-71-34,18 17,-35-36,17 19,0-1,-35 18,0 0,0 35,0-35,0 0,0 17,-17-17,-1-53,18 18,0-36,0 1</inkml:trace>
  <inkml:trace contextRef="#ctx0" brushRef="#br0" timeOffset="469">776 0,'0'53,"-18"0,-35 18,0 17,-17 18,-1-53,36 35,-36 18,1 0,-1 17,36-35,-18 36,0-89,53 0,-17 18,-1-53,18 18</inkml:trace>
  <inkml:trace contextRef="#ctx0" brushRef="#br0" timeOffset="904">1146 459,'36'-35,"-1"35,-18 0,19 0,-19-18,19 18,-1 0,-17 0,-1 0,1 0</inkml:trace>
  <inkml:trace contextRef="#ctx0" brushRef="#br0" timeOffset="1279">1111 829,'18'0,"17"0,-17 0,-1 0,36 0,-35 0,17 0,-17 0</inkml:trace>
</inkml:ink>
</file>

<file path=ppt/ink/ink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6:26.8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247 265,'0'71,"0"70,-53-35,35 70,-34-53,-1-34,0-19,53-17,0 35,-18-52,18 16,0-34</inkml:trace>
  <inkml:trace contextRef="#ctx0" brushRef="#br0" timeOffset="531">635 547,'0'18,"0"17,0 0,0 1,0-1,-18 18,18-18,0 18,0-18,0 1,0-19,0 1,0 35,18-53,-18 18,18-18,17 0,18 0,-35 0,52 0,-52-36,17 19,-35-1,18 18,-18-18,17-17,1 35,0-35,-1 35,-17-18,18-35,-18 36,0-19,0 19,-18-19,1 19,-19-1,19 18,-1-35,0 35,-17 0,17 0,1 0,-1 0,-17 0,17 0,1 0,-19 0</inkml:trace>
  <inkml:trace contextRef="#ctx0" brushRef="#br0" timeOffset="1532">1323 0,'18'0,"-1"89,-17 69,0-16,-17-37,-19 54,1-18,-18 0,35-35,-17 0,35-53,-35 0,35-36,0 1,0 17</inkml:trace>
  <inkml:trace contextRef="#ctx0" brushRef="#br0" timeOffset="9905">1940 230,'0'17,"0"1,-17 0,-1 17,18-17,-35-1,35 19,0-19,0 1,0-1,0 19,-18-1,18 18,0-35,0 17,-18-18,18 1,0 17,0-17,0 0,0 35,0-36,0 19,0-19,0 1,0 17,0-17,0-1,0 19,0-19,36 19,-19-36,19 0,-19-18,1 18,0 0,-1 0,-17-18,18 18,0 0,-1-17,1-1,-1 18,19-18,-19 18,-17-17,18 17,17-18,-35 0,18 18,0-17,-1-1,1 1,-18-1,17 18,19-18,-19 1,-17-1,18 0,0 1,-18-19,0 19,17-1,-17 0,0-17,18 35,0-17,-18-1,0 0,17-17,-17 17,18 1,-18-19,0 19,0-1,0 1,0-19,0 19,0-1,0-17,0 17,0-17,0 17,-18 1,1 17,17-18,-18 18,0 0,1-18,17 1,-18 17,-17 0,17-18,0 18,-17 0,18 0,-1 0,0 0,-17 0,17 0,1 0,-1 0,-17 0,35 18,-18-18,18 17,-17-17,-1 0,0 18,18 0,-17-18,17 17,-18-17,18 18,-18-18,1 17,-1-17</inkml:trace>
</inkml:ink>
</file>

<file path=ppt/ink/ink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2.9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0,'0'0,"36"18,-36 17,0-17,35 34,-35 1,0 36,0 34,0-52,0 17,0-35,0-18,0-17,0-1,18 19</inkml:trace>
</inkml:ink>
</file>

<file path=ppt/ink/ink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3.4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0,'0'0,"0"17,35 89,-35 35,0-53,0 54,0-54,0 53,0-88,0 0,0 0,0-18,0-17,18-1</inkml:trace>
</inkml:ink>
</file>

<file path=ppt/ink/ink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4.28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0,'17'35,"-17"-17,18 35,-18 0,0 0,35 17,-35-17,0 0,0-35,0 35,0-36,0 1,0 17,0-17,0-1</inkml:trace>
</inkml:ink>
</file>

<file path=ppt/ink/ink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4.76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9 167,'0'0,"0"71,0 17,0-18,0-34,0-1,18 18,-1-36,1 1,17-18,1-18,-19 1,36-36,-18-18,1 18,-19 1,-17-1,0 0,0 35,0-35,0 18,0 17,0 1,0-1,-17 0,-1 18,0 0,1 0,-19 0,19 0,-18 36,17-19,0 19,1-36,-1 17</inkml:trace>
</inkml:ink>
</file>

<file path=ppt/ink/ink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5.53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88,'0'0,"53"-18,-18 18,-17-17,-1 17,1 0,0 0,-1 0,1-18,0 18,-1 0,19-18,-19 18,1 0,-1 0,1-17,0 17,-1 0</inkml:trace>
</inkml:ink>
</file>

<file path=ppt/ink/ink2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6.1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49,'35'0,"88"10,18-10,53 0,89 0,17 0,176 0,0 0,-88 0,88 0,-176 0,-141 0,0 0,-53-10,-54 10,1-20,-17 20,17 0,0 0,-36 0,18-10,-17 10,0 0,-1 0,1-9,-18-1</inkml:trace>
</inkml:ink>
</file>

<file path=ppt/ink/ink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8.0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14 0,'0'18,"0"70,0 0,0 53,0 0,0-1,0 2,0-37,0-16,0-36,0-1,0-16,0-19,0 1,4 0</inkml:trace>
</inkml:ink>
</file>

<file path=ppt/ink/ink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49.8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28 0,'0'35,"0"-17,0 35,0 0,0-36,0 36,0-35,-18 52,18-34,0-1,0-17,0-1,0 19,0 16,0-34,0 17,18 1,-1-36,1 0,-1 0,1 0,17 0,-35-18,18-17,0 17,-18-17,35 17,18-35,-53 18,35 17,-35 1,18-36,-18 35,0-17,0 17,0 1,0-19,0 19,-18-1,0 0,-17 1,18-1,17 0,-18 18,18-17,-35-1,35 1,-18 17,18-18,-18 18,-17 0,17 0,-17 18,0-18,35 17</inkml:trace>
</inkml:ink>
</file>

<file path=ppt/ink/ink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45:53.1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4239 1870,'18'0,"-1"0,36 18,53-18,-88 0,70 0,0 0,18 0,35 0,0 0,-53 0,18 0,-53 0,35 0,-17 0,-1 0,19-18,-19 1,18 17,-35 0,53-36,-18 1,-35 35,53 0,-18 0,0 0,-35 0,18-18,17 18,-35-35,18 0,17 0,-53 17,18-17,-18 35,36-18,-18-17,-18-18,-17 35,35-17,-36 0,18-18,-35 35,18-17,17-18,-35 35,0-17,0-18,0 35,0-35,0 36,0-36,0 35,-17-52,-1 52,-17 0,17-17,-17-18,-18-17,0 34,18 1,0-18,-36 36,53-19,-17 19,35-1,-18 18,1 0,-19-18,19 1,-18-1,-1 18,-17-18,0 18,36-35,-36 35,0-35,0 35,18 0,-18-18,0 18,0 0,0-35,-53 35,0 0,-17-35,-36-1,18 36,71 0,-1-35,-35 35,18 0,-18-35,18 35,-53 0,35 0,18 0,-18 0,53 0,-35-18,35 18,0 0,-35-35,0 35,-71 0,71 0,-53 0,35-35,53 35,-35 0,-1 0,-16 0,52 0,-18-18,36 0,-18 18,35 0,-35-17,18 17,-53 0,35 0,-70 0,-1 0,-35 0,71 0,-53 0,0 0,17 0,1 0,-18 0,53 0,-53 0,-1 0,72 17,-54 19,1-1,17-17,53 52,-88 18,35-17,-35 52,53-34,-18-19,36-35,70 18,-53 0,17 18,36-18,0 0,0 0,0 52,0-52,0 0,0-35,0 35,71 17,-36-34,-17-19,88 54,-18-18,-53-18,71 36,-53-36,0-18,0-17,17 36,-17-36,18 35,-18-35,-18 0,53 0,0 0,18 0,35 0,18 0,-18 0,-17 0,70 0,-53 0,0 0,18 0,-1 0,-52 0,-18 0,18 0,-53 0,0 0,0 0,-35 0,35 0,-18 0,-18-18,19 18,-1 0,-17 0,-1-17,19 17,-19 0,1 0,-1 0,1 0,17 0,-17 0,0 0,35 0,-18 0,18 0,0 17,-36-17,1 0,17 0,-17 18</inkml:trace>
</inkml:ink>
</file>

<file path=ppt/ink/ink3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6:58:44.96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10160 0,'0'106,"0"18,0-18,0 35,0-88,0 52,0-87,0 35,0-35,0-1,0 19,0-19</inkml:trace>
  <inkml:trace contextRef="#ctx0" brushRef="#br0" timeOffset="312">10513 424,'17'0,"-17"53,0-36,0 36,0 0,0-35,0 17,0-17,0-1,18 1,-1-18,19 0,-1 0,-17 0,17 0,0-53,-35 0,0 36,0-19,0 19,0-1,0 0,0-17,0 17,0 1,0-18,0 17,-17 0</inkml:trace>
  <inkml:trace contextRef="#ctx0" brushRef="#br0" timeOffset="891">11077 124,'0'53,"0"35,0 18,0-53,-18 0,1 0,17-18,0-17,0-1,0 18,0-17</inkml:trace>
  <inkml:trace contextRef="#ctx0" brushRef="#br0" timeOffset="1187">11253 371,'0'18,"0"34,36-16,-36 17,0-36,17 36,19-35,-36-1,17-17,18 0,-17-35,0 35,-1-35,-17 17,0 1,0-1,0-17,0 17,0 0,0-17,-17 18,-1 17,0 0,-17 0,18 0</inkml:trace>
  <inkml:trace contextRef="#ctx0" brushRef="#br0" timeOffset="2375">11818 71,'17'18,"19"87,-36-52,0 0,0 36,0-1,0-35,0-36,0 36,0-18,0-17,0 0,0-1,0 19</inkml:trace>
  <inkml:trace contextRef="#ctx0" brushRef="#br0" timeOffset="6403">15469 142,'18'88,"-18"35,-53 54,17-89,1 71,18-89,17-35,0 18,-36-17,36-19,0 1,0 0,53-18,-18-53,18-36</inkml:trace>
  <inkml:trace contextRef="#ctx0" brushRef="#br0" timeOffset="6747">15751 441,'18'0,"-36"71,18 17,-35 18,35-18,0-35,0-18,0-17,18-18,35 0,17-18,-35-17,1 0,-1 0,18-1,-18-17,-17 36,17-36,-17 18,-18 17,0 0,0-17,0 17,0 1,0-1,-18 0,18 1,-18 17,1 0,-1-35,-17 35,17 0,1 0,-1 0,-17 17,17 1,0-1,1 1,17 0,-18 35</inkml:trace>
  <inkml:trace contextRef="#ctx0" brushRef="#br0" timeOffset="7782">16333 441,'0'71,"0"-18,-17 35,-1 0,-35 36,53-107,0 36,0 0,0-35,0 0,18-1,-1-17,19 0,-19 0,1 0,17 0,-17 0,17-17,-17-1,17 0,-35-35,18 53,-18-53,17 18,-17 17,36-17,-36 0,17 17,-17 1,0-19,18 19,-18-1,0-17,0 0,-18 17,1-17,-36 17,-18-17,54 17,-19 0,36 1,-35 17,17 0</inkml:trace>
  <inkml:trace contextRef="#ctx0" brushRef="#br0" timeOffset="18186">15275 1517,'18'0,"-1"0,-17 36,0-19,0 1,0 0,-17 52,17-52,0-1,-18 19,18-19,0 1,0 0,0 17,0-17,0-1,0 36,0-18,0-17,0 17,18-35,-1 18,1-18,17 0,36-18,-54-35,1 36,17-1,-35 0,36 1,-36-18,17-1,1-17,-18 36,0-19,0 19,18-18,-1 17,-34-17,-1 17,-17 18,17 0,0-18,-17 18,17 0,-35-35,1 35,16-35,19 35,-19 0,19-18</inkml:trace>
  <inkml:trace contextRef="#ctx0" brushRef="#br0" timeOffset="19343">16051 1447,'0'53,"0"17,0 1,-18 35,18-53,-17 0,17-36,0 1,0 17,17-35</inkml:trace>
  <inkml:trace contextRef="#ctx0" brushRef="#br0" timeOffset="19780">16492 1464,'0'18,"0"35,0 18,0-1,0-17,0 0,0 0,0-35,0-1,0 18,0-17,0 0,-18-1</inkml:trace>
  <inkml:trace contextRef="#ctx0" brushRef="#br0" timeOffset="20780">10953 1041,'-35'0,"0"18,35-1,-35 36,35-17,0 17,-18-36,18 18,0 1,0-1,0 0,0-17,0 17,0 0,18-35,-1 0,1 0,35 0,-36-17,1-1,-18-17,18 17,-18 1,35-36,-17 17,17 1,-35 18,18-19,-18 19,0-19,0 19,0-1,0-17,0 0,-18 35,0-18,1 18,-19 0</inkml:trace>
  <inkml:trace contextRef="#ctx0" brushRef="#br0" timeOffset="21718">11500 1165,'0'70,"0"18,0-35,0 0,0-18</inkml:trace>
  <inkml:trace contextRef="#ctx0" brushRef="#br0" timeOffset="22218">11941 1076,'18'-17,"-18"34,0 36,0 0,0 0,0-18,0-17,0 0,0 17,0-17,0-1,0 1</inkml:trace>
  <inkml:trace contextRef="#ctx0" brushRef="#br0" timeOffset="24796">9807 2135,'-18'0,"36"-18,70-17,89 0,34 35,19 0,52 0,176-53,-70 53,71-53,-141 17,17-69,-177 105,-16-36,-19 36,-70-35,53 35,-53 0,0-18,-36 18,18-17,18-1,-35 18,0-17,17 17,-17-36,-1 36,36 0,0 0,-53-17,18 17,17-18</inkml:trace>
  <inkml:trace contextRef="#ctx0" brushRef="#br0" timeOffset="27499">11994 2152,'0'36,"0"17,0 35,0-35,-35 0,35 0,0-1,-18-34,18 17,0-17,-17 0,17 17</inkml:trace>
  <inkml:trace contextRef="#ctx0" brushRef="#br0" timeOffset="37469">10601 4728,'0'0,"0"106,0-54,0 1,0 36,0-37,0 1,0-17,0-19</inkml:trace>
  <inkml:trace contextRef="#ctx0" brushRef="#br0" timeOffset="38344">11412 2364,'0'35,"-35"18,35-35,0 0,0 17,0-18,0 1,0 17,0-17,0 0,0-1,0 19,17-19,-17 1,0 17,18-35,17 0,-17 0,0 0,17 0,-17-35,-1 17,1 1,-18-1,17 18,-17-18,0 1,0-1,0-17,0 17,0 0,0-17,0 18,0-1,-17 0,-1 1,1 17,-19-18,19-17,-1 35,0 0,-17-18,17 18,1 0,-1 0,-17 0</inkml:trace>
  <inkml:trace contextRef="#ctx0" brushRef="#br0" timeOffset="40469">10848 2470,'0'-18,"-36"36,36 0,-70 52,70-52,-18 35,18-18,0 35,0-34,0-1,0-17,0 17,0-17,0-1,0 1,0 17,18-17,-1-18,1 0,0 0,-1 0,1 0,0 0,-1-18,-17-17,36 17,-36 1,0-1,35 0,-35 1,0-1,0 0,0 1,17-1,-17 0,0 1,0-1,0-17,0 17,0 1,0-1,0-17,0 17,-17-17,-1 0,1 35</inkml:trace>
  <inkml:trace contextRef="#ctx0" brushRef="#br0" timeOffset="44422">10724 1535,'0'-18,"18"18,17 18,-17 17,-1 1,19-1,-19 18,1-53,-18 17,18 1,-1-18,36-35,-35-18,17 35,-17-52,17 52,-17 0,-1 1,1 17,-18-18,18 18,-1 0</inkml:trace>
  <inkml:trace contextRef="#ctx0" brushRef="#br0" timeOffset="53079">10530 1235,'0'-17,"-17"17,-19 17,36 1,-35 17,35-17,-18-1,18 19,0-19,-17 19,17-19,0 1,-36-1,36 19,0-19,0 1,0 0,0 17,0-17,0-1,18-17,0 0,17 0</inkml:trace>
  <inkml:trace contextRef="#ctx0" brushRef="#br0" timeOffset="61783">10407 1482,'17'-18,"-17"36,0 0,-35-18,0-36,35 19,0-36,0 35,0 1,0-1,17 18,1 0,0 0,-1 18,1-1,-18 1,0 17,0-17,18-18,-1 0,1 0,0 0,-1 17,-17 1,0 0,0 17</inkml:trace>
  <inkml:trace contextRef="#ctx0" brushRef="#br0" timeOffset="65205">10513 406,'0'-17,"0"-1,0 0,35 1,-35-1,35 18,-17 0,-1 0,1 0,17 0,-17 0,0 0,17 0,-18 0,-17 35,0 18</inkml:trace>
  <inkml:trace contextRef="#ctx0" brushRef="#br0" timeOffset="126616">9101 1094,'0'35,"53"36,-17-36,17 53,-18-52,-35-19,0 19,17-19,1-17,0-17,88-72,-18 1,18 18,-18 17,-18 0,-34 35,-19 1,19-19,-19 1,1 35,-1-18,1 18</inkml:trace>
  <inkml:trace contextRef="#ctx0" brushRef="#br0" timeOffset="127303">10407 1076,'0'18,"17"35,1-18,-18 1,18-19,-18 1,0-1,17 19,19-72,-19-16,18-1,1-18,-36 53,17 1,1-18,-18 17</inkml:trace>
  <inkml:trace contextRef="#ctx0" brushRef="#br0" timeOffset="140570">10107 2540,'-18'18,"1"88,-1-18,-17-35,35 88,-18-17,18-89,0 18,0 0,0-36</inkml:trace>
  <inkml:trace contextRef="#ctx0" brushRef="#br0" timeOffset="141305">10336 2734,'0'18,"0"0,18-1,-18 1,17 0,-17-1,18 19,-18-19,18-17,-18 18,17 0,1-18,-18 17,18-17,-1 0,-17-17,0-1,18-17,-18 17,35 0,-35-17,18 17,-18 1,0-1,0-17,0 17,0 1,-18-1,1 0,-1 18,18-17,-18-1,-17-17,17 17,-17 0,17 18</inkml:trace>
  <inkml:trace contextRef="#ctx0" brushRef="#br0" timeOffset="143461">12065 3052,'0'0,"88"53,-18 53,-34 35,34-35,-34 0,-36-71,17 18,19-36,-36 1,0 17,35-35,106-176,35-36,212-246,-105 140,-107 124,-70 53,0 17,-36 54,-35 52</inkml:trace>
  <inkml:trace contextRef="#ctx0" brushRef="#br0" timeOffset="195292">7532 2999,'17'0,"18"0,1 0,-1 0,-17 0,-1 0,19 0,-1 18,0-18,-17 0,-1 0,1 0,17 17,-17-17,17 0,53 36,-70-36,35 17,-35-17,35 36,-1-36,-16 17,-19-17,36 35,0-35,18 36,-54-36,19 17,-1-17,18 0,-18 18,18 0,18-1,-1 19,1-19,-36-17,-17 0,-1 18,36 17,0-17,53 17,35 53</inkml:trace>
  <inkml:trace contextRef="#ctx0" brushRef="#br0" timeOffset="-166980.75">5380 36,'17'17,"-17"1,0 17,0-17,0 0,0-1,0 18,0-17,0 0,0 17,0-17,0-1,0 1,0 0,0 17,0-17,0-1,0 18,0-17,0 0,0 17,0-17,0-1,0 1,0 17,-17-35,17 18,0-1,0 1,0 17,-18 1,0-36,18 35,0-17,0-1,0 1,0 17,0-17,0-1,0 19,-17-19</inkml:trace>
  <inkml:trace contextRef="#ctx0" brushRef="#br0" timeOffset="-159089.75">176 89,'0'105,"0"37,-18 34,1-70,-18 53,-1-54,1-16,35-36,-35-1,35-34,0 17</inkml:trace>
  <inkml:trace contextRef="#ctx0" brushRef="#br0" timeOffset="-158761.75">423 741,'0'18,"0"70,0-53,0 1,-18 34,18-52,0 17,36-35,-19 0,1-17,17-19,-35 1,0 17,0-17,0-18,0 35,0 1,0-1,0-17,0 17,0 1,0-19,-17 36</inkml:trace>
  <inkml:trace contextRef="#ctx0" brushRef="#br0" timeOffset="-157980.75">1023 371,'0'0,"0"88,0 53,0-53,0 18,0-18,0-35,-18 18,18-53,0-1,0 36,0-35</inkml:trace>
  <inkml:trace contextRef="#ctx0" brushRef="#br0" timeOffset="-157558.75">1323 653,'0'35,"0"-17,0 35,0 0,0-36,0 36,0-17,0-19,0 1,0 0,35-18,0 0,-17-18,-1-35,1 35,0 1,-1-19,-17 19,0-18,0 17,0 0,0-17,0 17,-17 1,-1-1,0 0,1 1,-1 17,1 0,17 17,-18 1,0 0,18-1</inkml:trace>
  <inkml:trace contextRef="#ctx0" brushRef="#br0" timeOffset="-155980.75">970 1376,'0'106,"0"35,0 36,0 17,0-18,0-35,0-17,0-54,0-17,0 0,0-18</inkml:trace>
  <inkml:trace contextRef="#ctx0" brushRef="#br0" timeOffset="-155605.75">1076 1941,'-71'53,"36"0,-18-1,0 1,35-35,1 0,17-36</inkml:trace>
  <inkml:trace contextRef="#ctx0" brushRef="#br0" timeOffset="-155355.75">1252 1835,'18'0,"-1"0,1 0,17 0,-17 0,0 0,17 0,-18 0,1 0,0 35,17 0,18-35</inkml:trace>
  <inkml:trace contextRef="#ctx0" brushRef="#br0" timeOffset="-154839.75">3916 1376,'0'88,"0"36,0-36,0 53,0-88,0 18,0-36,0-17,0 17</inkml:trace>
  <inkml:trace contextRef="#ctx0" brushRef="#br0" timeOffset="-154495.75">4251 1676,'17'0,"-17"35,0 18,0 0,0 0,0-35,18-1,-18 19,18-36,-1 0,1 0,17-18,-17-17,70 0,-88 17,0 0,35-17,-35 17,0-17,0 17,0 1,0-18,0 17,-17 18</inkml:trace>
  <inkml:trace contextRef="#ctx0" brushRef="#br0" timeOffset="-153605.75">5009 1376,'0'0,"18"0,-18 88,17-17,-17 53,0 17,0-36,0 1,0-18,0-35,0 0,0 0,0-17</inkml:trace>
  <inkml:trace contextRef="#ctx0" brushRef="#br0" timeOffset="-153167.75">3245 2470,'36'0,"193"35,229 18,72-53,-107 0,-123 0,-124 0,-70 0,35 0,-70 0,17 0,35 0,-34 0,16 0,-52 0,18 0,-1 0,-52 0,35 0,-35 0,17 0</inkml:trace>
  <inkml:trace contextRef="#ctx0" brushRef="#br0" timeOffset="-152464.75">2875 1958,'0'53,"-53"35,0 1,-35-1,0 0,-1-53,1 18,35-53,0 36,36-36,-1 0,-17 0,17 0,1 0,-19 0,-17 0,36-36,-19 1,36-18,-35-35,35 53,0-18,0-18,0 36,0 17,53-35,18 36,17 17,-35-36,17 36,19 0,-37-35,1 35,-35 0,0 0,-1 0,1-18,-18-17,0 18,0-1,0-35,0 35,0-35,0 18</inkml:trace>
  <inkml:trace contextRef="#ctx0" brushRef="#br0" timeOffset="-151933.75">2593 1570,'-18'0,"-17"0,17 53,18-35,0 35,0-36,0 36,0-35,0 53,0-19,0-34,0 0,18 52,-18-52,0 17,0 0,0-17,0 35,35-18,-35 1,0-1,0 18,18-36,-18 1,0 17,0-17,0 0,17-1,1-17,-18 36,0-19,0 1,0-1</inkml:trace>
  <inkml:trace contextRef="#ctx0" brushRef="#br0" timeOffset="-148807.75">3616 2364,'17'18,"1"17,17-17,-35-1,18-17,-18 18,0 0,18-1,-1-34,1-19,17 19,-35-1,0 0,35 1,-17-1,17-17,1 35,-19 0,36 0,-35 0,17 35,-17-35,17 0,-17 18,17-1,0-17,-35 18,18-18,17 35,-17-35,-18 18,17-18,1 18,-18-1,18-17,-1 0,36 0,18-17,-36-19,18-17,-35 36,-1 17,1-53,17 35,-35 1,18-1,17 0,-35-17,18 17,-18 1,0-19,0 19,0-1,35-17</inkml:trace>
  <inkml:trace contextRef="#ctx0" brushRef="#br0" timeOffset="-146604.75">4163 441,'-18'0,"-17"0,-18 0,17 0,19 18,17 35,0-35,0-1,0 36,0-35,0 17,0-17,0 17,17-35,1 35,0-35,17-17,-17-1,-18-17,0 17,0 0,0 1,0-18,0 17,0 0,0 1</inkml:trace>
  <inkml:trace contextRef="#ctx0" brushRef="#br0" timeOffset="-145729.75">4462 512,'18'0,"0"0,-1 0,1 18,0 17,-1-17,-17-1,0 1,18-18,17 0,-17 0,35 0,-36 0,36 0,-17-18,-19 1,1-19,-1 36,1-17,-18-1,0 0,0 1,0-1,0 0,0 1,0-1,-35 18,17 0,1 0</inkml:trace>
  <inkml:trace contextRef="#ctx0" brushRef="#br0" timeOffset="-143526.75">5133 3052,'53'53,"-53"0,0 35,0 0,0-35,0 35,0-35,0-17,0 16,0 1,0-35,0 0,0 17,0 18,0-36,0 1,0 0</inkml:trace>
  <inkml:trace contextRef="#ctx0" brushRef="#br0" timeOffset="-142760.75">5344 2911,'0'-18,"0"-17,0 17,-17 1,-19-1,36-17,0 17,0-17,-35 35,35-18,-18 18,1 0,17-17,-18 17,1 0,-1 0,-17 0,17 0,0 0,1 0,-19 0,-16 0,16 0,1 35,-18 0,18-17,-36 17,36 18,-18-18,-18 18,36-35,18 17,-19 0,1-17,17 17,1 1,-1-19,0 18,18 1,-17-19,17 36,-35 0,35-35,0 35,0 53,0-53,0-36,-36 36,36 0,0-35,0 17,0-17,0 34,0-16,0-1,0-17,36 70,-19-88,-17 17,18 19,17 17,-17-18,17-17,0-1,1 1,-19 0,18-18,-35 17,36-17,-1 0,-35 18,35-18,-17 0,0 0,-1 0,1 0,0 0,17 0,0 0,18 0,0 0,0 0,-36 0,1 0,35-18,-18 18,-17-17,0 17,17-18,-18 18,1-35,17 35,1 0,-19-36,19 19,-36-1,70-17,-70 17,18 0,17 18,0-52,-17 16,-18 19,53-1,-35 0,-1 1,1-19,17 1,-35 0,18-18,-18 35,17-17,1 0,0-36,17 18,-35 36,0-36,0 0,0 35,0-17,0-18,0 35,0 1,0-36,0 18,0 17,0 0,0 1,-18-19,-17 19,35-19,-35 1,-1 0,19 17,-1-17,1 35,-1-18,0 1,1-1,-1 0,-17 18,35-17</inkml:trace>
  <inkml:trace contextRef="#ctx0" brushRef="#br0" timeOffset="-32198.73">14799 547,'0'53,"0"0,-36 0,36 0,0 0,0-36,0 19,0-19,18-17,0 0,-1 0,19 0,17 0,-36 0,36-35,0 17,0-17,-35 18,17-19,-17 1,-1 17,1 1,-18-1,0 0,0-17,-18 18,18-1,-17 18,-19 0,19 0,-1 0,0 0,-17 0,17 0,1 0</inkml:trace>
</inkml:ink>
</file>

<file path=ppt/ink/ink3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2:16.94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71,'0'0,"18"-18,0 18,35 0,-36 0,107-17,-18 17,88 0,0 0,-18 0,53 0,-35 0,-53 0,1 0,-90 0,1 0,-17-18,17 0,-36 18,36 0,0 0,0 0,-35 0,-1 0,36 0,0 0,0 0,-18 0,53 0</inkml:trace>
  <inkml:trace contextRef="#ctx0" brushRef="#br0" timeOffset="922">2046 830,'0'-18,"18"18,35 0,35 0,53 0,-17 0,-1 0,18 53,1-53,-1 0,0 0,-35 0,35 0,-53 0,18-18,-53 18,17-17,-35 17,-17 0,35 0,-18-36,-17 36,0 0,17 0,-18 0,1 0,0 0,-1 0</inkml:trace>
  <inkml:trace contextRef="#ctx0" brushRef="#br0" timeOffset="1578">2876 2029,'-18'0,"36"-18,52-17,71 35,0-35,53 35,-17 0,17 0,-88-36,35 1,-88 18,0 17,-36 0,18 0,-17 0,17-18,-17 0,0 18</inkml:trace>
</inkml:ink>
</file>

<file path=ppt/ink/ink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1:12.6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2593 5593,'17'18,"1"17,17 0,-35 0,53 1,-53-1,35 0,-17 1,0-19,-18 1,17-18,-17 35,71-35,-54-70</inkml:trace>
  <inkml:trace contextRef="#ctx0" brushRef="#br0" timeOffset="1187">0 3829,'17'53,"36"53,35 70,-88-35,71 0,-71 1,35-72,-35 18,18-35,-18-17,0-19,17 1,19-36,17-123,35 18,35-36,-17 35,0 1,17-36,36 18,-106 53,35 0,-17 35,-1 35,-17-17,-17 0,-19 35,1-36,0 36,-1-35,18 17,-17 18,0 0,-1 0,-17-17,18 17,17-18,-17 18,0-18,-18 1</inkml:trace>
  <inkml:trace contextRef="#ctx0" brushRef="#br0" timeOffset="49425">211 319,'18'18,"17"-1,18-17,-35 0,35 0,0 0,-36 0,1 18,17-18,-17 0,-1 0,1 18,-18-1,18 18,-18-17,0 0,0-1,-18 54,0-18,1-18,-18 18,-18 18,0 17,17 0,-17-17,18 34,0-16,0-19,35 18,-18-35,18 53,0-18,0-35,0 18,0-36,0 18,0-18,0-17,18 17,17 18,-17-35,17 17,-18-17,1 17,0-18,-1 1,1 17,0 1,17-1,0-17,-17 17,-18-17,35 17,-35-18,0 36,0-35,0 0,0 17,0 18,0-36,0 1,0 0,0 17,-17 0,-19-17,19 0,-1-1,0 1,18 35,-17-18,-19 18,19 18,-36 17,53-35,-18 0,18-36,0 18,0-17,0 0,0 17,0-17,-17 17</inkml:trace>
  <inkml:trace contextRef="#ctx0" brushRef="#br0" timeOffset="-175254.73">299 1589,'0'0,"53"35,-35 36,-18-1,18 1,-1-36,-17 0,0 36,0-18,0 53,0-71,0 36,0-54,0 36,0-18,0 1,0-19,0 36,0-17,0-19</inkml:trace>
  <inkml:trace contextRef="#ctx0" brushRef="#br0" timeOffset="-174347.73">3669 848,'0'0,"0"88,0 1,0 52,0-18,0-35,-18 0,-17 36,17-53,18-36,0 18,-35-36,35 1</inkml:trace>
  <inkml:trace contextRef="#ctx0" brushRef="#br0" timeOffset="-174050.73">3845 1430,'0'71,"0"-18,0-36,0 1,0 17,0-17,18-18,-1 0,1 0,35-18,-36-17,19-18,-36 0,0 35,0 1,0-1,0-17,0 17,0 1,0-19,-18 36,0 0,-17 0,17 0</inkml:trace>
  <inkml:trace contextRef="#ctx0" brushRef="#br0" timeOffset="-173503.73">4162 1395,'0'0,"0"18,0 34,0-34,0 35,0-18,0-17,0 0,0 17,36-35,-19-18,19-17,-36 0,0 17,0-17,0 17,0 0,-18-17,0 18,1-1,-1 0,0 18,1 0,-19 0,19 0,-1 0,-17 0,17 0</inkml:trace>
  <inkml:trace contextRef="#ctx0" brushRef="#br0" timeOffset="-172722.73">3051 1166,'-17'0,"17"70,0 36,-36 0,36-71,0 0,0 18,18-35,0 17,-1-35,1 0,-1 0,1 0,17 0,36 0,-53-17,17-36,0 0,-17 17,-18-16,0 34,17-35,-17 35,0-35,0 18,0-18,-35 36,0-36,0 17,-18 19,0-1,0-17,35 17,-35-17,18 35,17 0,-35 0,36 0,-1 0,0 0,1 0,17 18</inkml:trace>
  <inkml:trace contextRef="#ctx0" brushRef="#br0" timeOffset="-171956.73">2663 1148,'0'0,"-70"106,-1 0,36-53,-18 70,53-70,-35 35,-1-35,36-35,0 17,0-17,0-1,18-17,0 0,17 0,18 0,0-53,35 0,-53 18,36-35,-54 17,-17 35,0-35,0 0,0 36,0-19,0 19,0-1,0 0,0 1,-35 17</inkml:trace>
  <inkml:trace contextRef="#ctx0" brushRef="#br0" timeOffset="-171253.73">3139 143,'0'0,"-35"-18,35 0,-18 18,-34 0,16-53,-17 36,36 17,-19 0,1-18,0 0,17 18,-35 0,18 0,17 0,1 0,-1 0,-17 0,17 0,-35 0,-35 53,18-35,-54 88,53-53,36 0,0-18,-36 71,1-36,35-17,-1 35,19-52,-1 34,0 1,-17 35,35-18,0 18,-35 0,35-18,-18-35,18 17,0-17,0 18,0-36,0 18,35 0,-17 0,0 0,35 17,-36-52,19 35,16-18,-16 0,-1 1,0-36,1 17,-19 18,1-35,-18 18,53 0,-18-1,18 1,-35 0,-1-18,36 17,-35-17,17 0,-17 0,-1 0,19 36,17-36,-36 17,1-17,17 0,-17 0,17 0,-17 0,-1 0,1 0,0 0,17 0,-18 0,19-17,-1-1,-35 0,35 1,-17 17,0 0,-1-36,19 36,-19-17,18-1,-17 18,0 0,-1-18,1 18,0-17,-1-1,1 1,0 17,-1 0,-17-18,35 0,-17 18,0-35,-1 35,-17-18,36 18,-36-35,17 35,-17-18,36 1,-19-1,-17-17,0-18,0 35,35-35,-35 1,18-1,-18 0,0 0,0 0,0 0,0 0,0 0,0 18,0-18,0 35,0 1,0-1,0-17,0 17,0 0,0-17,0-18,0 36,0-1,0-35,0 35,0-17,0 17,-35-17,35 18,-18-36,1 17,-19 1,36 0,-17 0,-54-54,53 54,-17 17,0-34,17 16,1 19,-1-19,0 36,1-17,-19-19,1 1,18 35,-1 0,0 0,18-18,-17 18,-19 0</inkml:trace>
  <inkml:trace contextRef="#ctx0" brushRef="#br0" timeOffset="-167131.75">2522 2877,'0'53,"0"52,0 36,0 1,0-54,0-35,0-36,0 19,0-19</inkml:trace>
  <inkml:trace contextRef="#ctx0" brushRef="#br0" timeOffset="-166787.75">3034 3053,'0'0,"0"159,0-36,0 18,0-88,0 0,0-18,0 1,0-19,17 1</inkml:trace>
  <inkml:trace contextRef="#ctx0" brushRef="#br0" timeOffset="-165959.75">3510 3035,'0'36,"0"52,0-35,0 0,17-18,-17-17,0-1,0 1,18-1,0-17,-1 0,72-35,-72 18,18-19,-35 19,0-36,0 35,0 0,0 1,0-18,0 17,-17 0,-1-17,-17 17,17-17,1 35,17 18,0-1</inkml:trace>
  <inkml:trace contextRef="#ctx0" brushRef="#br0" timeOffset="-165068.75">4004 2877,'17'35,"-17"18,0 35,0 0,0-35,0 0,0-18,0 1,0-1,0-18</inkml:trace>
  <inkml:trace contextRef="#ctx0" brushRef="#br0" timeOffset="-164756.75">4374 2877,'0'0,"18"88,-18 0,0 18,0-18,0-35,0 35,0-35,0 35,-18-35,0-18,1-17,-1 17,18-17,-35 0</inkml:trace>
  <inkml:trace contextRef="#ctx0" brushRef="#br0" timeOffset="-164178.75">2593 2665,'-36'-18,"36"1,-17 17,17-18,-18 18,-17 0,-18 0,0 0,18 0,-1 71,-17 17,36-18,-36-17,35 0,-17 53,0-53,17-35,18 34,0 1,-18 36,1-54,17 18,0 0,0 0,0 0,0-1,0 1,0-35,0 17,35 1,0-1,-17 0,52-17,-34-1,-36 1,53 0,-36-18,19 0,17 0,-36 0,1 17,35-17,-18 0,-17 0,-1 0,19 0,-19 0,1 0,-1 0,19 0,17 0,-18 0,0-35,-17 35,17-18,0 1,18-1,-35 0,0 1,-1-1,1 1,0-1,17-17,-35-18,17 35,-17-17,0 17,0 1,0-36,0 0,0 35,0-35,0 0,-35-17,0 34,17 19,1-19,-19 19,19-18,-1 35,0-18</inkml:trace>
  <inkml:trace contextRef="#ctx0" brushRef="#br0" timeOffset="-135457.75">3369 1554,'0'0,"88"0,35 0,1 88,-18 0,17-17,1-1,-54-17,18 35,-52-17,-1-1,18-17,-36-17,1-19,0 1,-18 17,17-35,-17-17,0-1,0-35</inkml:trace>
</inkml:ink>
</file>

<file path=ppt/ink/ink3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3:58.18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2381 4769,'0'0,"18"70,17 19,0-1,1 18,34 17,-70-35,0-35,0 0,0 0,35-35,-35-1,0 19,0-19,0 1,0-1</inkml:trace>
  <inkml:trace contextRef="#ctx0" brushRef="#br0" timeOffset="1265">1076 253,'0'0,"0"88,0 1,0 52,0-35,0-18,0 18,-18 88,18-141,-17-1,17-34,0 0</inkml:trace>
  <inkml:trace contextRef="#ctx0" brushRef="#br0" timeOffset="1594">1464 659,'0'18,"0"34,0-16,0 17,0-36,0 1,18 35,-1-53,-17 18,18-18,17 0,-17 0,17 0,-35-18,0 0,0-17,35 17,-35 1,0-36,0 17,0 19,0-1,0-17,-17 17,17 1,-36-1,19 18,-1 0,1 0,17-18,-36 18,19 0,-1 0</inkml:trace>
  <inkml:trace contextRef="#ctx0" brushRef="#br0" timeOffset="2328">1993 218,'0'0,"35"0,-35 35,36 18,-36 0,0 35,0 0,0 18,0-18,0-35,-18 0,18 0,-18 18,18-54,-17-17</inkml:trace>
  <inkml:trace contextRef="#ctx0" brushRef="#br0" timeOffset="3125">1993 1506,'35'0,"-35"17,18 54,-18-18,0 0,0 0,0-1,0 19,-18-36,1 1,17-1,0 0</inkml:trace>
  <inkml:trace contextRef="#ctx0" brushRef="#br0" timeOffset="4094">0 2617,'18'0,"17"0,18 0,17 0,19-18,34 1,0-1,19 18,-37 0,-16-35,16 35,1-36,35 36,-17-35,-18 35,0 0,35 0,-53 0,18 0,35-35,-53 35,18 0,-18 0,18 0,35-35,-53 35,-35-36,-53 19</inkml:trace>
  <inkml:trace contextRef="#ctx0" brushRef="#br0" timeOffset="5157">1993 2070,'-18'0,"-17"-18,18 18,-1-17,0-1,1 0,-1 18,0-35,-17 18,17-19,1 1,-1 17,18-35,-35 1,35 16,0-17,0 36,0-36,0 0,0 18,0-1,0-52,0 35,0 0,0 0,0 0,0 36,0-36,0 18,18-18,-18 35,17-17,-17-18,35-18,-35 36,36-18,-36 0,17-17,-17 34,36 1,-36-18,0 18,35 0,0-1,-35 19,53-54,-53 36,35 0,-35 17,18-35,17 35,-35-17,18 0,0 0,17 17,-17 0,-1 18,1 0,35 0,0 0,0 0,-18 0,-18 18,36 0,-35-18,17 17,1 18,-1-17,-18 17,19-17,-1 17,-35-17,0 35,0-35,0 70,0-35,0 0,0 35,0-35,0 0,0 52,0-52,0 0,0 35,0-35,0 36,-18-37,-52 54,52-53,-17 53,0-53,-1 18,19-19,-19-34,1 35,0-18,0-17,35 35,-36-36,-17 19,36-19,-54 19,36-1,-18 0,35-35,-35 53,36-53,-18 18,17-18,-35 35,0-35,35 18,1-18,-18 0,17 0,18 17,-18-17,1 0,-1 0</inkml:trace>
  <inkml:trace contextRef="#ctx0" brushRef="#br0" timeOffset="8844">2152 2829,'35'17,"-35"36,0 0,0 18,0-1,-17 18,-19-17,36-18,0 35,0-35,0 35,-53-35,18 18,35-54,0 1,0 17</inkml:trace>
</inkml:ink>
</file>

<file path=ppt/ink/ink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4:29.29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426 1079,'18'17,"-18"1,0 35,-18-35,-35 17,53 0,-18-17,1-1,-19 19,19-19,-1 1,-35 0,53-1,-35 1,17-18,-17 0,17 0,-17 0,18-35,-1-1,0 36,1-35,17 17,0 1,0-1,0 1,0-19,17 1,89 0,0-1,17-34,-87 70,52-35,0 17,-53 18,18-35,-35 17,17 18,0-35,-17 17,0 18,-18-18,53 1,-53-1,0-17,35 17,-35 1,0-19,0-17,18 1,-18 34,0-35,0 0,0 35,0-35,0 18,0 18,0-54,-36 36,1-18,-18 18,18-54,0 89,17-17,0-19,-17 36,17-17,1 17,-19 0,19 0,-1 0,0 0,1 35,17 18,0 18,0-19,-35 37,35-72,0 36,0-35,0 35,-36 17,36-17,0-35,0 35,-17-18,17 36,0-54,0 36,0-18,0 36,0-36,0 18,0 0,0 35,0-35,0 0,0 35,0-35,0 0,0 0,0 0,0 0,0 0,0 0,0 0,0 0,0 0,0-1,0 1,-36 0,36-35,0 35,0-36,0 19,-17-19,17 36,0-35,-18 35,18-36,0 19,0 17,0-36,0 1,-35 17,35-17</inkml:trace>
</inkml:ink>
</file>

<file path=ppt/ink/ink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5:49.09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0,'0'0,"0"17,17 1,1-18,0 18,52 35,-52-18,-18-18,0 1,0 0,0 17,0 18,0 53,0 52,0 37,0-19,0 71,0-106,35 0,-35-123</inkml:trace>
</inkml:ink>
</file>

<file path=ppt/ink/ink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6:25.6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4057,'18'0,"17"0,-35 18,36-1,-36 1,0 17</inkml:trace>
  <inkml:trace contextRef="#ctx0" brushRef="#br0" timeOffset="45800">2505 2523,'0'0,"35"105,1 1,-1 35,0 53,-35-105,35 69,-35-70,36-35,-36 0,0-17,35-36</inkml:trace>
  <inkml:trace contextRef="#ctx0" brushRef="#br0" timeOffset="46175">3369 2805,'18'-18,"0"18,17 35,0 18,-17-17,-18-19,0 19,18-19,-1-17,1 18,17-18,-17 0,17 0,-17 0,-1-18,19-17,16-18,-52 18,36-18,-19 17,-17 19,0-1,0 1,0-19,0 19,0-1,0 0,0-17,0 17,0 1</inkml:trace>
  <inkml:trace contextRef="#ctx0" brushRef="#br0" timeOffset="47284">2964 1993,'-36'-17,"19"17,-1 0,1-18,-19 18,19 0,17-18,-18 18,0 0,1 0,-19 0,19 0,-1 0,0 0,-17 0,18 0,-1 0,0 0,-17 0,-18 0,35 0,1 0,-54 0,36 18,0 0,-1-1,1-17,18 18,-19 35,-17-18,53 0,-17-35,-1 53,0-17,1-19,-19 19,36-19,0 1,-17 35,17-18,0-17,0 35,0-36,0 36,0-18,0 18,0-35,0 35,0 0,0-36,0 1,0 17,0-17,0 0,0-1,0 19,0-19,0 1,0 35,17-36,-17 19,0-19,0 1,0 0,36 35,-36-36,17 18,-17-17,0 0,0 17,18 0,0-35,-18 36,0-19,0 18,17-17,-17 0,18 17,-18-17,0-1,18 19,-1-19,-17 1,0 0,0-1,18-17,-18 35,35 1,-17-19,17 1,-17-18,-1 18,1-1,-18 1,18-18,17 0,-17 0,-1 0,1 0,17 0,-17 0,-1 0,36 0,-53-18,18 18,17-17,-17 17,17-18,-17 18,17-18,-17-17,-1 35,36-35,-35 35,35 0,-36-18,1 18,0-17,17-19,-17 19,35-19,-36 36,-17-35,18 0,17-1,-17 1,-18 0,35 0,-35 17,18-17,-18-18,0 0,35 35,-35-35,18 0,-18 36,0-18,0-18,17 17,1 36,-18-35,0-18,0 35,0 1,0-1,0-35,0 18,0 0,0-1,0 19,-18-1,1-17,-19 17,36-17,-17 17,17 1,-36-19,19 1,-1 35,0-17,1-1,17-17,-35 17</inkml:trace>
  <inkml:trace contextRef="#ctx0" brushRef="#br0" timeOffset="50878">2893 0,'0'18,"0"35,0 0,0 0,0-1,0-16,0 17,18 0,-18 0,0 35,35-35,-35 0,0-1,18 1,-18-17,0 17,0-1,0-34,0 0,35 35,-35-18,0-17,0-1</inkml:trace>
  <inkml:trace contextRef="#ctx0" brushRef="#br0" timeOffset="100850">14182 3387,'0'0,"35"70,-17-52,0 17,-1 18,36 0,-35-35,-18-1,17 19,1-36,0 17,-18 1,0 0,17-18</inkml:trace>
  <inkml:trace contextRef="#ctx0" brushRef="#br0" timeOffset="102491">7462 4128,'0'-18,"-18"18,-17 0,17 0,0 0,1 0,-36 0,18 0,-1 0,36 18,0-1,0 19,0-19,0 1,0 35,0-36,0 1,0 35,18-18,-18 1,18-19,-1 1,1 17,0-35,-1 18,36 35,0-18,-35-17,35-18,-18 17,-18 18,1-35,-18 18,18 0,-1-1,-17 1,0 17,0-17,0 0,0-1,-35 1,0-18,0 0,-54 0,36 0,1 0,-1 0,17 0,19 0,-1 0,-17 0,17 0,0-35,-17 35,0-36,35 19,35-54,71 71</inkml:trace>
  <inkml:trace contextRef="#ctx0" brushRef="#br0" timeOffset="104085">9049 4075,'0'-18,"18"18,-18 53,0 0,0-18,0 18,-18-18,-17 1,35-1,-18 0,1-17,-19 17,1 0,17-17,1 0,-1-1,18 1,-18-18,1 0,-18 0,17 0,0 0,-17 0,0-18,35 1,-18-36,0 35,18-17,0 17,0 1,0-19,0 19,18-19,0 1,17 35,18-17,-35 17,-1 0,18-18,-17 18,0 0,-1 0,19 0,-19 0,1 0,17 0,-35-18,18 1,17 17,-17-36,-1 19,19-19,-36 19,0-1,17-17,-17 17,0 1,0-1,0-35,0 35,-17-35,-19 1,36 34,-17-17,-19-18,19 35,-1-17,18 17,-17 1,-19 17,36 52,0 1,-35 0,35 0,-18 0,18-18,0 18,0 0,0 0,0 0,0 0,0-35,0 17,0 0,0-17,0 35,0 0,0-18,0 18,0 0,0-36,0 36,0 0,0-35,0 17,0-17,0 17</inkml:trace>
  <inkml:trace contextRef="#ctx0" brushRef="#br0" timeOffset="105882">10090 4022,'0'17,"-18"19,1-36,-1 53,0-36,18 72,-35-54,17 18,18-36,0 36,0 0,0-18,0-17,0 0,0 35,0-36,0 19,0 16,0-34,0 0,18 17,17 0,-35-17,18 17,0-17,-1 0,36-1,-18 36,-17-53,35 18,-18-18,-17 0,-1 0</inkml:trace>
  <inkml:trace contextRef="#ctx0" brushRef="#br0" timeOffset="106491">10654 4234,'0'35,"0"71,0-53,0 35,0-35,0 35,0-53,0 0,0-17,0 35,0-35,18-1</inkml:trace>
  <inkml:trace contextRef="#ctx0" brushRef="#br0" timeOffset="107194">11430 4269,'-35'0,"-18"0,18 35,0-35,17 18,0-18,1 0,-1 17,18 1,0 0,0-1,0 19,35-36,-17 35,0-18,17 19,-17-36,-1 0,-17 17,35-17,-17 18,0-18,-1 18</inkml:trace>
  <inkml:trace contextRef="#ctx0" brushRef="#br0" timeOffset="107976">11871 4269,'-17'0,"-1"0,0 0,1 0,-1 17,1-17,-1 18,18 0,0 17,18-17,-1-1,1 1,-1 0,-17 17,18-18,0 19</inkml:trace>
  <inkml:trace contextRef="#ctx0" brushRef="#br0" timeOffset="109367">12171 4339,'0'18,"0"35,35 35,-35 18,0-53,0-18,0 0,0-17,0 17,0-17</inkml:trace>
  <inkml:trace contextRef="#ctx0" brushRef="#br0" timeOffset="109867">12277 3740,'0'0,"18"0,-1 0,1 0,0 17,-18 1</inkml:trace>
  <inkml:trace contextRef="#ctx0" brushRef="#br0" timeOffset="110570">12789 3793,'0'0,"17"52,-17-34,0 35,35 18,-35-54,0 18,0 18,0-17,0-19,0 36,0-35,0 35,0-36,0 19,0-19,0 1,0 17,-35 18,35-35,-17-1,17 19,-18-1,0-17,18-1,-17 1,17 0,0-1,0 1</inkml:trace>
  <inkml:trace contextRef="#ctx0" brushRef="#br0" timeOffset="111570">11783 882,'-17'0,"-1"0,-35 0,18 0,-18 0,35 0,-35 0,0 0,-35 0,0 0,-53 0,-53 0,-36 0,19 0,-19 0,36 0,-35 0,17 0,18 18,0 17,-70 0,35 1,-54 17,36 35,0 0,18-53,-18 0,88 18,-35 18,18-36,53 18,34 0,-69 0,34 0,18 17,-35 1,18 35,-1-36,-17 54,35-18,18 17,-18 1,36-19,-18 37,52-19,-34 1,34 34,1-17,0 53,-53 0,52-52,36-37,0-16,0 52,0-88,0 52,53-16,18 52,-36-35,71-1,-71 1,36 0,-1 0,19-18,-19 18,18-53,0 35,18-53,0 36,35 35,-35-36,53 18,-18-17,18-36,-142 18,142 18,35 17,-35-53,17 1,18-1,-53 0,53 18,-52-53,-1 0,0 35,0-35,53 0,35 0,-17 0,52 0,-34 0,-1 0,53 0,159 0,-106 0,-52 0,16 0,-104 0,-19-35,0 17,-88 1,36 17,-71-18,106-17,-106 0,52-1,1 1,-18 0,36-18,-36 0,-17 0,52 0,-88 0,71-17,-18 34,1-17,34 0,-17-35,-53 35,35 0,-53 0,36 1,-1-54,1 18,0 17,-19-17,-16 53,17-54,17-17,-17 36,-35 70,17-53,0-35,18 53,-53-1,18-17,17 0,-17 18,17-18,-35 0,35 0,-35 18,18 17,-18-17,0 0,18 17,-18-35,0 36,0-19,0 19,0-36,0 0,0 0,0 0,0 0,0 0,0 36,0-1,0-17,0-18,-36 0,36 0,-17 18,17 17,-18-17,0 17,1 1,17-1,-18 18,0-35,1 17,-1 0,18-17,-35 17,17-17,-17 18,17-19,-17 36,17-17,1-1,-18-17,17 17,0-17,-17 17,17 0,-17 1,0-18,17 17,1 0,-19-17,1 35,0-35,17 17,-17 0,17 1,0-18,-17 17,35 0,-17 18,-19-35,1 17,17 18,1-35,-19 35,19-18,-1 1,1-18,-54 17,53-17,1 17,-36 0,18-17,-1 35,19-35,-1 35,-17-18,35 0,-18 18,18-17,-18 17,1-18,-1 18,-17-17,17-19,-17 19,17-1,1 18,-1 0,18-18,-35-17,-53-53,17 35,36 0,-1 35,19 18,-18-17,17 17,0-35,-17 17,17 18,1-18,-1-17,-17 17,17-17,-52 17,52-17,-70-18,-18-17,53 52,18 0,17 1,-17-1,0 0,-1 1,19-18,-54 17,53 18,1-35,-36 35,53-18,-18 18,-17 0,17-18,1 18</inkml:trace>
  <inkml:trace contextRef="#ctx0" brushRef="#br0" timeOffset="116195">14464 3546,'-17'0,"17"35,-18-53,18 1,0-1</inkml:trace>
</inkml:ink>
</file>

<file path=ppt/ink/ink3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6:40.0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0 565,'0'0,"17"0,36 0,-17 0,34 53,-17 17,-18 36,36-53,-18 35,-18 18,0 0,1-71,-19 71,1-53,0 0,52 0,-52-18,-18-17,17-18,-17 17,18-17,0 0,70 0,0-53,89-88,-54 71,36-19,-53-34,52 17,-69 18,-19-71,18 89,18-54,-53 54,18-36,-18 18,-1 17,-16 36,-19-1,19 1,-36 18,0-1,17 18,-17-18</inkml:trace>
</inkml:ink>
</file>

<file path=ppt/ink/ink3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7:52.1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27,'0'0,"53"0,0 0,-1 0,1 0,0 0,0 0,0 0,-18 0,-17 0,35 0,-35 0,-1 0,18 0,18 0,-35 0,35 0,-35 0,-1 0,19 0,-19 0,1 0,17 0,-17 0,-1 0,1 0,17 0,-17 0,0 0,34 0,-16 0,-19 0,1 0,35 0,-35 0,34 0,1 0,0 0,36 0,-37 0,90 0,-1 0,-53 0,88 53,-17-18,0 0,-18 36,-88-71,88 70,0-34,-35 34,17-34,-35-1,-17 18,17-36,-70 1,35 17,0-17,70 70</inkml:trace>
</inkml:ink>
</file>

<file path=ppt/ink/ink4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6:37.18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5344 388</inkml:trace>
  <inkml:trace contextRef="#ctx0" brushRef="#br0" timeOffset="73801">0 35,'0'-17,"17"17,-17-18</inkml:trace>
</inkml:ink>
</file>

<file path=ppt/ink/ink4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6:35.0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19,'0'-18,"35"18,-17 0,0 0,17 0,0 0,18 0,-17 0,-19 0,71 0,-52 0,-1 0,18 0,35 0,-35 0,-18 0,18 0,0 0,-35 0,-1 0,19 0,-19 0,19 0,-19 0,1 0,-1 0,1 0,17 0,-17 0,0 0,-1 0,19 0,-19 0</inkml:trace>
  <inkml:trace contextRef="#ctx0" brushRef="#br0" timeOffset="906">71 1324,'53'0,"0"0,0 0,-1 0,1 0,-17 0,17 0,-36 0,36 0,-35 0,-1 0,19 0</inkml:trace>
</inkml:ink>
</file>

<file path=ppt/ink/ink4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8:31.74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1623,'53'0,"0"0,35 53,70 53,-52 0,-17-18,-54-35,53 35,-70-70,52 52,-52-17,-1 18,36-36,-53-17,53 52,-53-52,36 17,-36-17,0-1,17 1,-17-36,0-35,0 18,0 18,0-36,0 35,0 0,0-35,0 18,0-18,0 36,53-72,18 19,-36-36,18 35,17-34,19-37,-19 37,-35 16,36-34,0-36,34 0,-34 54,17-19,-35 1,18 17,17-18,-53 89,0-35,18-19,-53 36,18 36,17-18,-17-1,-18 1,17 17</inkml:trace>
</inkml:ink>
</file>

<file path=ppt/ink/ink4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7:53.69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2759,'53'0,"18"0,17 0,-35 0,35 0,-35 0,70 0,-17 0,0 0,35 0,-53 0,18 0,35 0,-53 0,18 18,35-18,-88 0,71 0,-18 0,35 0,0 0,0 0,18 17,-18 1,35-18,-88 0,-35 0,35 0,-35 0,0 0,35 0,1 0,-36 0,0 0,52 0,-34 0,-1 0,19 0,-19 0,1 0,35 0,35 0,0 35,0-35,53 0,-18 0,18 0,0 0,-17 0,-36 0,-35 36,35-1,-18-35,1 35,17-35,-18 35,18-35,36 36,-36-36,0 0,-17 0,-19 0,37 0,-1 0,0 0,-35 0,-18 0,18 0,-1 0,54 35,-53-35,35 0,0 0,0 0,0 0,-35 0,-18 0,18 0,-17 0,16 0,-52 0,35 0,-17 0,0-18,34-52,-52 70,18-18,-18 18,0-35,-18 17,36-17,-1 0,-17 17,18-53,-54 54,1-19,35 1,-36 0,19-18,-19 0,19 0,-36 0,0 0,0-17,0 35,0-18,0-53,0 35,0 1,0-1,-36 36,1-71,0 35,-36-34,54 52,-54-53,-52 0,34 71,1-53,-18 17,0 0,1 1,-54-36,0 18,53 17,-35 1,-18-1,18 36,36-36,-90-17,90 53,-19 17,1-35,-18-17,88 70,0-36,-18 19,18-18,-53-1,54 36,-1-17,0 17,-18-18,36 0,0 18,-1 0,1 0,0 0,-1 0,19 0,-36 0,18 0,-18 0,0 0,0 0,0 0,35 0,1 0,-1 0,0 0,1 0,17 18,-18-18,1 0,-1 35,-17-35</inkml:trace>
</inkml:ink>
</file>

<file path=ppt/ink/ink4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9:48.75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582 0,'0'0,"53"0,-36 53,19 0,-36 0,35 53,-35-53,18 35,-1 35,1-52,-18 35,0-53,0 35,0-35,0 0,0 35,0-35,0 17,0 1,0 17,0-35,0 0,0 0,0 0,0-36,0 36,0-17,0-19,0 19,0-19,0 1</inkml:trace>
  <inkml:trace contextRef="#ctx0" brushRef="#br0" timeOffset="50952.54">0 3193,'0'159,"0"52,17 1,-17 17,0-35,0-53,0-88,36 0,-36-35,0-53,0-54,0-34</inkml:trace>
  <inkml:trace contextRef="#ctx0" brushRef="#br0" timeOffset="51328.54">564 2928,'0'-17,"18"17,88 0,35 0,35 0,18 0,36 0,-1 0,0 0,18 0,-88 0,-36 0,-34 0,-37 0,1 0,-35 0,35 0,-18 0,18 0,-35 17,-1-17,19 18,-19-18,36 0,-17 35,16-35,-34 0,17 0,1 18,-19-18,19 35,-19-35,1 0,-1 0,1 18,-18-1,35 36,-35-17,0 34,0 54,0-36,0 35,-17 36,-54-53,18 53,-17-54,70-16,-53-19,53-17,-71 35,71-35,-17-35,17 35,-36 17,36-52,0 0,0-1,0 1,-17-1,-19-17,-17-35</inkml:trace>
  <inkml:trace contextRef="#ctx0" brushRef="#br0" timeOffset="52420.54">1870 3158,'0'35,"17"53,1 35,35 1,-53-18,0-18,0-35,0 0,0 0,0-36,0 36,0-17,0-19,0 1,0 17,0-17,0-1,0 19,0-19,-36 1,36 17,-17 18,17-35,-18 17</inkml:trace>
  <inkml:trace contextRef="#ctx0" brushRef="#br0" timeOffset="53014.54">988 4445,'53'0,"35"0,35 0,36 18,-53-18,70 35,-70-35,-18 0,18 0,-53 0,-35 0,34 0,-34 0,35 0,0 0,0 0,-18 0,-17 0,-1 0,1 0,17 0,-17 0,0 0,-1 0,19 0,-1 18,0-18</inkml:trace>
  <inkml:trace contextRef="#ctx0" brushRef="#br0" timeOffset="57437.54">1182 3440,'0'0,"17"106,19-36,-36-52,17 17,-17-17</inkml:trace>
  <inkml:trace contextRef="#ctx0" brushRef="#br0" timeOffset="57624.54">1376 3669,'0'0,"0"35,53 1,-53 17,0-18,17-18,-17 1,18 0,-18 17,35-17,-35-1,18-17,35-88,17-18,1 0,-1 1</inkml:trace>
  <inkml:trace contextRef="#ctx0" brushRef="#br0" timeOffset="58015.54">2399 3457,'0'0,"17"53,19-17,-1 34,-17 1,-18-18,35-36,-35 1,17-18,72-35,-72-36,36-52,18 17,-36 0,36-53</inkml:trace>
  <inkml:trace contextRef="#ctx0" brushRef="#br0" timeOffset="58780.54">3757 1835,'0'0,"18"0,34 88,-52 106,0 35,0-17,0 17,-70 53,-18-35,17-53,18 0,18-53,0-35,17-53,-17 53,35-53,-36 0,36 0,0-36,-17-17</inkml:trace>
  <inkml:trace contextRef="#ctx0" brushRef="#br0" timeOffset="59390.54">4039 2029,'0'0,"35"-18,-17 18,0 0,17 0,-17 0,-1 0,19 0,-19-35,1 35,17 0,-17 0,-1 0,1 0,17 0,-17 0,0 0,34 17,1 1,-35 0,17-18,-35 17,18 1,0 0,17-1,0 18,-17-17,-1 35,1 35,-18 0,0 54,0-1,0 53,0-53,0 53,-18-53,-17 53,0 0,-18-35,53 52,-35-105,35 18,0-71,-18-36,18 19,0-1,-18-18,18 1,-17 0,-1-18</inkml:trace>
  <inkml:trace contextRef="#ctx0" brushRef="#br0" timeOffset="60171.54">3863 3616,'0'0,"0"-17,0-19,17 1,72 35,16 0,-16 18,16 17,1 0,-35-17,-54-18,1 0,0 0,-1 17,-17 1,0 35,0 0,0 35</inkml:trace>
  <inkml:trace contextRef="#ctx0" brushRef="#br0" timeOffset="60530.54">3845 4569,'18'0,"-1"0,1 0,35 0,-18 0,18 0,0 0,-35 0,-1 0,36 0,-35 0,17 0,-17 0,-1-18</inkml:trace>
  <inkml:trace contextRef="#ctx0" brushRef="#br0" timeOffset="60937.54">4533 2699,'18'0,"-1"0,36 53,-35 0,-18-18,35 18,-35-35,0-1,0 19,18-19,17 1,-35-1,0-105,0 35,0-35,0 35,0 18,0-18,0 0,0 35</inkml:trace>
  <inkml:trace contextRef="#ctx0" brushRef="#br0" timeOffset="61734.54">3845 3881,'18'0,"17"17,-35 1,18 35,-18-18,35 18,-35-35,35 17,-35-17,0-1,0 1,35-18,-35-18,0 1,36-19,-36-17,0 36,0-54,17 54,1-36,0 53,-1-36,-17 19,0-1,18 1</inkml:trace>
  <inkml:trace contextRef="#ctx0" brushRef="#br0" timeOffset="81297.53">4216 2822,'17'0,"18"0,1 0,-19 18,1-18,0 0,-18 18,0 17,0 0,0 36,0-36,0 18,0 0,0 0,0 0,0 35,0-35,-36-36</inkml:trace>
  <inkml:trace contextRef="#ctx0" brushRef="#br0" timeOffset="82798.53">1799 1200,'0'35,"0"-17,0 34,0-34,0 35,0 0,0 0,0 35,0-53,0 18,0 0,0 0,0-35,0-1,0 36,0-35,0 35,0-18,0-17,0 35,0-36,0 19,0-19,0 1,0-1,0 19</inkml:trace>
  <inkml:trace contextRef="#ctx0" brushRef="#br0" timeOffset="85891.54">3845 3546,'53'0,"-35"0,35 0,-1 0,-34 0,35 0,-18 0,18 0,-35 0,0 0,-1 0,18 0,-17 0,0-18,17 18,-17 0,-1 0,19 0,-19 0,1 0,-1 0,19 0,-19 0,1 0,17 0,-17 0,0 0</inkml:trace>
</inkml:ink>
</file>

<file path=ppt/ink/ink4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1:24.4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7943 1316,'18'-18,"0"18,52 0,1 106,-18-72,17 55,-35-19,18-53,-17 18</inkml:trace>
  <inkml:trace contextRef="#ctx0" brushRef="#br0" timeOffset="92334">9863 877,'0'141,"0"17,0 70,0-88,0 0,-18-69,18 16,0-69,0 17,18-53,70-52,18-17,-19-2,19 2,-53 34,35-34,-17 34,-18-17,-18 17,0 1,0-1,-17 18,0-17,-18 34,35-17,-35 17,0 1,0-19,0 72,0 104,0 0,0-52,0-18,0 0,0-17,0-18,0-17,34-18,19 0,35 0,18-88,-35 35,35-70,-71 88,35-35,-52 0,-18 35,34-17,-34 16,0 19,0-1,0 1,0-19,-34 1,16 17,18 2,0-2,-35-17,0 17</inkml:trace>
  <inkml:trace contextRef="#ctx0" brushRef="#br0" timeOffset="93475">11800 1176,'18'0,"-1"35,-17-18,18-17,-18 17</inkml:trace>
  <inkml:trace contextRef="#ctx0" brushRef="#br0" timeOffset="93788">12275 684,'18'35,"-18"89,-18-2,-17 36,0-53,-36 53,36-70,0 0,17-53,-17 17,35-17,-18 1,18-1,0-17,-17-1,-1-17</inkml:trace>
  <inkml:trace contextRef="#ctx0" brushRef="#br0" timeOffset="94116">12134 1404,'18'-18,"0"18,-1 0,18 0,18 0,-17 0,-1 0,-17 0,35 0,-2-35,-15 18,-19 17,1 0,0-18,17-17</inkml:trace>
  <inkml:trace contextRef="#ctx0" brushRef="#br0" timeOffset="94569">12751 807,'0'18,"0"87,0 1,0-37,0 71,0-34,-18-53,-17-1,35 54,-18-54,-17-17,35 18,-18-35,18 35,-17-36,17 0,-36 18,36-17,0-1,0 19,0-19</inkml:trace>
  <inkml:trace contextRef="#ctx0" brushRef="#br0" timeOffset="95928">8754 2579,'53'0,"52"0,-17 0,106 0,35-34,-1-2,72 1,158-18,-1 0,-34-34,-18 17,-88 18,53-1,-159 53,-35-36,1 1,-2-34,-87 69,89-18,-107 0,54-17,-2 0,-34 35,-52-36,17 36,-1 0,1 0,-35 0,0-17,17 17,-17 0,-1 0,18 0</inkml:trace>
  <inkml:trace contextRef="#ctx0" brushRef="#br0" timeOffset="96803">11342 2983,'35'-36,"18"36,-18-17,18 17,-35 0,-1 0,18 0,-17 0,0 0,35 0,-18 0,-17 0,17 0,-17 17,17 1,-35 17,0-17,0 0,0-1,0 36,0-1,0-17,-35-17,17 35,-35-36,18 18,-54 18,19 17,17-52,0-18,35 18,18-1,-17-17,-18 0,17 0,0 0,1 0,-18 17,18-17,-1 0,0 17,36-17,35 36,-36-36,36 0,-1 0,-16 17,-19-17,36 0,0 0,0 0,0 36,0-36,-35 0,17 0,18 0,-1 0,1 0,-36 0,1 0,0 0,17 0,-18-18,1 18,0 0,-1-18,1 1,0-19,-1 36,1-17,17-53,-17 35</inkml:trace>
  <inkml:trace contextRef="#ctx0" brushRef="#br0" timeOffset="98460">13349 421,'-17'-17,"-1"17,0-36,1 36,-18 0,-1 0,1 0,0-17,17 17,0 0,1 0,-36 0,35 0,-69-70,34 70,0-17,36 17,-36 0,0 0,-18 0,-17-36,0 36,-17-35,-1 35,71 0,-18 0,-18 0,18 0,1 0,-19 0,19 0,-18 0,52 0,-35 0,0-35,0 35,0 0,18 0,0 0,-18 0,0 0,0 0,-17 0,0 0,17 0,0 0,0 0,0 0,-35 0,0 0,17 0,19 17,-54 19,54-36,-1 35,-53-17,53-18,0 34,0-34,0 35,1-17,-18 17,34-17,19-18,-19 17,1 1,0 0,0 16,-1-16,-17 17,18-18,0 1,-18 17,18-35,17 36,-16-20,16 20,-17-19,17 1,-17 17,17-17,-35 51,0-33,1 34,16-17,-34 17,34 0,-17-17,36-1,-18 54,-17-37,16-16,36 36,-35-38,0 20,35-36,-18 35,-17-17,35 0,0 34,-35-17,35-17,0 35,0 0,0-1,0 19,0-53,0 34,0 1,0-36,17 54,19-54,-1 54,-18-54,-17 0,36 37,-1 15,35 2,-35-53,0 34,-17-16,17-19,-17-17,-1 0,19-17,-1 35,-17-35,-1 16,18 19,1 0,-19-36,19 35,-1 1,18 0,-53-35,17 17,-17-17,18-2,16 2,-34 0,36 17,-1-18,-17 19,-1-36,1 17,17 19,36-20,-36 20,-17-36,-1 17,1-17,0 0,17 0,-18 0,1 0,35 0,-18 0,52 0,-34 0,71 0,-36 0,-35 0,88-17,-1-19,-52 36,53 0,-35-34,35-1,17-1,1 19,-36-1,-17-17,17 17,0-34,-17 17,-18 35,53-35,-1-36,-16 37,-36-1,18-1,17 36,0-53,-17 36,-18-17,18-2,0 1,17-18,-36 0,-16 19,17 16,0-17,71-87,-106 86,34 1,1-18,-17 1,-1 17,-34 0,52-18,-53 17,0 19,36-35,-36 17,-1-1,19-17,-35 36,17-18,-17 18,35-54,-18 54,-17-1,17-34,36-1,-54 18,19-18,34 1,-17-36,-18 53,35-70,-53 17,1 36,70-37,-52 36,17-69,-1 34,-34 36,17-19,-17-51,35 51,-35 36,-18-52,35 69,-18-17,-17 0,0-18,0 18,0 18,0-18,0-1,0-17,0 37,0-37,0 0,-17 35,-18-17,-36-52,53 34,-35-18,-35 2,71 69,-54-36,36 1,17 0,-52 17,53 18,-36-34,35 16,-52-17,35 17,-18 1,17-1,-17-17,-17 18,35 0,17-1,0 18,-17-18,17 18,1 0,-1 0,0 0,-16 0,17 0,-1 0,0 0,-35 0,18 0,17 0,1 0,-36 0,0 0,0 18,-35-18,-36 35,37-35,34 0,-53 17,71-17,-18 0,0 0,18 0,0 18,35-1,-35-17,17 0,-17 0,17 18,-16-18,-2 0,19 0,-1 0,0 0,1 0,-1 0,1 0,17 17,-18-17,0 0,-17 36,17-36,1 0,-1 0,-17 0,17 0,1 0</inkml:trace>
  <inkml:trace contextRef="#ctx0" brushRef="#br0" timeOffset="104241">4369 2263,'0'-35,"88"-18,-35 37,52-20,-52 1,36-18,-1 1,-35 35,34-36,-34 17,0 1,-53 17,17 18</inkml:trace>
  <inkml:trace contextRef="#ctx0" brushRef="#br0" timeOffset="104632">5003 1755,'0'35,"0"52,0-34,0 34,0-34,0 36,0-55,0-16,0 52,0-52,0-1,35 1,-35 16,0 19,17-35,-17-1</inkml:trace>
  <inkml:trace contextRef="#ctx0" brushRef="#br0" timeOffset="104866">5020 2527,'0'-18,"0"-35,35-35,-35 36,36 17,-1-35,-35 0,18-1,17 18,-35 2,0-2,18 35,-18-17,0 17,35 0,-35-33,17 15,36-34,0 0,53-36,-72 89,19-53,0 52,0 1,-53-1,18 18,17 0,-17 0,-1 0,19 18,-36 17,0-18,0 0,0 19,0 17,0 0,0-19,0 19,-53-36,0 54</inkml:trace>
  <inkml:trace contextRef="#ctx0" brushRef="#br0" timeOffset="105444">5338 1966,'0'-18,"17"-17,107-18,-72 17,1 2,-36 17,19-1,-19 0,1 1,17-1,0 0,-17-17,-18 17,0 1</inkml:trace>
  <inkml:trace contextRef="#ctx0" brushRef="#br0" timeOffset="105898">5461 1070,'0'18,"18"70,-18-1,0 54,0-36,0 35,0-52,0 52,0-87,0 0,-18-19,1 2,17-1,0-17,0-1</inkml:trace>
  <inkml:trace contextRef="#ctx0" brushRef="#br0" timeOffset="106210">5637 1824,'17'-17,"18"17,18 17,18 1,-36 17,36 18,-18-17,-18-19,-17 17,17-34,17 18,-52 0,17-1,1-17,17-17,-17-1,17-34</inkml:trace>
  <inkml:trace contextRef="#ctx0" brushRef="#br0" timeOffset="106538">6165 1263,'0'-18,"17"18,19 18,-36 0,35-1</inkml:trace>
  <inkml:trace contextRef="#ctx0" brushRef="#br0" timeOffset="106773">6675 1000,'0'36,"-17"-2,-35 19,-19 17,71-18,-18-34,1 0,-1-1,1 1,34-18,18 0,-17 0,0 0,35 0,-36 0,18 0,-18-35,19 35,-36-36,17 36,1-17</inkml:trace>
  <inkml:trace contextRef="#ctx0" brushRef="#br0" timeOffset="107273">6570 772,'0'53,"18"34,-18 19,0-19,0 19,0-19,0 1,0-36,0 37,0-36,0-19,0-17</inkml:trace>
  <inkml:trace contextRef="#ctx0" brushRef="#br0" timeOffset="107523">6588 1631,'-35'18,"17"-18,-35 0,36 18</inkml:trace>
  <inkml:trace contextRef="#ctx0" brushRef="#br0" timeOffset="107726">6465 1667,'35'-18,"18"-17,-18 18,-35 0,35-1,-17 18,-1-18,-52 36,0 87,0 1,-1-55,36 38,-35 15,35-86,0 17,0-17,18-18,-1 0,36 0,0 0,35-53,-18-52,-52 35</inkml:trace>
  <inkml:trace contextRef="#ctx0" brushRef="#br0" timeOffset="108194">6940 1597,'-18'17,"-17"18,0 18,-1 0,-34-1,35 1,-1-18,-51-17,69-1,1-17</inkml:trace>
  <inkml:trace contextRef="#ctx0" brushRef="#br0" timeOffset="108628">7362 790,'18'35,"-36"35,1-17,-54-1,1 53,35-52,-18-18,36 0,17-18,-36 1,36 0,18-18,52-53,-52 36,0 17,-1-18,18 18,-18 0,1 0,0 0,17 0,0 18,-35 34,0 1,0 0,0-1,0 1,-17 0,-19 34,-17-52,36 36,-53-54,70 1,-18-18,18 18,-35-18,-18 0,36 0,-1 0,0 0,-35-53,53 0,0-34</inkml:trace>
  <inkml:trace contextRef="#ctx0" brushRef="#br0" timeOffset="109222">6975 1421,'53'0,"-18"0,18 0,-18 0,1 70,16 19,-35-20,1-16,0 0,17-1,-17-17,-18-17,35-1</inkml:trace>
  <inkml:trace contextRef="#ctx0" brushRef="#br0" timeOffset="-125877.46">1200 1684,'0'0,"-18"36,-35 34,18-53,-1 0,36 1,-17-18,-1 18,1-1,-19 1,-34 17,35-17,18-18,-19 0,1 35,0-35,0 17,17-17,0 0</inkml:trace>
  <inkml:trace contextRef="#ctx0" brushRef="#br0" timeOffset="-125237.46">1411 1824,'0'18,"-35"17,0 18,-36-35,18 34,18-35,-53 36,52-17,-34-19,17 19,0-36,36 34,0-34,-1 0,0 18,18-1,-17-17</inkml:trace>
  <inkml:trace contextRef="#ctx0" brushRef="#br0" timeOffset="-124862.46">988 2106,'53'0,"0"35,-36-1,1 19,0 35,-18-36,0 1,0 0,0-35,0 35,0-37,35 37,-35-70,0-35,0-1</inkml:trace>
  <inkml:trace contextRef="#ctx0" brushRef="#br0" timeOffset="-124502.46">1657 1649,'0'0,"18"-35,-1 35,19-17,-19-18,1 35,17-35,18 35,-35-18,-1 18,1 0,0 0,-18-18,17 18</inkml:trace>
  <inkml:trace contextRef="#ctx0" brushRef="#br0" timeOffset="-124127.46">1781 1983,'53'0,"-1"0,19-17,51-19,-51 19,17-36,-35 53,-18 0,-17-18,17 0,1 18</inkml:trace>
  <inkml:trace contextRef="#ctx0" brushRef="#br0" timeOffset="-123815.46">2415 1824,'0'36,"0"17,0 0,0 16,-18 19,0-36,18 1,-35 0,0 0,17 17,1-70,17 17,-36 1,36-1,-17-17,-19 18,19-18,-19 18,19-18,17 17,-18 1,-35-18,19 0,16-53,-17-17,0-18,-1-17</inkml:trace>
  <inkml:trace contextRef="#ctx0" brushRef="#br0" timeOffset="-123268.46">2591 264,'0'-18,"-35"18,17 0,0 0,-17 0,-18 0,36 0,-36 0,35 0,0 0,-34 0,-1 0,-36 0,-16 0,53 0,-1 0,-71 18,18 34,-17-17,0-18,53 36,-89-17,71-2,-18 1,36-17,-1 35,-34-18,70 17,-89 1,54 0,-18 34,17-16,-51 17,33-1,37 1,16-18,1 0,35-35,0 70,0-16,0-20,0 37,0-1,0 35,0 53,0-70,0 35,0 35,0-35,0 0,0-18,53-34,-53 16,53-16,-36-54,72 36,33 34,-69-69,35 36,-17-20,35 2,-71-36,18-1,52 37,-35-54,-17 36,-18-35,1 16,-19-34,1 0,35 18,-35-18,17 0,-18 0,1 0,0 0,35 0,-18 0,18 0,-1 0,-35 0,36 0,18-18,17 2,-35-20,18 19,34-19,-69 36,68-35,-15 0,-19 1,-17 16,53-17,-71-1,1 19,16-19,19 19,-54-17,71-19,-71 35,36-17,18-52,-53 51,158-52,-141 53,18-17,0-72,-1 37,1 17,-18 0,36 0,-36-1,-17 1,17 18,0-1,1-52,-1-1,-35 19,17 34,19-52,-19-18,1 53,17-36,1 54,-36-1,17-53,17 55,-34-2,36 0,-36 0,17-17,-17 17,0 0,0 36,0 0,0-36,0 36,0-19,0 19,0-1,0-17,0 18,0-1,0 1,0-36,0 35,0-17,-17 1,-19-19,19 0,-17 0,16 35,-35-16,18-1,17 17,-35-35,0 0,-35 1,88 35,-53-36,18 53,17-18,-17 1,17 17,18-18</inkml:trace>
  <inkml:trace contextRef="#ctx0" brushRef="#br0" timeOffset="78575.53">32384 2281</inkml:trace>
  <inkml:trace contextRef="#ctx0" brushRef="#br0" timeOffset="81544.53">32384 2281,'-18'18,"1"-18</inkml:trace>
  <inkml:trace contextRef="#ctx0" brushRef="#br0" timeOffset="-196958.19">284 0,'0'0,"17"0,18 18,-17 35,-18-2,0 38,0-2,0 19,0-89,0 1,0 34</inkml:trace>
  <inkml:trace contextRef="#ctx0" brushRef="#br0" timeOffset="-84473.19">5020 3597,'0'-18,"35"36,-17 17,17 1,-17 15,17-15,-35-19,18 19,-18-19,18-17,17-35,-18-18,54 0,-18-34,0-1,-18 54,17-55,-34 36,17 1,-35 0,35 16,-35 19,18-19,-18 19,18-18,17 0,-35 0,0 17,0 1,17-19,-17 19</inkml:trace>
  <inkml:trace contextRef="#ctx0" brushRef="#br0" timeOffset="-82004.19">6905 2965,'17'-18,"36"18,-35 53,17-35,-17 35,-18-18,35 17,-35-34,18 17,-18-17,0-1,0 1,0 17,17-35,1 0,-1 0,36-18,-18-87,-18 35,19-18,-1 35,-17 1,17-18,-18 34,1 1,0 17,-18-16,0 16,17-17,-17 17,18-17,0 35,-18-35,0 17,0 2</inkml:trace>
</inkml:ink>
</file>

<file path=ppt/ink/ink4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1:00.3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499 970,'17'0,"1"-18,-18 1,0-1,0 1,0-1,0-17,-18 35,1 0,-36 0,-18 35,18-17,-35 34,53 1,-53-17,70-1,-17 18,17-36,-17 19,35-19,0 19,17-19,1 1,17 17,-17-17,17-18,-17 0,-1 0,36 0,-17 0,17-35,-18 17,-17-17,87-18,-87 17,17 36,-17-52,17-1,18-18,-18 36,-17 17,0-52,17-1,-35 36,53-1,-53 1,53-53,-36 88,1-53,-18 35,0-34,0 16,18-17,-18 36,0-1,0 0,0 1,0 52,0 18,0 35,0-35,0 0,0 35,0-35,0 0,0 35,0-52,0 34,0-35,0 18,0-35,0 0,0-1,0 18,0-17,0 0</inkml:trace>
  <inkml:trace contextRef="#ctx0" brushRef="#br0" timeOffset="1453">1592 106,'0'-18,"-35"18,17 53,1-18,-36 54,35-37,-17 54,35-53,-35 35,35-35,-36 35,1 18,35-53,0 0,0 0,0 0,0 35,0-35,0 0,-18 35,18-35,-35 0,35 0,0 0,-35 17,17-17,-52 18,52-36,-53 0,36 18,-53-35,53 17,17-35,-35 18,-17 17,17 0,35-35,-35 0,0 0,18 0,17 0,1 0,-1 0,-17 0,-18 0,35 0,-52 0,52-17,0-1,-17-17,0 0,17-18,-17 0,35 0,0 0</inkml:trace>
  <inkml:trace contextRef="#ctx0" brushRef="#br0" timeOffset="2047">622 1041,'18'0,"35"-36,0 36,35 0,0 0,18 0,-18 0,18 0,-18 0,18 0,-53 0,0 0,35 0,-35 0,-36 0,1 0,0 0,17 0,-17 0</inkml:trace>
  <inkml:trace contextRef="#ctx0" brushRef="#br0" timeOffset="2485">2210 441,'0'-18,"-18"18,0 0,1 0,-36 18,35-18,-17 18,17 17,-35 0,53-17,-53 17,53-17,0-1,0 19,0 16,0-34,0 0,0 17,0-17,0 35,0-36,18 19,17-1,-17-18,17 19,-17-19,-1 1,-17 17,53-35,-35 36,0-19,-1 1,1-18,0 35,-18-17,0-1,0 1,-18 35,0-53,-35 35,18-35,17 35,-34-17,34-18,-35 18,35-18,-17 0,17 0,1 0,-18 0,-18 0,35 0,0-18,-17 18,35-18,-18 1,1-1,-1 18,18-35,-17 17,17 1</inkml:trace>
  <inkml:trace contextRef="#ctx0" brushRef="#br0" timeOffset="3688">3180 564,'-18'-17,"-17"17,-36 0,36 35,-71 36,18-19,53-16,-36 34,1 19,34-19,19-17,-1 35,18-70,0 35,0-36,0 19,0-19,0 19,35-19,1 18,-1-35,53 36,-70-19,35 19,0-19,-1 19,-34-36</inkml:trace>
  <inkml:trace contextRef="#ctx0" brushRef="#br0" timeOffset="4657">8807 635,'17'0,"18"0,18 0,-17 0,-19 35,19-17,-19-1,18 54,-17-53,17 35,-35-18,18-17,17 34,-35 1,0-35,18 17,-18-17,0 0,0 17,0-18,0 1,-18 35,-17-35,17-1,-17 19,-35-19,34 18,-17 1,36-36,-1 17,0-17</inkml:trace>
  <inkml:trace contextRef="#ctx0" brushRef="#br0" timeOffset="25611">3797 35,'0'71,"0"-18,35 35,-35 0,0 36,0-54,0 36,0-18,0-35,0 0,0 0,0-35,0 17,0-18,0 1,0-53,0-18,0 0,0-35,18 17,0 36,-18-18,17-18,19 36,-19 0,18-18,-17 18,17 17,-17-35,0 36,17-19,-17 19,-1-1,1 18,0 0,17 0,-18 18,1-1,0-17,-1 36,1-1,-18 0,0-17,0-1,0 1,0 17,0-17,0 0,0 34,-18-52,1 18,-1 0,0-18,-17 0,18 0,-1 0,0 0,-17 0,17 0,1 0,-19 0,19 0,-1 0,0 0,1-18,-18 0,17 1,88 70,-34-36,-19-17,19 36,-36-19,17 1,36 17,-53-17,53 17,-53 18,18-53,-18 53,17-35,19 17,-19-17,-17-1</inkml:trace>
  <inkml:trace contextRef="#ctx0" brushRef="#br0" timeOffset="27455">4714 741,'0'-18,"36"18,-36 18,0-1,0 1,0 17,0-17,0 0,-18-1</inkml:trace>
  <inkml:trace contextRef="#ctx0" brushRef="#br0" timeOffset="46050">5332 194,'35'18,"0"35,36 35,-36-18,0 18,1-35,-1 18,0-36,-35-17,0-1,18 19,-18-19,0 1</inkml:trace>
  <inkml:trace contextRef="#ctx0" brushRef="#br0" timeOffset="46409">5861 194,'-71'88,"18"-35,-35 18,0-1,35-17,0 0,18-18,17 1,-17-19,35 1</inkml:trace>
  <inkml:trace contextRef="#ctx0" brushRef="#br0" timeOffset="46737">6566 547,'18'0,"-18"17,0 1,0 17,0-17,0 17,-18 0,-52 18,52-53,-17 18,17-18</inkml:trace>
  <inkml:trace contextRef="#ctx0" brushRef="#br0" timeOffset="47066">6884 53,'0'0,"18"0,34 53,-52 0,36 53,-36-18,0-18,0 1,0-18,17-53,-17 17,18 1,0-18,-1 0,1 0,52-53,-52-17,0 17,17-53,0 53,-35-35,36 17,-36 53,0 1,0-1,0-17,0 17,0 54,0 87,0 18,0 0,0 0,-18-35,-17 35,-1-70,1 17,35-35,-18-18,18-17,-35 17,18-35,-19 0,19 0,-1 0,-35 0</inkml:trace>
  <inkml:trace contextRef="#ctx0" brushRef="#br0" timeOffset="163163">8701 1129,'17'0,"36"0,0 0,35 0,-17 0,17 35,89 36,-107-36,-17-35,18 35,-54-35,-17 18,18-18,17 17</inkml:trace>
  <inkml:trace contextRef="#ctx0" brushRef="#br0" timeOffset="143610.27">10006 1446,'18'0,"17"0,-17 36,-1 34,-17-17,0 0,0 35,0-35,0 0,0-35,-17 52,-1-52,18-1,-18 36,1-53,-1 71,18-36,-18-70,1 0,17 17</inkml:trace>
  <inkml:trace contextRef="#ctx0" brushRef="#br0" timeOffset="144173.27">10077 1076,'0'70,"-53"19,17-36,36 17,-17-35,-19 36,36 0,-17-19,17 1,0 0,0 18,0-36,0 0,0 18,0 0,0-18,0-17,0 0,0 17,17-35,-17 18,18-18,0 0,-1 0,1 0,17 0,-17 0,35 0,0 0,-36 0,36 0,18-36,-36 1,-17 35,52-53,-52 36,0-1,17-35,35 0,-52-17,17 52,-17-53,-18 54,0-36,35 0,-35 35,0 1,0-36,0 17,0-17,0 18,-35 0,35 0,-35 17,-1 0,36 1,-35-1,18 0,-1 18,-17 0,17-35,0 35,-17 0,17 0,1 0</inkml:trace>
  <inkml:trace contextRef="#ctx0" brushRef="#br0" timeOffset="147048.27">12087 1111,'0'0,"0"124,0-54,18-35,-18 18,0-17,0-19</inkml:trace>
  <inkml:trace contextRef="#ctx0" brushRef="#br0" timeOffset="147298.27">12246 1217,'0'0,"53"71,-35 34,-1 1,1-35,-18 35,0-18,18-53,-1 0,-17 1,0-19</inkml:trace>
  <inkml:trace contextRef="#ctx0" brushRef="#br0" timeOffset="153254.27">13110 4075,'36'17,"-36"1,17-1,-17 1,0 17</inkml:trace>
  <inkml:trace contextRef="#ctx0" brushRef="#br0" timeOffset="91159.54">13763 423,'0'0,"18"0,17 18,0 35,-35 0,18 53,0 70,-18-88,0 53,0-35,0-53,0 0,0 0,0-71,0-70</inkml:trace>
  <inkml:trace contextRef="#ctx0" brushRef="#br0" timeOffset="91654.54">13975 106,'17'-18,"-17"0,18 18,35 0,0 0,0 0,0 0,-18 0,53 0,-35 0,0 0,0 0,-35 0,34 0,-34 0,35 0,-18 0,-17 0,35 0,-36 0,1 0,17 0,-17 18,0-18,-1 0,19 18,-19-18,1 0,17 0,-35 17,18-17,-1 0,1 36,0-36,-1 35,-17-17,0-1,0 36,0 0,0 0,0-35,0 35,0-1,0-16,0-19,0 1,0 35,0 0,0-36,0 19,0-19,0 36,0-35,0 35,0-18,0-17,0 35,0-36,0 1,0 17,0-17,0 0,0 17,0-18,0 1,0 0,-17-1,-1-17,18 18,-18-18,1 0,-18 0,17 0,0 0,1 0,-19 0,-17 0,36 0,-36 0,35 0,1 0,-19 0,-17 0,18 0,0 0,17 0,-17 0,17 0,1 0,-1 0,-17 0,17 0,0 0,1 0,-18 0,-18 0,35 0,0 0,-17 0,17 0,1 0,-1 0</inkml:trace>
  <inkml:trace contextRef="#ctx0" brushRef="#br0" timeOffset="93482.54">14627 388,'0'53,"0"-18,0 18,0-18,0 1,0-19,-17 19,17-19,0 36,0-35,-36 17,36-17,0-1,0 1,0 17,-17-17,17 0,0-1,0 18,0-17,0 0,0 17,-18 0</inkml:trace>
  <inkml:trace contextRef="#ctx0" brushRef="#br0" timeOffset="95716.54">14010 1446,'18'0,"-18"36,0-19,35 36,-17 35,-18-35,0-35,0 0,0 34,0-16,0 17,0-36,0 1,0 35,0-36,0 19,0-19,0 36,0-35,0 0,0 17,0-17,0-1,0 18,0-17,0 0,0-1,0 19,0-19,0 1,0 0,0 17,-18-18,18 19,0-1,18-35,-1 0,1 0,17 0,-17 0,-1 0,19 0,-19 0,1 0,0 0,35 0,-18 0,18 0,-36 0,36 0,-35 0,35 0,-36 0,36 0,-17 0,-19 0,36 0,0 0,0 0,-35 0,35 0,0 0,-18 0,-18 0,19 0,-1 0,-17 0,17 0,-17 0,-1 0,18 0,-17 0,0 0,-1 0,19 0,-19 0,-17-18,0-35,0 1,0-1,0 35,0-35,0 0,0 0,0 0,0 18,0 0,0-53,0 35,0 0,0 0,0 0,0 0,0 18,0-18,0 0,0 35,0-35,0 18,0 17,0 1,0-1,0 0,0-34,0 16,0 19,0-1,0-17,0 17,0 0,0 1</inkml:trace>
  <inkml:trace contextRef="#ctx0" brushRef="#br0" timeOffset="97732.54">14469 1640,'17'0,"1"0,0 0,-1 18,-17 35,0-35,0-1,0 1,0 17,0-17,0-1,0 1,0 17,0-17,0 0,0 17,0-18,0 1,0 0,0 17,18 0,-1-35,1 0,17 0,-17 0,0 0,-1 0,1 0,0-17,-1-1,1 18,-1 0,-17-35,18 17,-18 0,18 18,-1-17,1 17,0-35,-1 17,-17 0,18 1,0-19,-18 19,17-1,1 18,-18-18,0-17,-18 0,1 17,-19 1,36-1,-17 18,17-18,-36 1,19 17,-19-18,19 18,-18 0,17-35,0 35,1 0</inkml:trace>
  <inkml:trace contextRef="#ctx0" brushRef="#br0" timeOffset="110171.54">10588 1852,'53'-18,"-35"54,-1 52,-17 0,0-35,0 35,36 18,-36-53,0 0,0 0,0-36,0 36,0-35,0 17,0-88</inkml:trace>
  <inkml:trace contextRef="#ctx0" brushRef="#br0" timeOffset="110577.54">10958 1658,'18'0,"17"0,18 0,-35 0,17 0,-17 0,35 0,0 0,0 0,0 0,-1 0,1 0,0 0,0 0,-35 0,-1 0,19 0,-19 0,1 0,17 0,-17 0,0 0,-1 0,36 18,-53 35,0-18,18 35,17 19,-35-54,0 35,0 1,35 0,-35 17,0-35,0 0,0-1,0-34,0 0,0 17,0-17,0-1,0 1,-17 0,-36-18,0 0,0 0,-35 0,35 0,0 0,0 0,18 0,-1 0,1 0,18 0,-1 0,0 0,-17 0,17 0,1 0,-1 0,-17-18,17 18,1-18,17 1,0-1,-18 18,0 0,1-18,-1 18,0-17,-17 17,17 0,1 0,-1 0,-17 0,17 0,1 0</inkml:trace>
  <inkml:trace contextRef="#ctx0" brushRef="#br0" timeOffset="112657.54">11188 1887,'35'0,"-35"18,0 17,0 0,0 1,-18-1,18-17,0 17,0-17,0-1,0 1,0 17,0-17,0 17,0-17,18-18,0 35,17-35,-17 18,-1-18,19 0,-19 0,1 0,-1 0,19 0,-19 0,19-18,-19 0,1 1,17-19,-17 19,-1-36,19 35,-19-17,1 17,0 1,-1-1,-17 0,36-17,-36 17,-18 1,0 17,1-18,-19 18,1-17,35-1,-35 18,17 0,1 0,-1 0,18-18,-35 18,17 0,0 0,1 0,-1 0,0 18,1-18,-1 0,1 0,-1 18,18-1,-18-17,1 0,-1 18,0-18,1 0,-1 17,0-17,1 0,17 36,-35-1,17-17,0 17,1 0,-19-17,36 17,-17-17,17-1,0 1</inkml:trace>
  <inkml:trace contextRef="#ctx0" brushRef="#br0" timeOffset="116816.54">11823 1623,'17'-18,"19"18,-1 0,-17 0,17 0,18 0,0 0,0 0,-36 0,1 0,35 0,-36 0,36 0,-17 0,-19 0,1 0,17 0,-17 0,35 0,-36 0,1 0,17 0,-17 0,0 0,17 0,-17 0,17 0,0 0,-17 0,17 0,-17 0,-1 0,19 0,-19 0,1 0,-1 0,19 0,-36-18,17 18,1 0,0 0,-1 0,19 0,-36-17,17 17,1 0,0-18,-18 53,0-17,0 0,0-1,0 36,0-17,0-19,0 18,0 1,0-1,0-17,0-1,0 1,0 17,0-17,0-1,0 36,0 0,0-35,0 17,0-17,0 17,-18-17,18-1,0 1,-18 17,18-17,0 0,0 17,0-17,-35-1,35 18,-18-17,18 0,0 17,-17-35,17 18,-18-18,0 0,1 0,-1 17,-35-17,36 0,-19 0,19 0,-36 0,0 0,35 0,-35 0,36 0,-19 0,-17 0,36 0,-1 0,-17 0,17 0,1 0,-1 0,-17 0,17 0,0 0,1 0,-19 0,-16 0,34 0,0 0,-17 0,-18 0,35 0,1 0,-1 0,-17 0,35 18</inkml:trace>
  <inkml:trace contextRef="#ctx0" brushRef="#br0" timeOffset="118997.54">12299 1799,'0'53,"0"0,0 0,0 0,0 0,0-18,-18 36,18-36,0-18,0 19,0-19,0 1,0 0,0 17,18-35,0 0,-1 0,19 0,-1 0,-17-18,17 1,-18-19,1 36,0-35,-1 35,-17-18,18 1,17-1,-35 1,36-1,-36-17,0 17,0 0,0 1,0-19,0 19,0-1,0-17,0 17,-18 18,0-17,1-19,-36 36,53-53,-36 53,19 0,-1 0,1 0,-1 0</inkml:trace>
  <inkml:trace contextRef="#ctx0" brushRef="#br0" timeOffset="122357.54">5261 2663,'0'0,"35"106,18 88,-17 0,-36-17,0-36,0-35,0-53,0-1,0-69,0-36,0 0,0-35</inkml:trace>
  <inkml:trace contextRef="#ctx0" brushRef="#br0" timeOffset="122654.54">5632 2540,'17'-18,"36"18,-18 0,36 0,-53 0,70 0,-35-17,0 17,0 0,-1 0,1 0,-17 0,17 0,-36 0,1 0,17 0,-17 0,-1 0,1 35,0-17,-1 52,36 18,-53 1,0-37,0 37,0-36,0-1,0 54,-17-53,-1 0,-53 18,1 17,-36 0,88-53,-17 1,0 17,17-36,1 1,-36-1,35 1,-17-18,-1 0,19 0,-36 0,35 0,-35 0,36 0,-36 0,35-35,0 0</inkml:trace>
  <inkml:trace contextRef="#ctx0" brushRef="#br0" timeOffset="123603.54">6267 2857,'0'0,"-36"71,1 17,0 0,-18-17,0 17,0 0,0-17,53 17,-35-35,35-18,0 1,0-19</inkml:trace>
  <inkml:trace contextRef="#ctx0" brushRef="#br0" timeOffset="124056.54">7554 2522,'0'0,"53"0,0 0,-18 0,18 0,-18 0,-17 0,0 0,17 0,-17 0,17 36,0 16,-35 1,0 36,0-36,0-1,0 19,0-36,0 18,0-18,0 18,0-35,0 0,-17-1,17 19,-18-19,18 1,0-1,-18-17,18 18,-17-18,17 35,-18-35,0 18,1-18,-1 18,18-1,-18-17,-17 0,18 0,-1 0,-17 0,17 0,0 0,-35 0,36 0,-18 0,17 0,0 0,-17 0,17 0,1 0,-1 0,-17 0,17 0,1 0,-1 0,-17 0,17 0,0 0,-17 0,17 0,1-17,-19-1,1 0,35 1,-17 17,-1-18,0-35,1 18,-1 17,-17-17,35-18,-18 18</inkml:trace>
</inkml:ink>
</file>

<file path=ppt/ink/ink4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7:52.72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2351 5892,'0'0,"0"70,53 36,-53 18,35-1,1-70,-1 106,-35-71,35 53,0-35,-17 17,0-52,-18 35,0-53,17-36</inkml:trace>
  <inkml:trace contextRef="#ctx0" brushRef="#br0" timeOffset="891">4468 2576,'0'0,"35"141,0-18,1 1,-1-71,-35-1,0-16,0 17,0 0,17-53,-17 35,0-18,0 19,0-19</inkml:trace>
  <inkml:trace contextRef="#ctx0" brushRef="#br0" timeOffset="1266">4697 2346,'0'0,"18"-35,35 35,52 0,72-35,17-36,0 36,-53 0,18 17,-36 0,-17 18,-18-35,-35 35,18 0,-18 0,-18 0,71 0,-89 0,36 0,35 0,-35 0,0 0,35 0,1 0,17 0,-18 0,18 0,-1 0,19 0,17 0,-35-35,-18 35,-53-18,-17 18,0 0,17 0,-18 0,1 0,0 0,17 0,-17 0,-1 0,19 0,-19 0,1 0,-1 0,1 18,-18 70,0-35,0 35,0-35,-18 0,18 17,-17 19,17-72,-35 36,35-35,0 17</inkml:trace>
  <inkml:trace contextRef="#ctx0" brushRef="#br0" timeOffset="2563">4380 3281,'17'0,"1"0,17 0,-17 0,-1 0,19 0,17 0,-1 0,37 0,52-35,-18 35,36-35,35-1,0 36,-35 0,17-35,-35 35,0 0,-35-18,18 1,17 17,0 0,53 0,-53 0,-17-36,-36 1,0 35,-35 0,0 0,0-35,17 35,1 0,-1-35,-17 35,-35 0,0 0,-18-18</inkml:trace>
  <inkml:trace contextRef="#ctx0" brushRef="#br0" timeOffset="3501">4097 3987,'0'0,"71"105,-71-52,35 0,0 53,1-18,-36 53,0-88,0 0,0 0,0-18</inkml:trace>
  <inkml:trace contextRef="#ctx0" brushRef="#br0" timeOffset="10180">6108 2382,'0'17,"0"18,0-17,0 0,0 17,0-17,0-1,0 1,0 17,0-17,0-1,0 19,18-36,-1 17,-17 1,0 0,0-1,0 1,0 17,0-17,0-1,-17-17,-1 18,18 17,0-17,0 0</inkml:trace>
  <inkml:trace contextRef="#ctx0" brushRef="#br0" timeOffset="11879">5985 4110,'0'35,"0"-17,-18 0,18-1,-18 19,18-19,-17 19,-1-19,18 1,0-1,0 1,-18-18,18 18,0 17,-17-17,17-1,0 1,0 0,-18-18,18 17,0 1,0-1,18-17,-1 0,1 18,-18 0,18-18,17 0,-17 17,-1-17,1 0,17 0,-17 0,-1 0,1 0,0-17,-1-1,-17 0,0-17,0 18,0-1,0 0,0-17,0 17,0 1,0-19,0 19,0-1,0 1,0-19,0 19,0-1,0 0,0-17,-17 35,17-18,-18 1,0-1,1 18,-1 0,-17 0,17 18</inkml:trace>
  <inkml:trace contextRef="#ctx0" brushRef="#br0" timeOffset="17051">4962 2576,'0'-18,"-18"18,18 18,0-1,-18 18,-17 18,35-35,0 0,-18 52,18-52,-35-1,35 36,-18-17,-17-19,35 1,0 0,0 17,0 0,-17 0,17 1,-18-19,18 1,0 17,35-35,-17 0,-1 0,1 0,0 0,-1-17,1-1,-18 0,0 1,35-19,-35 1,18 0,-18 17,0 1,35-19,-35 19,0-1,0-17,18 17,-18 0,0 1,0-18,0 17,0 0,0 1,0-19,0 19,-18-1,18-17,-17 17,-1 1</inkml:trace>
  <inkml:trace contextRef="#ctx0" brushRef="#br0" timeOffset="20317">5226 2593,'-17'18,"-19"70,36-35,0-35,0 17,-17-18,17 19,-18-1,-17 18,35-18,0 18,0-35,0-1,0 1,17-18,19 0,-36-18,35-17,0 0,-17-18,17 0,-35 35,0 1,0-19,18 19,-18-1,0-17,0 17,0 1,0-19,0 19,0-19,-18 36,0-17,1-1</inkml:trace>
  <inkml:trace contextRef="#ctx0" brushRef="#br0" timeOffset="27490">8489 600,'0'35,"36"71,-36-53,0 0,0 35,0 0,0-35,-53 35,-35-17,17 0,36-36,-1 0,19-17</inkml:trace>
  <inkml:trace contextRef="#ctx0" brushRef="#br0" timeOffset="27833">8436 1094,'53'0,"-35"0,0 53,-18-36,35 72,-35-36,18 17,-18-52,0-1,0 1,0 17</inkml:trace>
  <inkml:trace contextRef="#ctx0" brushRef="#br0" timeOffset="28177">8613 759,'0'0,"17"0,36 17,-35 1,17 53,-17-19,17 1,-17-17,-18-19,0 1,35 17</inkml:trace>
  <inkml:trace contextRef="#ctx0" brushRef="#br0" timeOffset="28505">8825 547,'0'0,"52"-35,37 35,-54-18,18-17,0 35,0 0,0-18,-18 18,-18 0,1 0,0 0,17 0,0 18,-35 17,0 18,0 0,0-18,0 18,0-35,0 35,0-36,0 1,0 17,0-17,-17 0,17 17,-18-18</inkml:trace>
  <inkml:trace contextRef="#ctx0" brushRef="#br0" timeOffset="29052">9036 865,'0'0,"0"-18,0 0,0-35,18 53,17 0,0-17,-17-19,17 36,-17 0</inkml:trace>
  <inkml:trace contextRef="#ctx0" brushRef="#br0" timeOffset="29349">8842 1059,'35'0,"1"0,34 0,1-18,-1 0,-34-17,-19 35,19-18</inkml:trace>
  <inkml:trace contextRef="#ctx0" brushRef="#br0" timeOffset="29662">8842 1129,'0'18,"0"17,0-17,0 17,0 18,0 0,35 17,-35-52,0 0,0 17,0 0</inkml:trace>
  <inkml:trace contextRef="#ctx0" brushRef="#br0" timeOffset="29943">8983 1270,'36'-17,"-19"-1,36 0,0-17,0 17,17-17,-52 35,0 0,-1 0,19 0,-19 0,1 0,17 0,1 0,-36 18,0-1,0 19,0-19,0 36,0-35,0 35,0-36,0 19,0-1,-18-17,-35-1,53 1,0 0</inkml:trace>
  <inkml:trace contextRef="#ctx0" brushRef="#br0" timeOffset="30412">9089 1059,'-18'0,"-52"88,70 18,-53 35,18-71,-36 36,36-35,35-54,0 1,0 0,0-1,18-52,52-18,1 0,-18-35</inkml:trace>
  <inkml:trace contextRef="#ctx0" brushRef="#br0" timeOffset="30693">9177 1253,'0'53,"0"-18,0 0,18 0,-18-17,35 17</inkml:trace>
  <inkml:trace contextRef="#ctx0" brushRef="#br0" timeOffset="31006">9742 671,'0'0,"17"0,1 0,17 0,1 0,-19 35,1 0,-1-35,-17 35</inkml:trace>
  <inkml:trace contextRef="#ctx0" brushRef="#br0" timeOffset="31256">10147 529,'0'18,"-52"35,-19 0,-17 88,-18-70,18-1,17-35,36 18,-18-35,0 17,35-35,54 0,87-53,-17-17,-53 34,17 19,-34-36,17 35,-36 1,36-19,-35 19,0-1,-1 18,1-35</inkml:trace>
  <inkml:trace contextRef="#ctx0" brushRef="#br0" timeOffset="31724">10059 494,'0'35,"0"54,0-1,0 18,0-53,0 35,0-35,0 0,0 0,0-36,0 1,0 17</inkml:trace>
  <inkml:trace contextRef="#ctx0" brushRef="#br0" timeOffset="32006">9918 1076,'0'0,"-18"0,-34 0,16 0,1 0,0 0,17 0,36 18,17 0,18-18,-18 0,-17 0,-1 0,1 0,0 35,-18-18,17 1,19 35,-1 0,-17-53,-18 18,17-18,19 0,-19 0,1 0,35-36,-53 19,0-1</inkml:trace>
  <inkml:trace contextRef="#ctx0" brushRef="#br0" timeOffset="32490">10183 1129,'-71'35,"18"36,18-53,-18 17,0-17,35-1,36-70</inkml:trace>
  <inkml:trace contextRef="#ctx0" brushRef="#br0" timeOffset="32787">10606 512,'18'17,"-18"36,0 18,-36-18,1-18,-18 0,36 36,-19-53,36-1</inkml:trace>
  <inkml:trace contextRef="#ctx0" brushRef="#br0" timeOffset="33053">10483 882,'0'0,"17"0,18 0,-17 0,17 0,-17 0,17 0,-17 18,0-1,-1 19,1-36,-18 17,0 19,0-19,0 19,-18-36,-17 17,17-17,1 0,-1 36,-17-36,17 0,0 0,-17 0,18 0</inkml:trace>
  <inkml:trace contextRef="#ctx0" brushRef="#br0" timeOffset="33334">10483 1112,'17'17,"1"-17,-1 0,1 18,0-18</inkml:trace>
  <inkml:trace contextRef="#ctx0" brushRef="#br0" timeOffset="33803">9865 53,'-17'0,"-54"-35,53 35,-52 0,17-18,18 18,-36 0,1 0,17 0,0 0,0 0,0 0,-35 0,-18 0,0 53,-53 0,71 0,0 0,17-18,-17 18,18 18,17-36,-18 36,36-1,-53 1,52-1,1-17,35-35,-18 35,18 0,0-1,0 1,0 0,0-17,0-1,18 18,53 17,-18-52,88 88,-71-71,89 53,-53-17,35-36,-35 0,-18-35,35 36,-52-36,35 0,-53 0,35 0,0 0,-35 0,0 0,35 0,-53 0,18 0,0 0,-35 0,35 0,-36 0,36 0,0 0,-35 0,35 0,-18-18,18 18,-35-18,-1 18,36-17,-18-1,1 0,-19-17,1 35,35-53,-18 36,-17-19,17 19,-35-19,35 1,1 0,-36 17,35-17,-17-18,-18 35,0-34,17 16,-17 19,0-1,0 0,0-17,0-18,0 35,0-17,0 0,0 0,0-18,0 17,0-16,-17-1,-1 35,-35 0,53 1,-18-19,1 19,-19-18,-16-18,16 17,19 1,-36 0,-18-36,54 54,-36-36,-18 17,36 1,17 17,1 1</inkml:trace>
  <inkml:trace contextRef="#ctx0" brushRef="#br0" timeOffset="133699">111 4128,'0'141,"0"0,-35 0,35 0,0-17,0-54,0-17,0-35,0 35,0-36</inkml:trace>
  <inkml:trace contextRef="#ctx0" brushRef="#br0" timeOffset="134137">746 4375,'-35'0,"-71"17,0 19,18 17,-53 17,88-70,-18 71,54-71,-1 0,-17 17,17-17,0 0,1 18,-1 0,18 17,18 0,52-35,-34 18,-1 17,18-17,-18 17,18-17,-35-18,34 35,-34-35,-18 18,35-1,-17-17,0 0,-1 18,1-18</inkml:trace>
  <inkml:trace contextRef="#ctx0" brushRef="#br0" timeOffset="134902">1099 4304,'-53'18,"0"17,18-17,-36 35,36-53,-18 53,35-53,1 17,-19 1,19-18,-1 0,0 17,-17-17,35 18,-18 0,1-1,-1-17,1 0,17 36,17-1,54 0,-36-17,-17-1,35-17,-36 36,1-36,-18 17,17 1,19-18,-19 35,1-35,17 0,-17 18,17 0,0-18</inkml:trace>
  <inkml:trace contextRef="#ctx0" brushRef="#br0" timeOffset="136918">1416 3951,'0'53,"0"71,35-36,-35-35,0 35,0-35,0 0,0-18,0 18,0-35</inkml:trace>
  <inkml:trace contextRef="#ctx0" brushRef="#br0" timeOffset="137262">1451 4251,'18'0,"0"0,-1 0,1 0,53-35,-54 35,1 0,-1 0,19 0,-19-18,1 18,17 0,-17 0</inkml:trace>
  <inkml:trace contextRef="#ctx0" brushRef="#br0" timeOffset="137637">1804 3775,'18'-18,"0"18,-18 36,35 17,-35-1,0 37,0-1,0 18,0-18,0 18,0-18,0-35,0-36,0 36,0-35,0 17,0-17,0 0,17-1</inkml:trace>
  <inkml:trace contextRef="#ctx0" brushRef="#br0" timeOffset="138340">2351 4110,'18'0,"-1"0,19 0,-1 0,0 0,-17 0,17 0,-17 0,-1 0,1 0,17 0,-17 0,0 0,34 0,-34 0</inkml:trace>
  <inkml:trace contextRef="#ctx0" brushRef="#br0" timeOffset="138902">2968 3457,'18'-17,"0"17,17 53,-35-18,0 18,0 35,0-35,0 35,0 0,0-35,0 36,0-37,0 1,0-17,0 17,0 0,0-36,0 18,0 1,0-19,0 19,0-1</inkml:trace>
  <inkml:trace contextRef="#ctx0" brushRef="#br0" timeOffset="141262">2316 4410,'17'0,"1"0,-18-53,35-17,1-19,-1-17,-35 1,35 16,0-69,36 52,-36 18,18 17,-18 53,1 1,-19-1,1 18,35 0,-18 0,18 0,-18 18,-17-1,0 72,-1-89,-17 53,0 0,0-1,0 37,0-36,0-1,0-16,-53 34,18-17,-35 0,52-53,0 0,-17 0,17 0,1 0,-19-18,1-87,35 52,0-35,0 17,0 0,35 1,18 35,0-1,-35 36,0 0,17 0,18 0,0 0,0 0,-36 0,19 0,-1 18,0 35,-17-35,35 17,-18 53,18 0,-53-17,0 52,0-70,0 35,0-70,0 35,-18-18,1-35,-19 0,19 0,-19 0,1-88,35-53,0 0,0-36,0 72,35-19,1 89,34-1,-17 1,-18 18,-17 17,0 0,35 0,17 17,-35 18,-17-17,53 53,-54-18,-17-36,0 36,0 0,0 0,0-35,0 35,-53-36,36 18,-1-17,-17-18,17 0,0 0,-34 0,16 0,-17 0,0 0,1-35,16-18,-34 0,34-53,19 36,17 34,0-70,0 54,0 34,0 0,0 1,0-1,35 18,-17 0,17 0,-17 18,17 17,-17-17,17 34,18 37,-53-54,35 71,-35-18,0-35,0 53,-88-18,35-18,-18-17,36-35,17 0,1-18,-1-53,-17 0,0-53,-1 53,36-35,0-18,0 53,53-35,-17 35,-1 35,-18-17,36 35,18 0,-36 53,0 53,-35-53,0 0,0 0,0 35,0-18,0-17,-88 0,35-18,-17-17,-1 0,18 17,36-35,-36 0,35 0,-17 0,-36-88,71-18,0 18,-17-36,-1 54,18 17,18 35,-1-17,19 35,-19 0,36 0,0 0,0 0,-18 0,-17 0,35 0,-36 35,19 18,-36-35,0 52,0-34,0 17,0-36,-18 36,-17-35,17-18,1 17,-1-17,-17 0,17 0,0 0,-17 0,17 0,-17-35,0 0,35-18,0-35,0 35,0 35,0-17,17 35,1 0,0 0,17 0,-17 0,17 18,-35-1,0 18,0 18,0-35,0 0,0-1</inkml:trace>
</inkml:ink>
</file>

<file path=ppt/ink/ink4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0:42.9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0,'0'18,"18"-1</inkml:trace>
</inkml:ink>
</file>

<file path=ppt/ink/ink4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0:37.6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383 247,'18'0,"0"0,35 0,-36 0,36 35,0-18,-35 19,17-19,-17 19,-1-1,-17 18,0 35,0 0,-106 0,18-17,18 0,-19-1,72-52,-19 17,1-35,18 0,17 18,17-18,36 0,-35 0,17 0,-17-18,-1 18,1-18,17 18,-17-17,17-1,0 0,-35 1,0-1,0-17,36 17,-36 1</inkml:trace>
  <inkml:trace contextRef="#ctx0" brushRef="#br0" timeOffset="703">454 88,'0'0,"-71"0,-35 35,36 36,-1 34,1 1,52-35,-17 17,35 0,0-17,0-1,0 36,0-88,0-1,0 19,18-19,-1 1,1-18,-1 0,19 0,17 0,35 0,71 0,-18 0,17-88,-52 17,0 1,0-36,0 35,-36-17,-17-18,-17 18,-19 0,-17 70,0 1,0-19,0 19,0-19,-35 19,17-19,1 36,-1-35,-17 18</inkml:trace>
</inkml:ink>
</file>

<file path=ppt/ink/ink5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0:39.1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0 565,'17'-18,"1"18,35 35,-18 36,-17-36,17 36,-17-54</inkml:trace>
  <inkml:trace contextRef="#ctx0" brushRef="#br0" timeOffset="218">123 935,'53'0,"-35"-35,-18-1,35 19,-35-1</inkml:trace>
  <inkml:trace contextRef="#ctx0" brushRef="#br0" timeOffset="422">282 441,'0'71,"0"34,0-16,0 52,0-35,0-54,0 37,0-72,0 1,0 17</inkml:trace>
  <inkml:trace contextRef="#ctx0" brushRef="#br0" timeOffset="703">476 706,'0'0,"18"-18,-1 18,36-18,-35 18,17-35,-17 35,17 0</inkml:trace>
  <inkml:trace contextRef="#ctx0" brushRef="#br0" timeOffset="1015">617 459,'-18'17,"18"72,-35 16,0 19,35-18,-35-1,-1 1,1 0,35-88,-18 35,18-36,0 19</inkml:trace>
  <inkml:trace contextRef="#ctx0" brushRef="#br0" timeOffset="1343">617 864,'0'0,"88"36,-70-19,-1 19,19-1,-19 0,-17 0,36-17,-36 0</inkml:trace>
  <inkml:trace contextRef="#ctx0" brushRef="#br0" timeOffset="1625">846 265,'0'35,"0"18,0 0,0-36,0 36,0-17,0-19</inkml:trace>
  <inkml:trace contextRef="#ctx0" brushRef="#br0" timeOffset="1906">987 459,'0'-18,"36"18,-19-18,1 18,0-17,17-1,-17 18,-1 0,1 0,17-35,-17 35,-1 0,19-18,-1 1</inkml:trace>
  <inkml:trace contextRef="#ctx0" brushRef="#br0" timeOffset="2250">1287 0,'-17'0,"-1"88,18 36,-35-1,35-17,-36 0,1 0,18-36,-19-17,19-18,-1 1,0-1,18-17</inkml:trace>
  <inkml:trace contextRef="#ctx0" brushRef="#br0" timeOffset="2562">1129 741,'17'0,"1"0,17 0,-17 0,35 0,-36 0,19 0,-36 18,17-18,-17 17,18-17</inkml:trace>
  <inkml:trace contextRef="#ctx0" brushRef="#br0" timeOffset="2828">1358 829,'-18'0,"18"18,0 35,18-36,-1-17,1 0</inkml:trace>
  <inkml:trace contextRef="#ctx0" brushRef="#br0" timeOffset="3203">1199 776,'-35'53,"0"0,35-35,0 35,-36-1,1-16,35-19,-53 36,18-53</inkml:trace>
  <inkml:trace contextRef="#ctx0" brushRef="#br0" timeOffset="3484">1164 1094,'0'0,"17"17,19 19,-19-36,19 17,-19 1,19 0,-19-1,1-17,-1 18,1-1,0-17,-1 0,-17-17</inkml:trace>
</inkml:ink>
</file>

<file path=ppt/ink/ink5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7:44.63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0 246,'0'36,"0"52,0 53,0-53,0 53,0-88,0-17,0 16,53-52,-1 0</inkml:trace>
  <inkml:trace contextRef="#ctx0" brushRef="#br0" timeOffset="329">970 264,'0'35,"0"54,0 16,0-52,0 18,0-53,0-1</inkml:trace>
  <inkml:trace contextRef="#ctx0" brushRef="#br0" timeOffset="610">1605 0,'17'17,"-17"71,0 1,0 16,0 19,-53-18,18 17,35-70,-35 0,123-106</inkml:trace>
  <inkml:trace contextRef="#ctx0" brushRef="#br0" timeOffset="844">2116 317,'18'0,"0"18,-18 17,0 0,0 18,0 0,0 0,0-35,-18 35,0-18,-17 18,35 35,-35-35,35 0,0 35,0-53</inkml:trace>
</inkml:ink>
</file>

<file path=ppt/ink/ink5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6:11.6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1305 2399,'18'-18,"0"18,70 0,-35 0,17 35,-17-17,0 0,18-1,-36 36,36-35,-19-18,-34 35,0-35,-1 0</inkml:trace>
  <inkml:trace contextRef="#ctx0" brushRef="#br0" timeOffset="4135">229 3633,'0'-17,"0"-1,36 18,17 0,-36 0,1 0,0 0,34 0,-34 0,17 0,-17 0,0 35</inkml:trace>
  <inkml:trace contextRef="#ctx0" brushRef="#br0" timeOffset="10948">18 300,'0'0,"35"70,71 71,-36-35,19 18,-54-71,-17 52,34-16,-52-1,0-18,0 1,0-18,0 0,0 0,0-18,0-17,0-1,0 36,0-18,0-17,0 0,0-1,-35-17</inkml:trace>
  <inkml:trace contextRef="#ctx0" brushRef="#br0" timeOffset="11667">0 88,'0'0,"18"71,-1-1,-17 71,18-70,0 52,-18-17,0-18,0-35,0 0,0 0,0-35,0 17,0-17</inkml:trace>
  <inkml:trace contextRef="#ctx0" brushRef="#br0" timeOffset="12055">353 0,'0'0,"18"0,34 0,-34 0,35 0,18 35,-36-17,18-18,-36 35,1-35,17 0,-17 0,17 18</inkml:trace>
  <inkml:trace contextRef="#ctx0" brushRef="#br0" timeOffset="13086">159 2187,'35'18,"-17"35,-18 0,0-1,35 1,-35-17,0 17,0-36,0 36,0-35,0-1,0 19,0-19,0 1,0 17,0-52,0-1,0-35,0 35,0-52,0 52,0-35,0 36,-35-1,35-17,0 17,0-35,0 0,0 0,0 0,0 36,0-1,0-17,0 70,0 18,0 35,17-35,-17 0,18 18,-18-18,0 0,0-36,0 36,0-35,0 17,0-17,0-1,0 1,18 0,-36-54,0 1,1-18,17 0,-18 0,18 36,-35-36,35 17,-18-17,18 36,0-1,0-17,0 17,0 1,0-1,0 89,18-19,0 1,-1 0,18 18,-35-53,0 34,36-34,-36 35,0-18,17-35,-17-17,0-36,0 35,0-70,0 70,-17-35,17 18,0-53,0 53,-18-1,18 19,0-36,0 17,0 19,0-1,0-17,0 17,0 1,0 70,0-1,35 1,-35 0,36 0,-36 0,0 0,0-18,0 18,0-35,0 0,0 17,0-53,0 1,-18-36,18 0,0 0,-35 0,17-18,18 54,0-36,-35 0,35 35,0-17,-18 17,18 1,0-19,0 72,0 17,0 35,35-18,-35 18,36-17,-36 0,0-36,0 18,17-18,-17 0,0 1,0-19,0 1,18 0,-36-18,1-53,-19-36,36 37,-35-54,35 53,-35 0,17 0,18 35,0-17,0 17,0-35,0 36,-17-1,70 71,-18 18,-35 70,35-35,-35-18,18-18,-18-17,0 0,0-35,0-1,17 19,1-54,-18-52,0-1,0-17,0-18,0 18,-18 0,18 17,0 18,0 35,0-34,0 34,0-17,0 105,18 36,17 35,-35-35,36-35,-36 17,0-35,17-36,-17 1,0 0,0 17,-17-35,-1 0,0-35,-17-71,-36 0,71 53,-17-71,-18 72,35-54,0 53,-18-18,0 36,18 17,18 107,17 16,-35-16,35 16,-35 1,0-53,36 0,-36-35,0 35,0-36,0 19,0-19,0 1,-18-71,18 0,0-35,-18 35,18-18,0 1,0 17,-35-18,35 18,0 36,0-36,-17 53,34 17,1 89,-1-18,19 54,-36-37,0-34,0 0,0-19,0-34,0 0,0 17,17 0,1-35,-36-70,-17-18,35 52,-18-52,18 35,-17-17,-1 17,18 0,0 35,0 0,35 71,1 53,-19-18,1-52,-18 17,0 0,0-36,0 1,-18-53,-17-71,35 18,-18 17,1 18,17 0,0 35,0 1,0-18,17 52,19 54,-1 35,0-18,-35 0,0-35,0 0,0-18,18-17,-18-1,0-70,0 1,0-19,-18 18,18-17,-17 34,34 36,1 36,0-1,17 18,-35 53,0-89,17 36,-17-35,0 17,0-70,0-53,-17 17,-1-35,-17 53,35 36,0 34,0 36,0-18,0-17,0 0,0-54,0-16,0-1,-35 0,35 35,0 0,0 107,0-1,17 18,-17-53,0-1,0-34,0 17,0-52,0-1</inkml:trace>
</inkml:ink>
</file>

<file path=ppt/ink/ink5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9:10.1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0,'18'18,"35"-1,-36-17</inkml:trace>
</inkml:ink>
</file>

<file path=ppt/ink/ink5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8:50.6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0,'0'0,"18"36,-18-19,0 19,35-1,-35-17,0-1,18 36,-18 0,0-35,0-1,0 36,0-17,0-19,0 1,0-1,0 36</inkml:trace>
</inkml:ink>
</file>

<file path=ppt/ink/ink5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8:52.82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409 652,'0'-17,"0"-1,0-17,0 17,0-17,-18 35,1 0,-1 0,1-18,-1 18,-53 0,-34 71,69 17,-34 18,34 0,36-36,0-34,0 16,0 1,0-35,0 17,0-17,18-18,0 0,-1 0,1 0,17 0,18 0,0 0,18 0,-1-71,-35 1,18-1,-17 18,-19-17,54-36,-36 53,0-53,1 0,-36 53,0-70,0 70,17 0,-17-53,0 89,0-1,0 0,18 1,0 70,-18 88,0 35,0-35,0 0,0 0,0-35,0-17,0-37,0 1,17-17,-17-19,0 1,18 0,17-71</inkml:trace>
  <inkml:trace contextRef="#ctx0" brushRef="#br0" timeOffset="797">1062 494,'17'0,"-17"17,0 107,0 17,0 18,0-18,0-18,0 18,0-53,0-35,0 0,0 0,0-17,0-19,0 1,0-71,0 0,0-35,0-18</inkml:trace>
  <inkml:trace contextRef="#ctx0" brushRef="#br0" timeOffset="1172">1079 494,'0'0,"0"-36,53 36,0 0,-35 0,35 36,-18-19,-17 19,-1-19,1 1,-18 17,0 0,0 18,0-35,0 35,0 0,0 0,-35 0,-18 0,-88-18,88-18,-18 19,18-36,36 17,-1-17,0 0,-17 0,53-35</inkml:trace>
  <inkml:trace contextRef="#ctx0" brushRef="#br0" timeOffset="1641">1573 494,'0'-18,"0"0,18 18,17-17,0 17,18 0,-17 0,-19 0,1 0,17-18,-17 0,-1 18</inkml:trace>
  <inkml:trace contextRef="#ctx0" brushRef="#br0" timeOffset="1922">1732 494,'0'0,"0"105,-35 1,-1 18,1-1,18-17,-36 35,53-53,0 1,0-37,0 1,0-17,0-19,0 1,0 0,17-18,1 17,0-17,-1 0,18 0,1 0,-1 0,-17 0,35 0,17-35,-35 17,-17-35</inkml:trace>
  <inkml:trace contextRef="#ctx0" brushRef="#br0" timeOffset="16756">2279 652,'0'-17,"0"87,0 36,35-18,-35-35,0 35,-18-17,1-18,17 0,-35 0,35-18,0-17,-18-71,0 17,18 19,0-54,0 1</inkml:trace>
  <inkml:trace contextRef="#ctx0" brushRef="#br0" timeOffset="17616">2720 264,'0'0,"35"-17,-35-1,35 18,-17 0,0 0,-1 0,-17-18,18 18,35 0,-36 18,1 35,17-18,1 18,-19 0,-17 0,0 53,36-53,-36 0,0 0,-18-1,0 1,-17 18,0-18,17 0,-35 35,18-35,0-18,-36 36,18 17,0-35,-17 17,17-34,0-19,18 19,17-36,0 0,-17 0,17 0,-17-36,35 19</inkml:trace>
  <inkml:trace contextRef="#ctx0" brushRef="#br0" timeOffset="18428">3425 353,'0'-36,"36"36,-19 0,1 0,0 0,34-17,-34 17,17 0,-17 0,0 0</inkml:trace>
  <inkml:trace contextRef="#ctx0" brushRef="#br0" timeOffset="18725">3531 264,'0'0,"-53"89,0-1,0-18,18 18,0-17,0 35,35-71,0 0,-36 54,36-36,0-36,0 36,0-35,0 17,0-17,0-1,0 1,18-18,0 0,35 0,35 0,18 0,-18 0,0 0</inkml:trace>
</inkml:ink>
</file>

<file path=ppt/ink/ink5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9:12.29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230 53,'18'0,"35"0,0 0,0 0,-36 0,36-35,0 35,-35 0,17 0,-17 0,-1 0,-17-18,18 18,0 0,-1 18,-17 0,0 17,35 18,-35 35,0-35,18 0,-18 53,0-18,0 18,0-18,0 18,0-18,0-17,0-18,-35-1,17 1,-17-35,35 17,0-17,0 0,-53-18,35 0,-35 0,1 0,16-18,-17 0,18 1,0-1,-18 0,18 18,17-35,0 35,-17 0,17-18,-17 1,17-1,-17 18,35-17,-35-1,35 0</inkml:trace>
</inkml:ink>
</file>

<file path=ppt/ink/ink5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0:34.52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4374 1287,'53'0,"-35"53,17-35,18 35,-35-35,35-18,-53 17,17-17</inkml:trace>
  <inkml:trace contextRef="#ctx0" brushRef="#br0" timeOffset="1250">5309 3933,'-17'-35,"-89"0,-18-53,36 70,-53-17,35-1,36 1,-71 0,52 35,-34-53,-1 35,-17-17,35 0,-88-1,53 36,36-35,-37 35,54 0,35-35,0 35,-35 0,-35 0,-1 0,-70 0,53 0,-18 0,89 17,-36 19,71-19,-36-17,53 18,-34 0,16 35,1-18,-18 53,0-17,0 17,18-18,17 71,-70-52,53-1,35 53,0-35,0-18,0 18,0-53,0 35,0-70,18 52,34 18,19 1,-53-54,52 53,18 0,-17 18,17 35,36-17,-54-54,36 1,0-1,0 1,-1-1,54 1,-53 0,0-1,17-35,1 1,-18-1,0 0,35-35,35 35,-17 1,17-36,71 0,-71 0,19 0,51 0,-34 0,35 0,-53 0,-18 0,36 0,-53 0,-36 0,18 0,-70 0,35 0,-18-36,18 36,-18 0,-35-17,35-1,-53 1,18 17,-35 0,17-36,18 36,-35-17,0 17,52-36,-35 19,1 17,-1-18,0-17,18 17,-18-17,18 0,-17 17,-1-35,18 35,35-35,-53 18,18-53,-18 35,-17-17,17 17,18-18,-53 36,0 0,53-1,-35-17,-1-35,1 53,0-18,52-71,-52 54,0-1,-18 18,35-35,-35 35,0-35,0 53,17-18,-17 0,0 0,0 35,0-34,0 34,0-35,0 0,0 18,0-18,0 0,0 35,0-17,-35 0,35-1,-35 19,35-1,-18-17,-17 17,35 1,-18-1,-17 18,35-35,-35-1,17 36,-17-17,0-1,35 1,-18 17,0-18,1 0,-19 1,1-19,18 36,-1 0,-35-17,18-1,17 18,0 0,1 0,-1 0,-35-18,53 1,-17 17,-19 0,19 0,-36 0,35 0,-17 0,-18-18,35 18,-35 0,0 0,1 0,34 0,-70 0,35 0,0 0,-35 0,35 0,-35 0,35 0,-53 0,18 0,35 0,-36 0,37 0,-37 0,36 0,-35 0,35 0,-17 0,-1 0,-35 0,53 0,36 0,-1 0,1 0,-19 0,19 0,-19 0,19 0,-19 0,1 18,0-1,0 1,-1 0,-17-18,36 35,-18-17,-1-18,-34 35,34-17,1-18,-18 35,18-18,17-17,-35 36,36-36,-36 17</inkml:trace>
  <inkml:trace contextRef="#ctx0" brushRef="#br0" timeOffset="90418">21625 0</inkml:trace>
  <inkml:trace contextRef="#ctx0" brushRef="#br0" timeOffset="-197552.46">10248 3104,'0'36,"0"52,0-35,0 35,0-71,0 36,0 0,0 0,0-35,0 17,0-17</inkml:trace>
  <inkml:trace contextRef="#ctx0" brushRef="#br0" timeOffset="-197099.46">10407 2487,'35'0,"-17"0,17 0</inkml:trace>
  <inkml:trace contextRef="#ctx0" brushRef="#br0" timeOffset="-196865.46">10478 2487</inkml:trace>
  <inkml:trace contextRef="#ctx0" brushRef="#br0" timeOffset="-179551.46">8925 2522,'0'0,"36"0,-1-35,-18 17,1 1,17-19,-35 19,18-1,-18 0,0 1,18-1,-18 1,0-36,0 0,0 35,0-35,0 18,0 17,0-35,0 36,0-19,-18 19,-17-19,-1 36,19 0,-1 0,-52 18,34 17,-17 18,1 35,16-52,1 34,17-52,-17 0,35 17,0-17,0-1,0 1,0-1,0 1,0 0,0 17,18-17,52 52,-17-52,18 52,-18-34,-18-36,-17 35,34-17,-16-18,-1 52,0-52,18 53,-35-35,17 17,-17-17,-1-18,19 18,-36-1,0 1,17 0,-17 17,-17-35,-19 17,1 1,0 0,-18-18,18 35,-1-35,19 0,-1 0,-35 0,18 0,17 0,1 0,-19 0,19-18,-1 1,0 17,18-36,-17 19,17-18,0-1,35 19,-35-36,18 35,-18-17,17 35,-17-18,0-17</inkml:trace>
  <inkml:trace contextRef="#ctx0" brushRef="#br0" timeOffset="-37167.19">0 2963,'18'-17,"123"69,53 72,-53-18,35 0,-35-18,1 35,-37-52,36-18,-70-18,-53-35,17 35</inkml:trace>
  <inkml:trace contextRef="#ctx0" brushRef="#br0" timeOffset="-12135.19">16263 2875,'-35'0,"35"-18</inkml:trace>
</inkml:ink>
</file>

<file path=ppt/ink/ink5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9:50.30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3704 864,'0'18,"18"35,-1-36,-17 19,35 17,-17-36,-18 19,0-19,35 36,-35 0,0-35,36 35,-36-1,0 1,0-17,0 17,0-36,0 71,0-70,0 35,0 0,0 0,0 0,0 0,0 17,0-35,0 18,0 0,0 0,0 0,0-18,0 1,0-1,0 18,0-35,0 34,0 1,0 0,0 35,0 18,0-18,0 18,0-17,0 69,0-34,-36-1,19-88,17 54,-36-19,36-17,0 35,0-35,0-35,-17 35,17 0,0 35,0-35,-35 0,35 53,-36-53,36-1,0 37,-17-19,17 18,-36 18,36-18,-35 54,0-37,0 54,-1-106,36 88,-35-88,35 0,-18-18,18 18,0 0,-35-35,35-1,0 1,-18 17,18-17,0 0,-35-107</inkml:trace>
  <inkml:trace contextRef="#ctx0" brushRef="#br0" timeOffset="13832">2522 1129,'0'17,"0"19,-18-19,-17 19,18 17,17-36,0 1,0 17,-36-17,36-1,0 36,0 0,0-18,-17 18,17-35,0 35,0 0,0 0,0-18,35 53,-17-52,17 16,-18-16,1 17,-18-36,0 36,0-35,0 35,0 0,0-36,0 36,-53 0,36-35,-36 17,0-17,17 17,-16-17,-1-18,-36 0,37 35,-1-35,-36 0,54 0,17 0,1 0,-18 0,17 0,0 0,1 0,-1 0,36 0,-1 0,71 18,-17 34,35 19,-36 0,19 17,-54 0,-17-17,70 70,-71-36,36 37,-53-37,0 37,0-1,0 0,0-53,0 18,0-53,0 35,0-35,0 0,0 0,0 0,0-36,0 36,0-35,18 17,-18-17,0-54</inkml:trace>
  <inkml:trace contextRef="#ctx0" brushRef="#br0" timeOffset="15662">53 653,'0'0,"35"0,-17 0,35 0,-1 0,-34 0,35 0,-18 0,-17 0,17 17,18 18,0-17,-18 17,-17-17,17 17,-17-17,17 0,-17 17,-1-35,-17 35,18-17,-18-1,0 1,0 17,0-17,-18-18,18 18,-35-1,35 19,-18-19,1 1,-18-18,35 17,0 1,-18-18,0 18,-17-18,17 35,1-35,-19 0,19 0,-1 0,-17 0,17 0,1 18,-19-18,19 0,-1 0,0 0,-34 0,34 0,-17 0,17 0,18-18,-18 18,1 0,-1-18,18 1,-35-1,52 18,1 0,0 18,17-18,-17 0,-1 0,1 0,35 0,-53 17,35-17,0 0,1 0,-19 0,36 36,-35-36,17 0,0 17,1-17,-19 18,36-18,-35 0,35 18,-53-1,17-17,19 18,-19-18,1 0,17 35,-17-35,0 0,17 0,-18 18,1-1</inkml:trace>
  <inkml:trace contextRef="#ctx0" brushRef="#br0" timeOffset="19156">3951 3034,'0'17,"18"-17,-1 0,1 18,17-18,-17 0,-1 0,36 0,0 0,0 0,35 0,-35 0,124 0,-89 0,-35 0,35 0,-35 0,53 0,-53-35,-1 35,1 0,36 0,-54-18,18 18,17 0,-34 0,17 0,-36-35,1 35,17 0,18 0,-53-18,35 18,-17 0,0 0,34 0,-16-17,-19 17,36 0,0 0,35 0,1 0,-36 0,35-18,-18 0,-17 18,0-35,35 35,-35 0,53 0,-18 0,0 0,18 0,-53 0,-35 0,-1 0,19 0,-19 0,1 0,0 0,17 0,0 0,-35-18,18 18,17 0,-17 0,-1 0,19-17,-19 17,1 0,0 0,17 0,-17 0,-1 0,18 0,-17 0,0 0,-1 0,19 0,-19 0,36 0,-35 0,-1 0,19 0,-1 0,0 0,-17 0,17 0,-17 0,0 0,-1 0,1-18,-1 18,1 0</inkml:trace>
  <inkml:trace contextRef="#ctx0" brushRef="#br0" timeOffset="21219">8131 582,'0'35,"0"-17,0 35,0 17,0 1,0-18,0 0,-17 0,-1 35,0-53,18 0,-17-17,17 0,-18 17,18 0,0-17,0 0,0-1,-35 18,35-17,0 0,0 35,-18-18,18 18,0 0,0 0,-17-18,17 0,0 1,-36 16,1 1,35 0,-18 0,18 0,-35 0,35-18,-18 18,18 0,0 0,-35 0,35 0,-35 0,35 17,-18 19,18-1,0-53,0-17,-35-1,35 19,0-19,0 1,0-1,0 36,0 0,0-35,0 17,0-17,0 0</inkml:trace>
  <inkml:trace contextRef="#ctx0" brushRef="#br0" timeOffset="25219">9719 582,'0'-18,"17"18,1 36,-18-19,0 36,0 18,0-36,0 53,0 18,0-53,0 0,0 35,0-70,0 35,0 35,-18-53,1 0,-18 71,17-53,18 0,0-18,0 36,-35-18,35 0,-53 17,53-17,-36 35,36-35,0-17,-17-1,17 0,-36 18,36-35,-17 17,-1 53,1-70,17 70,-36-35,36 0,-17 0,-19 17,36-17,0-35,0 35,-17-18,17 0,0 1,0-1,-18 18,0 70,18-105,-35 35,35 0,-17 0,17 0,0-1,0 1,-36 18,36 17,-35 18,35-53,0 0,0 35,-18-35,18 53,0-53,-35 35,35 0,0 18,0-18,0 36,0-1,0 18,0-53,0-35,0 0,0 0,0-35,0 17,0-17,0-1,0 19,0-1,0 18,0 0,0 0,0 0,0-18,0 18,0-36,0 36,0 0,0-35,0 17,0-17,0 17,0 18,-35-18,35 53,0-70,0 35,0-35,-18-18</inkml:trace>
  <inkml:trace contextRef="#ctx0" brushRef="#br0" timeOffset="27250">7655 2963,'0'18,"0"17,0-17,0-1,0 1,0 0,0 17,0-17,0-1,0 19,0-19,0 1,18 17,-1-17,-17-1,0 1,0 0,0 17,0-17,0-1,0 18,0-17,0 0,0-1,0 19,18-19,-18 1,0 0,0 17,35 0,-35 0,0-17,0 17,0 18,0-35,0 0,0 17,0-18,0 1,0 0,0 17,0-17,0-1,0 19,0-1,18 18,-18-18,0-17,0-1,0 1,0 17,0 18,0 0,0-35,0-1,0 36,0-35,0 17,0 18,0-35,0-1,0 19,0-19,0 1,0 0,0 17,0-18,0 1,0 17,0-17,0 0,0 17,0-17,0-1,0 1,0 17,0-17</inkml:trace>
  <inkml:trace contextRef="#ctx0" brushRef="#br0" timeOffset="132407">7708 2999,'0'17,"0"-34,0-19,0 19,0-1,18 0,-1 18,1 0,0 0,-1 0,-17 18,0 0,0-1,0 1,-17-18,-1 0,0 0,-17 0,17 0,-17-18,0-52,35 17,0-35,0 70,0-35,0 35,17-17,19 35,-19 0,1 0,0 0,17 0,0 35,-35-17,0 0,-17 17,17 0,-36-35,19 0,-36 0,35 0,0-17,18-19,0 19,0-1,0 0,0 1,18 17,17 35,-35 18,18-35,-18-1,0 36,0-18,0-17,0 0,0-1,-18-17</inkml:trace>
  <inkml:trace contextRef="#ctx0" brushRef="#br0" timeOffset="-156537.75">7779 2963,'0'-35,"-18"17,0-17,18 0,0 17,0 0,0 1,0-18,0 17,18-17,17 17,0 0,-17 18,0-17,-18 34,0 1,0 35,0-35,0 17,0-18,0 1,0 17,-18-35,0 0,1 0,-18 0,17 0,0 0,18-17,0-19,-17 1,17 18,0-1,35 18,-17 0,17 0,-18 0,1 0,0 0,35 0,-36 18,-17 17,36-18,-36 1,17 17,-17-17,0 0,0 17,0 18,0-18,-70-17,17 17,17-35,19 0,-1 0,1 0,-19 0,-17 0,36 0,-19-35,1 17,35-17,-18 17,36-17,35 0,0 35,-53-18,53 18,-35-18,-1 18,18 0,1 18,-36 0,0 17,0-17,0-1,0 1,0 17,0-17,0-1,-18-17,0 0,-17 0,18 0,-1 0,-35 0,18-35,35 18,0-19,0 1,0 0,0 17,35 18,-17 0,-1 0,1 0,35 0,-53 18,17-1,-17 1,0 0,0 17,0-17,0-1,0 1,0-1,-17 1,-1-18,-17 35,17-35,1 0,-1 0,-35 0,35 0,-17-53,35 36,0-36,0 18,35-18,36 35,-36-35,-17 53,17 0,-17-18,-1 18,1 0,17 0,-17 0,0 0,-1 36,19-19,-36 1,0 0,35 35,-35 0,0-36,0 36,0-35,-35-1,17 19,-35-19,18 1,-1-18,19 0,-1 0,1 0,-19 0,1-18,0-35,35 0,0 1,0-1,0 0,17 17,19 19,-19 17,1 0,17-36,-17 36,-1 0,1 0,17 0,-17 0,0 0,17 0,-17 18,-18 0,0 17,0 18,-18-18,0-17,-35 17,36-17,-1-1,0 1,1-18,-1 0,-17 0,-18 0,18-18,35-17,-18 0,18 17,0-17,35 35,-17 0,0 0,17 0,-17 0,-1 0,1 0,-1 0,-17 18,0-1,0 19,0-19,0 1,-17-1,-1-17,1 0,-19 0,1 0,17-17,18-1,-35-17,35-18,0 0,0 35,0 1,0-19,18 19,-18-1,17 18,19 0,-19 0,1 0,17 0,0 0,1 0,-36 18,0 17,0-17,0 35,0 0,0-36,-18 54,-17-36,0 0,-54 18,54-17,0-19,-1 1,-16-18,34 0,0 0,18-35,0-18,0 0,53 0,-35 0,70 0,-35 18,-18 17,-17 18,17-35,-17 35,-1 0,36 0,-35 0,35 0,0 35,-36-17,1-1,-18 1,0 0,0 17,0-17,0-1,0 18,-18-17,1-18,-18 18,17-1,0-17,1 0,-36 0,17 0,19 0,-18 0,-1-35,19 0,17 0,0-54,0 72,0-36,0 0,0 18,17 35,1-18,0 18,34 0,-34 18,0-1,-18 1,0 17,17 0,1 1,-18-19,0 19,0-19,-18 19,1-19,-1-17,0 35,1-35,-1 0,1 0,-1 0,0 0,18-17,0-1,0-17,0 17,18-17,0 0,34 35,-52-18,18 18,17 0,-17 0,0 0,-1 0,1 0,0 18,-18-1,0 1,0 35,0-18,0-17,-36 17,1 0,-36 1,19-36,-1 17,53 1,-18-18,0 0,-17 0,0-18,35 1,-18-36,18-18,0 18,0 0,0 0,0 0,0 18,35 35,-35-17,18 17,17 0,1 0,-19 17,-17 1,0 17,0-17,0-1,0 19,0-19,0 1,0 0,-35-18,17 0,1 0,-19 0,36-36,0-34,0-1,0 1,0 34,36 19,-36-1,35 0,-17 18,-1 0,19 0,-1 36,-35-19,0 19,0-19,0 36,0-35,0 35,-35-53,-1 53,-17-53,53 17,-17-17,-19 0,19 0,-1 0,-17 0,0 0,35-17,-18-19,18-17,0 1,0-1,0 35,0-35,35 35,-17 1,-1 17,1 0,0 0,17 0,18 0,-18 0,1 0,-36 17,0 1,0 17,0-17,0 0,0-1,0 19,-18-1,-17-18,-18 1,35 0,-35-18,35 17,1-17,-1 0,18-35,0 17,0 1,0-18,0 17,0-17,18 35,-1 0,19 0,-19 0,1 0,0 0,-1 0,-17 17,0 1,0 0,0 34,0 1,0-17,-17 17,-36-18,17 0,1-17,-18-18,36 35,-19-35,19 18,-1-18,0 0,18-53,36 0,34 0,-17-18,18 36,-36 0,0 35,-17 0,0 0,-1 0,19 0,-19 0,1 0,-1 0,36 0,-53 17,0 1,0 17,0 18,0-35,0 0,-17 35,-19-36,-16 18,16-35,19 18,-1-18,-17 0,17 0,0 0,1 0,-1 0,18-18,-35-34,35-1,0-36,35 19,71-1,-53 18,17 0,-34 53,-19-17,1 17,17-18,-17 18,0 0,-1 0,18 0,-17 0,0 18,-18-1,0 1,0 0,-18 52,-35-17,-17 18,-54-18,36 0,35-36,18 1,-1 17,19-35,-1 0,1-35,17 17,0 1,0-1,0-17,0 17,17 0,1 18,-1 0,1 0,0 0,17 18,0 0,-17-1,0 1,-18 17,17-17,-17 17,0-17,0 17,0-17,0-1,-17 1,-1-18,0 0,-17 0,0 0,17-18,0-35,-17 18,0-18,35-17,0-1,0-35,0 89,0-54,88 18,-70 36,17-1,0 18,-17 0,0 0,-1 0,19 0,16 0,-34 0,17 0,1 18,-19-1,-17 18,0-17,0 0,0-1,0 36,0-17,0-19,0 1,0-1,-35 1,0 17,-18-17,0-18,35 35,-52-17,52-18,0 0,1 0,-19 0,1-35,35-1,0-52,0 18,0-1,0-17,35 53,1 17,-19 18,19 0,17 0,0 0,-36 0,1 0,35 0,-36 35,36 1,-53-19,0 36,18-18,-18-17,0 0,0 35,-18-1,-17-34,-36 53,54-54,-36 1,35-18,-17 18,17-18,-17-18,17 0,18 1,0-19,0-17,0 18,0-18,0 0,53 0,0 36,-17-18,-19 35,1-18,35 18,-36 0,19 0,-19 0,-17 18,18-18,0 17,-18 18,0 1,0 17,0-36,0 1,-18 17,-17 0,17-35,0 18,1-18,-1 0,18 18,-18-18,1 0,-18 35</inkml:trace>
  <inkml:trace contextRef="#ctx0" brushRef="#br0" timeOffset="23712.81">10036 0,'0'18,"18"17,-18-18,0 1,0 17,0-17,0 0,0 17,0-17</inkml:trace>
  <inkml:trace contextRef="#ctx0" brushRef="#br0" timeOffset="25947.81">3069 1746,'0'0,"0"35,0 54,0 34,0 36,0-18,0 53,0-106,0 0,0-35,0-17,0-19</inkml:trace>
  <inkml:trace contextRef="#ctx0" brushRef="#br0" timeOffset="26369.81">3298 1235,'0'0,"18"0,0 0,34 35,-34-17,0 52,-18-52,53 35,-53-36,0 36,0 0,0 0,0 0</inkml:trace>
  <inkml:trace contextRef="#ctx0" brushRef="#br0" timeOffset="26634.81">3386 1975,'36'0,"-19"0,36 0,-35 0,0 0,17 0,-18 0,1 0,17 0,-17 0,0 0</inkml:trace>
  <inkml:trace contextRef="#ctx0" brushRef="#br0" timeOffset="27181.81">3845 1640,'0'36,"0"17,0-1,0 1,0 18,0-36,0 36,0-36,0 18,0 0,0-36,0 1,0 17,-18 18,18-35,0 35,0-35,0 17,0-18,0 1,0 0,0 17,0-17</inkml:trace>
  <inkml:trace contextRef="#ctx0" brushRef="#br0" timeOffset="28088.81">2963 3863,'18'0,"-1"17,1 72,-18 16,0 19,0-18,0 0,0-1,0-69,0 17,0-36,0 1,18 0</inkml:trace>
  <inkml:trace contextRef="#ctx0" brushRef="#br0" timeOffset="29728.81">3580 2487,'-35'18,"18"-1,-1 19,0-1,-17-18,17 36,-17-17,17-1,1 18,-18-36,17 54,18-53,-35 35,35-36,0 19,-18 16,18-34,0 35,0-35,0 70,0-35,-35-18,35 53,0-35,0-35,0 35,0 0,0-36,0 36,0-18,0-17,0 0,0 17,0-17,17-1,-17 19,0-19,0 1,0-1,0 1,18-18</inkml:trace>
  <inkml:trace contextRef="#ctx0" brushRef="#br0" timeOffset="30728.81">2945 3387,'36'17,"-1"1,-17 52,-18-52,35 35,-17-35,-1 35,1-18,-18-18,17 19,1 17,0-36,-1 1,-17 17,18-17,-18-1,0 19,0-19,0 1,18 0,-1-1,1-17,17-35,-35 0,53-1,-53 19,53-54,-35 54,-1-19,1 1,0 0,-18 17,17 1,1-1,-18 0,0 1</inkml:trace>
</inkml:ink>
</file>

<file path=ppt/ink/ink5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3:45.6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1817,'0'0,"35"0,-17 0,0 0,17 0,18 0,-36 0,1 0,35 0,-35 0,34 0,1 0,-17 0,17 0,-36 0,36 0,0 0,-35 0,35 0,-36 0,19 0,-19 0,1 0,17 0,-17 0,35-18,-36 18,71 0,18 0,-35 0,-1 0,72 0,-54 0,18 0,35 0,-18 0,-52 0,70 0,-88 0,-18 0,0 0,-17 0,17 0,-17 0,-1 0,1 0,35 0,0 0,0 0,0 0,0 0,-18 0,18 0,-35 0,-1-17,-17-1,53 18,-35 0,17 0,0-18,1 18,16 0,-34 0,35 0,-35-17,17 17,18 0,-35 0,-1 0,1 0,-1-18,1 1,0 17,-1 0,1 0</inkml:trace>
  <inkml:trace contextRef="#ctx0" brushRef="#br0" timeOffset="1969">423 2875,'18'0,"17"0,53 53,1 35,-1 1,-18 17,1-1,-53-52,-1 35,36-52,-53-19,0 1,18-18,17 0,36-53,-1-17,36-36,-53 18,0 17,53 0,-36 54,-52-19,17 1,18 18,-35-1,-1-17</inkml:trace>
  <inkml:trace contextRef="#ctx0" brushRef="#br0" timeOffset="3328">1676 600,'35'35,"18"53,-18-35,36 53,-36-71,0 36,-17-36,-18-17,18 0,-1-1,1-17,52-53,1-53,17-17,18 17,-18 18,0-36,36-34,-54 87,-17 18,-17 0,-1 0,0 36,-17-18,-1 17,-17 0</inkml:trace>
</inkml:ink>
</file>

<file path=ppt/ink/ink6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4:09.90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461 619,'0'0,"-18"0,-17 0,35-18,17 18,36 0,-35 0,-1 0,19 0,-36 18,0-1,0 1,0 0,0-1,-18-17,-17 0,0 0,-1-17,36-1,0 0,-17 18,17-17,0-18,0-18,0 35,0 0,0 1,0 34,0 1,0 0,0-1,0 1,0 0,-18-18,0 0,1 0,-1 0,-17 0,17 0,0 0,-17 0,0-18,17 0,18 1,0-19,0 19,0-36,0 35,18 18,0 0,-1 0,1 0,17 0,-17 0,17 0,-35 35,35 1,-35-1,0-17,0-1,0 1,0 17,0-17,-17-1,17 1,-18-18,-35 0,35-53,18 18,0-18,0-35,0 35,0 0,36 0,52 0,-70 36,35 17,-36-18,18 18,-17 0,0 0,17 0,18 0,-35 0,-1 18,1-1,-1 1,-17-1,0 19,0 17,0-36,0 36,0-35,-35 35,18 0,-36-36,-18 19,18-1,36-35,-19 17,19-17,-1 0,-35 0,35 0,-35-17,18-36,-18-18,53 18,-17-17,17 17,0-35,0 70,0-17,17 17,1 18,17 0,0 0,18 0,36 18,-72 17,1-17,-18-1,18 1,-1-18,-17 35,0-17,0 0,0-1,0 19,0-1,-35-18,17-17,-17 18,0-18,17 0,0 0,1-18,17 1,0-36,0 18,35 17,-17 0,-1 18,36 0,-35 0,0 0,17 0,0 0,-17 36,17-19,-35 1,18 17,-18 53,0-70,0 0,0 17,0-17,0 34,0-16,-36-19,1 19,17-36,-70 0,53 17,17-17,1 0,-19 36,19-36,-1 0,-17 0,17 0,1 0,-19-18,36-17,-17-1,-1 19,18-19,0-16,0 16,35 19,18-19,-35 36,-1-35,36 35,-35 0,17 0,-17 0,0 0,-1 0,19 35,-19-17,18 17,-35-17,0 35,0-36,0 1,-35 70,18-70,-36 0,35-1,0 1,1-18,-36 18,35-18,0 17,18 1,-17-18,-1-18,18-17,-35 0,35-36,0-70,0 88,70-53,19 18,-1 35,-35 18,0 17,-36 18,19 0,-19 0,1 0,17 0,-17 0,35 0,-36 18,1-1,-18 19,0 17,0 17,0-52,0 35,0-18,-35-17,-18 17,18-17,-18-18,35 17,0-17,-17 0,17 0,1 0,-1 0,-17 0,17 0,1 0,-19 0,36-35,-35-18,35-53,0 53,0 0,35-17,1 35,17-1,-36 19,1 17,-1 0,1 0,17 0,18 0,-17 0,-19 35,18 35,-35-34,36 17,-36-18,0 0,0-17,0 70,0-35,-36-18,-34 36,17-54,-35 36,35-17,18-36,17 17,0-17,1 0,-19 0,19 0,-1 0,-17 0,17-53,1 36,17-36,0-35,0 70,0-35,0 35,17-35,18 36,-17 17,0 0,17 0,-17 0,-1 0,19 0,-19 35,1-35,-18 35,0-17,0 0,0-1,0 19,0-19,0 1,-35 35,17-53,0 17,-17-17,17 0,-17 0,17-17,-17-19,-18-16,18-1,0-18,35 18,0 0,0 0,0 0,0 36,35-18,-17-1,17 36,-17-17,-1 17,1 0,35 0,-18 0,18 0,-35 0,35 17,-36-17,1 36,-1-1,-17 0,0-17,0 35,0-36,0 1,0 0,-52 34,-19 1,-53 0,54-17,17-19,0 18,18-35,17 0,-17 0,35-88,0 35,0-17,106-36,-18 53,-18 0,1 36,-18-19,-35 36,17 0,-17 0,-1 0,1 0,17 0,-17 0,17 0,0 53,-35-35,18 35,-18 0,0 0,0-18,0 18,0-36,-35 1,-1 35,-17-35,1 17,16-18,19-17,-19 0,19 0,-19 0,36-70,0 17,0 0,0-35,36 70,-19 1,1 17,0 0,-1 0,36 0,-18 0,-17 0,17 17,-35 1,0 35,0-18,0 18,0-35,0-1,-17 19,-1-1,-17-35,0 17,-1-17,1 0,17-35,1 18,-19-36,36-36,0 37,0-1,0 0,0 35,18-17,0 35,35 0,-36 0,36 0,-35 0,-1 0,36 0,0 0,-35 53,-18-36,0 1,0 17,0 18,0-35,0-1,0 19,-53-1,18-17,17-18,-17 0,17 0,1 0,-1 0,-17 0,17-36,18-17,0-35,0 53,35-36,1 36,52-18,-71 53,1 0,0 0,17 0,-17 0,17 18,-35 17,0 0,0 1,0-19,-35 36,-1-17,1-1,-18 0,0-17,0 17,18-17,17-18,-17 0,35-36,-18 36,1-53,-19 36,36-71,0 35,0 17,0-16,0 16,18 36,0-17,17 17,-17 0,17 0,-17 0,-1 0,1 35,35 0,-53-17,0 17,0 0,0 1,0-19,0 19,-35-1,17-18,-35 19,18-36,17 17,0-17,-17 18,17-18,1 0,-1-18,-35 1,53-19,-17 1,-1-35,18 52,0 0,0-17,0 17,0 1,0-1,18 18,-1 0,36 0,0 0,-18 0,1 0,-19 18,-17 17,36-17,-36-1,0 19,0-19,0 1,0 0,0 17,-53 18,53-36,-36-17,19 18,-1-18,0 0,1-18,17-17,0 17,17 18,1 0,0 0,17 0,-17 0,-18 36,0-19,0 1,0 0,-36-18,19 0,-1 0,0 0,1 0,-1-18,1 0,17-35,0 36,0-54,35 54,18-19,-18 1,36 35,-54-35,1 35,0 0,34 0,-34 0,35 0,-35 53,-1-18,1 0,-18-17,0 35,0 0,0-18,0 36,-35-54,-36 36,36-53,0 18,17-1,0-17,1 0,-19 0,19 0,-1 0,0 0,1-70,17-89,0 71,0-36,88 36,18 0,-106 35,35 53,0-18,1 18,-19 36,19-1,-19 0,1-17,-1 0,-17 35,0-1,0-16,0-1,0 18,-17 0,-54-36,54 19,-1-36,-17 17,17-17,0 0,-17 0,18 0,-1 0,0 0,-35 0,36-53,17 36,-36-36,36 18,0-18,0 35,0 0,0 1,18 17,0 0,35 0,-18 0,-17 0,34 0,-34 0,17 0,1 17,-36 19,0 17,0-18,-36 0,1 0,0 1,17-19,-35 1,53 0,-17-18,-19 0,19 0,-1 0,0 0,-17 0,35-53,0 0,0 35,0 1,0-1,0 0,35 18</inkml:trace>
</inkml:ink>
</file>

<file path=ppt/ink/ink6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2:06.39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2505,'18'-18,"-1"18,1 0,17 0,-17 0,0 0,-18 35,17-17,-17 0,0-1,0 1</inkml:trace>
  <inkml:trace contextRef="#ctx0" brushRef="#br0" timeOffset="1172">2011 176,'18'0,"-1"0,1 0,-1 36,-17 17,0-1,0 1,0 0,0 0,0 0,0 0,0 0,0 18,0-36,0 18,0 0,0 0,0-1,0 37,0 17,0-54,0 1,0 0,0 0,0-18,0 1,0 52,0-35,0 0,0 17,0-34,0 17,0 17,0-35,0 18,0 0,0-18,0 18,-35 36,35-37,-17 19,-36 17,53-35,-18 0,-17 53,35-53,-36 35,1 18,0-18,17 36,-17-19,17 19,-52-18,70 35,-18-88,-17 35,35-18,-18-34,18-19,0 1,0 0,0 35,0-36,-17 71,-1-88,18 18,0 35,0-18,-18 0,18 18,0 0,0-35,0 17,0-17,0 0,-35 34,35-16,0 17,0-36,0 19,0-1,0-18,0 19,0-19,0 1,0 0,0 17,0 18,0-36,0 1,-18 17,18-17,0 0,0-1,0 19,0-19,0 1,0 17,0-17,0-1,0 1,0 17,0-17,-17-18,17 18,0-1,0 19,0-19</inkml:trace>
  <inkml:trace contextRef="#ctx0" brushRef="#br0" timeOffset="2517">1482 5168,'0'-17,"35"17,-35 17,0 1,0 35,0-18,0-17,0-1,-18 1,1-18,-1 0,-17-35,0 17,35 0,0-17,0 17,17 18,1 0,17 0,-35 18,0 0,0-1,0 1,-53 70,0-88,-35 35,53-35,17 0,0 0,1 0,17-17,0-1,0-17,0 17,0 1,17-1,1 18,17 0,18 53,-35-35,17-1,-35 1,0-1,0-52,0-18,0 36,0-36,18 17,0 36,34 0,-16 0,-1 53,0-53,1 36,-1-36,-18 53,1-36,-18 18,0-17,0 0,0-1,-35-17,0-35,35-18,-18 18,18-18,0 35,0 1,18 17,-1 0,36 0,-35 17,-1 1,19 17,-19-17,1 0,-18-1,0 1,0-1,-18 19,1-36,-19 0,19 0,-36 0,35 0,-17-18,35 0,-35-17,35 18,0-1,0 0,17 18,1 0,0 0,70 0,-71 18,19 35,-19-18,1-17,-18 17,-53-17,35-18,-17 0,17 0,1-18,-36-17,0-18,53 35,0 1,-18-19,18 19,36 17,-1 0,-17 0,-18-36,-18 19,0-1,1 0,17 1,0-18,53 35,-36 0,1 0,17 0,0 0,-17 17,0 1,-18-1,0 1,0 0,0 17,-18 0,0-35,1 0,-36-53</inkml:trace>
  <inkml:trace contextRef="#ctx0" brushRef="#br0" timeOffset="5970">2081 0,'0'18,"0"-1,0 1,0 0,0 17,0 18,0-36,36 1,-36 17,17-17,-17 0,0 17,0-18,0 1,0 0,0 17,-17-35,-1 0,-17 0,35-18,-35-35,35 36,0-1,0 1,0-19,0 19,17-1,1 18,-1 0,36 0,-17 0,-19 0,19 0,-19 35,18 18,-35-35,0-1,0 1,0 17,-17-35,-1 0,1 0,-1 0,-17 0,-18 0,35 0,18-17,35-1,1-17,-19 17,19 18,-19 0,1-17,-1 17,19 17,-1 18,-17-17,-18 17,0-17,-18 0,0-18,1 0,-19 0,19 0,-18 0,17-18,0-17,18 17,0 0,0 1,18-1,0 18,-1 18,-17-1,0 19,0-19,-17 19,-1-36,-35 0,53-36,-18 19,1-1,17 0,0-17,0 18,0-36,0 35,0-17,0 17,17 18,1 0,0 0,-1 0,36 0,-35 18,-1-18,-17 17,0 1,0 0,0 17,0-17,0-1,-17 1,-1-18,1 0,-1-18,18 1,0-19,0 19,0-1,18 18,-1 0,1 0,17 0,-35 18,0 17,0-17,0-1,0 1,-18-18,18-18</inkml:trace>
  <inkml:trace contextRef="#ctx0" brushRef="#br0" timeOffset="132860">1535 5609,'0'-17,"0"-19,0 19,0-1,0-17,0 17,17 0,1 18,0 0,17 0,-35 53,0-35,0 35,0 0,-18-53,1 0,-1 0,-35 0,35 0,-35-18,36-35,-18 18,35 17,-18-35,18 36,0-36,0 18,0 17,0 0,0-17,18 35,17 0,18 0,0 0,-36 0,19 0,16 0,-16 0,-19 18,1-1,0-17,-18 18,0 17,0-17,0-1,-53-17,35 0,0 0,-17 0,0-35,35 18,-18-1,18-17,0-18,0 0,0 35,0 1,0-1,18-35,0 35,17 18,-18 0,1 0,17 0,-17 0,0 0,17 0,-35 18,0 35,0-35,0 34,0-34,0 35,0-18,-18 1,-17-1,-71 0,53 0,0 1,36-36,-1 0,-17 0,0-18,17-35,18 18,0-53,0 17,0 36,0-18,18 18,-1-1,18 36,-17 0,0 0,35 0,-36 0,36 0,-18 0,-17 18,0-18,-1 35,-17 18,18-18,-18 1,0-19,0 1,0 17,0-17,-18 17,-35-35,1 35,34-35,-17 0,17 0,0 0,-17 0,0-17,35-18,0-18,0 35,0-35,0 35,0-34,0 34,17 0,19 1,-19 17,1 0,17 0,18 0,-18 0,-17 17,0 19,-1-36,-17 52,0-16,0-1,0 0,0 1,-35-19,0 1,35-1,-35-17,17 0,0 0,-35 0,36 0,-36-35,53-18,0 0,0 0,0 18,0 0,17 17,19-35,-19 53,19 0,-19 0,36 0,-35 0,-1 0,19 0,-19 0,54 53,-36-35,-35 0,0-1,18 1,-18 17,0-17,0-1,0 19,0-19,-18 19,-70 16,53-34,-53-18,70 18,-35-18,18 0,17 0,-35 0,36 0,-19 0,1 0,35-18,0 0,-18 18,18-17,0-18,18 35,0 0,-1 0,19 0,-19 0,18 0,1 17,-19 1,-17 17,0-17,0-1,0 1,-35-18,17 0,-34 0,-1-18,35-52,18 52,0 1,-35-19,35 19,0-36</inkml:trace>
</inkml:ink>
</file>

<file path=ppt/ink/ink6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7:56.64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0 300,'53'-18,"-17"1,-19 17,71 0,-17-18,-36 18,18 0,53 0,0 0,17 0,18 0,0 0,53 0,1-53,-54 53,35 0,-17 0,17 0,-35 0,-53 0,54 0,-90 0,54 0,-17 0,-37-18,1 18,36 0,-37-35,1 35,0 0,0 0,0-17,-18 17,18 0,-17-18,-36 0,35 18,-17 0,34 0,-34 0,0 0,52-17,-52 17,17 0,0-36,1 36,17 0,-36-17,1 17,0 0,-1 0,1 0,-1-18,1 18,-18 35,0 54,0 16,-18-16,1-19,-18 18,-1-17,36-18,-17-36,17 1,0 35,0-18,0-17,-36 0,36 17,0 0,18-35,-18 18,0-1,-35-17</inkml:trace>
  <inkml:trace contextRef="#ctx0" brushRef="#br0" timeOffset="1857">18 759,'0'0,"0"17,0 36,0 0,0-35,0 17,0-17,0-1,0 1,18 0,-1-18,1 0,35 0,-18-18,0 0,36 18,-36 0,36-17,-18 17,0 0,-36 0,1 0,35-36,17 36,-17 0,18-17,-36 17,53 0,-52-18,-19 0,1 18,35 0,0 0,-36 0,36 0,35-17,-35 17,0-36,0 36,0 0,-18 0,18 0,-53-17,18 17,17 0,0 0,18-35,0 35,0 0,35 0,18-36,-53 36,35 0,1 0,-37 0,37 0,-36 0,-1 0,54 0,-17 0,-19 0,1-35,-18 35,-1 0,-34 0,35 0,-18 0,-17 0,35 0,-36 0,36 0,-17 0,-19 0,1 0,0 0,17 0,-17 0,34 0,-34 0,0 0,17 0,-17 0,35 0,-36 0,18 0,-17 0,0 0,-1 0,36 0,-17 0,-19 0,1 0,17 0,-17 0</inkml:trace>
</inkml:ink>
</file>

<file path=ppt/ink/ink6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7:20.87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84,'0'17,"89"0,52-17,35 0,71 0,35 0,-35 0,88 0,-52 0,16 0,-69 0,-1 0,36 0,-71 0,17 0,1 0,0 0,-1 0,-17 0,-17 0,-1 0,-35 0,18 0,-53 35,35-35,0 35,0-35,-35 35,17-35,-17 0,-18 0,-17 0,17 0,18 0,-53 0,35 0,0 0,1 0,52 0,-18 0,1 0,17 0,17 0,-34 0,17 0,-53 0,53 0,0 0,1 0,16 0,-18 0,-51 0,52 0,-88 0,35 0,-53 0,0 0,18 0,0 0,0 0,0 0,0 0,0 0,-18 0,18 0,0 0,0 0,-35 0,34 0,1 0,0 0,0 0,0 0,0 0,0 0,-35 0,-1 0,36 0,-18 0,18 0,-35 0,17 0,36 0,-54 0,19 0,-19 0,1 0,0 0,35 0,-18 0,18 0,-36 0,36 0,-35 0,0 0,17 0,-17 0,-1 0,18 0,-35 17,0 0,36 19,34 85,-70-17,36 35,34 35,-35 17,1-34,-1 34,53 0,-88-52,35 52,1-69,-36 17,35-18,-35-33,35 68,-35-70,0 2,0 68,0-104,0 36,0-2,0-17,0 54,0-71,0 0,0 35,0-35,0-35,0 35,0-17,0-18,0 1,0-1</inkml:trace>
  <inkml:trace contextRef="#ctx0" brushRef="#br0" timeOffset="43276">15716 5681,'0'0,"35"0,0 34,-17-17</inkml:trace>
  <inkml:trace contextRef="#ctx0" brushRef="#br0" timeOffset="51985.27">14022 3629,'0'0,"71"70,-36-53,-17 1,-1 16,19-16,-19 16,19-16,-19 17,1-18,17 0,-17 19,35-20</inkml:trace>
  <inkml:trace contextRef="#ctx0" brushRef="#br0" timeOffset="54203.27">12382 3351,'0'53,"0"-19,-35 18,35 0,-36 18,36-35,-17 17,17-35,-36 35,36-16,0-20,-17 54,17-53,0 1,0 0,0-2,-18 37</inkml:trace>
  <inkml:trace contextRef="#ctx0" brushRef="#br0" timeOffset="55688.27">12682 3734,'0'0,"0"17,0 0,0 19,0-20,0 37,0-36,0 36,0-19,0 53,0-35,0 0,-18 35,18-17,0-36,0 53,0-52,0-18,0 1</inkml:trace>
</inkml:ink>
</file>

<file path=ppt/ink/ink6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1:28.32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0,'0'0,"53"124,-18 35,0-18,-35 53,0-53,0 0,0-35,0-18,0-35,0-36,18-17</inkml:trace>
</inkml:ink>
</file>

<file path=ppt/ink/ink6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1:29.38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53 300,'35'71,"-35"105,0-17,0-18,0-35,0 35,0-88,0-35,0 34,0-34,17 0,-17-54</inkml:trace>
  <inkml:trace contextRef="#ctx0" brushRef="#br0" timeOffset="500">282 159,'0'0,"35"0,-17-18,-1 18,1-17,0 17,17-35,-17 35,70 0,0 0,71-36,-18 1,53 35,-18 0,-35 0,1 0,-19 0,0 0,1 0,-18 0,0 0,35 0,-53 0,53 0,0 0,-35 0,-18 0,0 0,18 0,-18 0,18 0,-53 0,35 0,1 0,16 0,-34 0,-1 0,19 0,16 0,-52 0,36 0,-36 0,35 0,-35 0,0 0,-1 0,19 0,0 0,-54 0,36 0,35 0,-52 0,17-18,-36 18,1 0,-1 0,-17 36,0 17,0 17,0 1,0-18,0 35,0-35,0 0,0-36,0 36,0 0,0-18,0-17,0 35,0 0,0-36,0 1,0 17,0-17,0 0,0 17,0-17</inkml:trace>
  <inkml:trace contextRef="#ctx0" brushRef="#br0" timeOffset="1969">0 1359,'0'0,"17"0,36 0,35 0,-35 0,88 35,-52-35,52 0,0 0,53 0,18 0,-54 0,36 0,-53 0,1 0,-1 0,-53 0,53 0,-35 0,0 0,-1 0,1 0,0 0,-53 0,71 0,-19 0,-16 0,-19 0,-17 0,18 0,-19 0,-34 0,17 0,18 0,-35 0,0 0,35 0,-1 0,-16 0,17 0,-53-18,35 18,0 0,0 0,1-35,17 35,-36 0,36 0,-35 0,17-18,-17 18,-1 0,36 0,-17 0,-19 0,36-35,-35 35,17-18,-17 18,-1-35,19 35,-19-18,1 18,17 0,-17-17,-1 17,19 0,-19-35,1 35,17 0,-17 0,0 0,17 0,0 0,0 0,-17 0,0 0,-1 0,19 0,-19 0,1 0,0 0,-18-36,0 19,17-1,-17-17,0-18,18 18,17-18,-35 0,0 35,18-35,-18 35,0-17</inkml:trace>
  <inkml:trace contextRef="#ctx0" brushRef="#br0" timeOffset="3829">1287 459,'36'35,"16"18,19 18,17 52,-35-52,-18-18,18 0,-35-36,0 19,-1-1,19-18,-36 1,17-18,-17 18,35-1</inkml:trace>
  <inkml:trace contextRef="#ctx0" brushRef="#br0" timeOffset="4454">1746 512,'-18'53,"-17"-18,0 36,-18-36,53 18,-35-36,17 19,-17-1,-18 0,17 1,36-1,-35-17,35-1,-18 1,18-1,-17 1,17 0,-35 17</inkml:trace>
</inkml:ink>
</file>

<file path=ppt/ink/ink6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2:45.95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0,'0'0,"35"53,18 35,-36-71,19 19,-36-1,17-35,1 18,17 52,-17-17,0-18,17-17,-18 17,1-35</inkml:trace>
</inkml:ink>
</file>

<file path=ppt/ink/ink6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2:01.15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741 1067,'-88'53,"17"53,18-18,18-35,35 18,-36-1,19-17,17 0,0-35,0 17,0 0,17 1,19-19,-36 1,17-18,36 0,-17 18,-19-18,36 0,-35 0,35 0,17 0,-52-36,52 19,-34-19,17 19,-36-1,19-35,-36 18,0 17,0 1,0-19,0 19,0-19,0 1,0 17,0-17,0-18,0 36,0-1,0-17,-18 35,-17 0,17-36,0 36,-17 0,17 0,1 0,-1 0</inkml:trace>
  <inkml:trace contextRef="#ctx0" brushRef="#br0" timeOffset="938">1446 961,'0'18,"0"53,0-1,0 18,0-35,0 0,-35 53,35-53,-35 0,17-18,18 0,0-17</inkml:trace>
  <inkml:trace contextRef="#ctx0" brushRef="#br0" timeOffset="1500">1834 1156,'-17'35,"17"53,0 18,0-53,0-36,0 1,0 17,0-17,0 0,17-18,1 0,35 0,-18 0,36 0,-36-53,0 17,-17 1,0 0,-1-18,-17 18,0 17,0 0,0-35,-17 53,-19-35,19 18,-36-1,17 0,19 1,-18 17,17 0,0 0,-17 0</inkml:trace>
  <inkml:trace contextRef="#ctx0" brushRef="#br0" timeOffset="2266">2293 1050,'18'0,"-18"17,0 19,0 17,0 17,0 1,-53 34,0-34,-35 52,88-87,0-19,70 1,54-71,52-70,-70 87,17-34,-52-1,-36 36,0 17,-17-52,-18 17,0 35,0 1,0-36,0-18,0 53,-35 1,17-1,0 1,1-1,-18 0,17 1,0-1,1 18,-1 0,-17 0</inkml:trace>
  <inkml:trace contextRef="#ctx0" brushRef="#br0" timeOffset="2953">3016 1067,'0'0,"18"18,-18 53,0 52,0-52,0-1,0-52,35-1,18-17,35 0,53-17,-53-36,-52 18,17-18,-36 35,-17 0,0-35,0 18,0-18,0 36,0-1,0 0,0-52,-17 34,-19 19,19 17,-1 0,0 0,-17 0,18 0,-1 0</inkml:trace>
  <inkml:trace contextRef="#ctx0" brushRef="#br0" timeOffset="3563">3898 979,'0'35,"0"54,0-36,0-1,0 1,0-35,35-18,-17 0,0 0,35 0,-1 0,19-53,-36 18,-35-18,18 0,-18 0,0 0,0-17,-35 17,35 35,-18-53,0 54,1 17,-19 0,19 0,-18 0,35 35</inkml:trace>
  <inkml:trace contextRef="#ctx0" brushRef="#br0" timeOffset="4156">4410 732,'35'0,"-35"53,0 18,0-18,0-1,0-34,0 17,35-35,18 0,18 0,-18-35,17 0,18-18,-70 35,0-35,-18 36,0-1,0-35,0 18,0 17,0-17,0 0,-36-1,19 19,-19-36,19 35,-1 1,0 17,1 0,-18 0</inkml:trace>
  <inkml:trace contextRef="#ctx0" brushRef="#br0" timeOffset="6922">5486 591,'-18'0,"0"53,18 35,0-35,-35 35,35-35,0 18,0-54,18-17,-1 0,1 0,0 0,17 0,-18 0,54 0,-53-35,-1 17,72-34,-89 34,17-53,-17 54,0-1,0 0,0 1,0-18,0 17,0 0,0 1,0-19,0 19,-17-1,-1 18,0 0,-35 0,53-18,-17 18,-19 0,19 0,-1 0,0 0,-17 0,18 0</inkml:trace>
  <inkml:trace contextRef="#ctx0" brushRef="#br0" timeOffset="8046">0 2284,'18'0,"87"0,72 0,34 0,54 0,-36 0,-52 0,-36 0,53 0,-53-35,0 35,-17-35,52 35,-17-35,17-1,-17 36,-36 0,1-35,-1 35,18-35,-17 17,-1 0,-17-17,-18 35,-35 0,18-17,-36-1,0 18,18-18,18 1,-54-1,36 0,36 1,-37 17,1 0,-17 0,-19-18,54 18,35-35,-36 35,36-18,-71 1,18 17,0 0,0-18,18 18,-36 0,18 0,0 0,0 0,0 0,17-35,-52 35,70 0,-53-18,1 18,16 0,1 0,-17-35,17 35,-1 0,-16 0,-1-18,0 18,18-35,-35 35,0 0,34-18,-16 0,-19 1,19 17,-1-18,0 1,-35-1,18-17,17 17,-17 0,-1-17,19 0,-19 17,1-17,0 0,-18 17,52-53,-34 36,0 0,-18 17,0-17,0 17,0 1,0-36,0 35,0-17,0 0,0-1,0-17,0 18,0 0,0-18,0 35,0-35,0 18,0 17,0 1,-36-18,19-1,-18 19,17-19,-17 19,35-19,-36 36,19-17,-19-1,1 0,0 1,0-1,-1 1,-17-1,1 18,16 0,-17-18,18 18,-53 0,35 0,0-35,-53 35,18 0,-18-35,18 35,-18 0,0-36,53 36,-35-35,0 35,35 0,-53-17,53 17,-35-36,0 36,-18 0,18 0,35 0,-35 0,35 0,0 0,0 0,-35 0,35 0,0 0,-18 0,1 0,17 0,-35 0,-18 0,53 0,-18 0,19 0,-19 0,18 0,0 0,0 0,-35 0,18 0,-1 0,18 0,18 0,-1 0,-16 0,-37 0,-16 0,16 0,-16 0,-1 0,-18 18,18-18,-35 70,-17-34,16-1,37 0,16 1,-34-19,88 1,-18-18,53 17,-18-17,-35 36,-17-36,52 17,0-17,-35 36,36-19,-19 1,1 17,-18 18,36-18,-19-17,19 17,-19 18,1 0,35 18,-35-1,0 1,17-36,-17 36,-1-18,36 0,0-1,-17 1,17 0,0 0,0 0,0 0,0-35,0 35,0-18,0 18,0-36,0 36,0 0,0-35,0 0,0 34,0-16,0-19,35 19,-35-1,18-35,-1 35,1-35,-18 18,18 17,-1-17,1-1,0-17,-1 18,1-18,-1 18</inkml:trace>
</inkml:ink>
</file>

<file path=ppt/ink/ink6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9:51.0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215 601,'0'-18,"-36"18,19 53,-19 0,36-35,-17 17,-18 18,35-36,0 19,-36 17,19-36,17 36,-18-35,18 17,0-17,0-1,18 19,-1-19,-17 1,0 17,18 18,0-35,-18-1,17 1,1-18,-18 18,17-1,1-17,35 0,-18-17,1-1,-36 0,17 18,19-17,-36-1,17 18,1-18,-1-17,1 35,0-18,17-17,-35 18,0-19,35 1,-35 17,18 1,0-1,-18 0,0 1,0-1,0 1,0-1,0 0,0 1,-18-1,18 0,-18 1,1 17,-19-18,19 0,-1 1,0-1,1 18,-1-17</inkml:trace>
  <inkml:trace contextRef="#ctx0" brushRef="#br0" timeOffset="2282">1220 1077,'18'-35,"17"-1,-35 19,18-1,-18-17,17 0,1 17,0 18,-18-18,17 18,18 0,-17 0,17 18,36 17,-71 0,35 1,-17-19,0 1,-1 17,1-35,-1 18,1-18,0 0,17 0,0 0,-35-18,18-17,-18 17,18-17,-1 17,-17 1,0-1,0 1</inkml:trace>
  <inkml:trace contextRef="#ctx0" brushRef="#br0" timeOffset="3297">2296 724,'35'-35,"-17"35,35-35,0 35,53-18,-53 18,-1-35,1 35,-35 0,0-18,17 18,-17 0,-1 0,19 0,16 0,-52 18,36-1,-19 19,19-19,-36 1,0 17,0-17,17-1,-17 19,0 17,0-36,0 54,0-54,-35 19,35 17,-35 0,-36-1,54-16,-54-1,-17 18,35-18,18-35,-18 18,0 17,35-35,-17 18,0-1,17 1,0-18,-17 0,17 18,1-18,-1 0,-17 17,17-17,71 0,53 0,-18 0,0 0,18 0,-53 0,18-17,-1-1,-35 18,1 0,-1 0,18 0,-35 0,-1-18,1 18,17 0</inkml:trace>
  <inkml:trace contextRef="#ctx0" brushRef="#br0" timeOffset="7313">3425 19,'18'-18,"-1"18,1 18,0 17,-18 18,0-36,0 36,0-35,0 0,0 35,0 35,0-35,0 52,0-16,0-36,0-36,0 1,0 35,0-36,0 19,-18-36,18-36,0 19,0-1,0-17,0 17,0 1,35-36,-35 17,0 19,0-1,0-17,18 35,-1 0,-17-18,18 18,-18-17,18 17,-1 0,1 0,17 0,1 35,-19 18,-17 0,35 0,-35 0,0-1,0 1,0-35,0 17,0-17,0 0,0-1,18-17,-18 18,35-18,1 0,-19-18,-17-35,36 18,-36 17,0 1,0-1,0-17,0 17,0 1,0-19,0 19</inkml:trace>
  <inkml:trace contextRef="#ctx0" brushRef="#br0" timeOffset="9767">3954 1147,'53'0,"53"0,-18 0,-35 0,-18 0,-17 0,0 0,-1 0,18 0,-17 0,0 0,17 0,-17 0</inkml:trace>
  <inkml:trace contextRef="#ctx0" brushRef="#br0" timeOffset="10251">4713 477,'0'35,"0"54,0-1,0 18,0-53,-18 0,0 17,18 1,0-36,-17 0,-1-35,0 53,18-18,-35-17,35 0</inkml:trace>
</inkml:ink>
</file>

<file path=ppt/ink/ink6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1:26.0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0,'0'0,"71"89,-1 34,1-17,-71-18,53 53,-36-35,19-35,-1 34,-35-52,35 0</inkml:trace>
  <inkml:trace contextRef="#ctx0" brushRef="#br0" timeOffset="-44315.73">547 124,'18'0,"-1"0,36 0,35 0,-52 88,34-35,18 53,-35-36,-17 19,-1-1,18 35,-36-35,19-35,-1 0,-17-17,-18 16,17-34,18 35,-35-18,36 18,-36-18,17-17,-17 0,18-18</inkml:trace>
</inkml:ink>
</file>

<file path=ppt/ink/ink7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2:47.37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8837 2029,'0'0,"71"141,-1-71,-17 54,0-36,0-35,-35 35,17-53,-35-17,53 35,-53 0,18-53,-18 17,17 1,1-18,-18 18,0 17,18-17,17 34,-35-16</inkml:trace>
  <inkml:trace contextRef="#ctx0" brushRef="#br0" timeOffset="1438">8149 0,'18'0,"-18"35,-18-35,1 0,-1 36,0-36,18 17,-17-17,-1 36,1-19,-19 18,19-17,-19 0,19 17,-1-35,0 35,18-17,-17 17,17-17,-35-1,35 19,-36-1,-17 0,53-17,-17 0,17 17,-18-35,-17 17,35 1,-35 17,17-17,18 17,-18 1,18-19,0 1,0 17,0-17,0-1,-17 19,17-19,0 1,0 17,0 1,0-1,-36 18,36-36,0 36,0 0,-17-35,17 17,0 18,0-18,0 1,-36-19,36 36,0 0,0 0,0-18,-17 36,17-36,0 18,0-35,0 35,-36 52,36-52,0 0,0-35,0 35,0-36,0 36,0 0,0 0,0-35,0 35,0-18,0-17,0 17,0 0,18-17,17 17,-35-17,0-1,18 19,0-36,-1 0,19-18,-1 0,0 1,36-1,-18 0,-18-17,-17 18,17-36,0 35,0-17,1-1,-19-16,19 34,-36-35,52 18,-52 17,0 0,18-34,17 16,-35-17,0 36,18-19,-18-17,0 1,18 34,-18 0,35-35,-35 18,0 17,35-34,-35 16,0-17,0 36,0-19,0 1,0 18,18-19,-18 19,0-36,0 35,0-17,0 17,18-17,-18 17,0-17,0 0,0 17,0 0,0 1,0-19,0-16,0 34,0 0,0-17,0 17,0 1,0-36,0 0,0 35,0-17,0 17,0 1,0-1,0-35,0 35,0-17,0 18,0-1,0 0,-18-17,18 17,0 1,0-19,-35 19,35-1,0-17,-18 0,18-1,0 19,-18-1,1-17,-1 17,0 1,1-1</inkml:trace>
  <inkml:trace contextRef="#ctx0" brushRef="#br0" timeOffset="6222">2734 2858,'18'-18,"0"18,34 123,-16 36,-36-18,0 89,0-89,0 35,0-70,0 0,0-53,-18-36,18 19</inkml:trace>
  <inkml:trace contextRef="#ctx0" brushRef="#br0" timeOffset="6597">3457 3563,'0'0,"18"-18,17-17,18 0,0 17,0-70,-18 70,36 1,-36-36,18 35,-18 1,36-19,-53 36,17 0,-17 0,52 0,-17 0,18 0,52 89,-88-37,36 19,-53-53,17 17,-18 0,-17-17,18-18,0 35,17-35,-17 0,35 0,-18-35,0 0,-17-1,17 1,-35 17,0-35,18 36,-18-1,0-17,0 17,0-35,0 36,0-19,0 19</inkml:trace>
  <inkml:trace contextRef="#ctx0" brushRef="#br0" timeOffset="7753">5521 2822,'18'0,"35"18,-53 70,17 18,-17-18,0 53,0-35,0-53,0 35,0-35,0 0,0 0,0-35,0-1,0 18,0-52,0-1,0 1,0-1,0-17,-17 17,17 0,0 1,0-19,0 19,0-1,0-17,0 17,0 1,0-1,0-35,35 35,-35-17,18 18,-18-1,17-17,19 17,-36-17,17 17,-17 0,18-17,-18 17,0 1,0-1,0 1,0-19,0 19,0-1,0-17,35 17,-35 0,0-17,0 18,0-1,0 0,0-17,0 17,0-35,0 36,0-1,0-17,0 17,0 1,0-19,0 19,0-19,0 19,-17 17,-1 0,-17 0,17 0,0 0,1 0,-19 0,1 0,35 17,-18 1,-17 53,35-54,-17 54,17-36,0-17,-36 17,36 18,0 0,0-36,0 36,0-35,0 35,0-18,0-17,0-1,0 36,18-17,0 17,17-36,18 19,-36 34,1-52,0-1,-18 54,53-71,-36 106,-17-89,36 1,-19 53,-17-19,0-34,0 0,0-1,0 36,0 0,0-17,0 16,0-34,0 17,-53 1,36-19,-36 19,35-36,-35 0,-17 17,17-17,0 0,0 0,35 0,-35 0,36 0,-36 0,17-35,-16-18,-37-35,19 17,34-17,36-18,0 53,0 0,0 0,0 36,0-54,71 36,-36 17,1 18,17-35,-18 17,-18-17,1 35,17 0,-17-17,0 17,17 0,0-18,0-17,-17 35,17-18</inkml:trace>
  <inkml:trace contextRef="#ctx0" brushRef="#br0" timeOffset="14741">1905 5098,'36'-18,"16"18,37 0,87 0,18 0,35 0,1 0,-19 0,1 0,-18-35,-88 35,53 0,-1-36,36 1,-17 35,-18 0,-18-35,0 35,53-53,-53 18,0 35,-53-18,36 18,-71 0,17-35,1 35,-36-18,-17 18,-1 0,1 0,17 0,18 0,-35 0,-1-35,72 35,-37 0,1-18,36-17,-19 35</inkml:trace>
  <inkml:trace contextRef="#ctx0" brushRef="#br0" timeOffset="-126927.73">1253 4286,'0'0,"88"159,-53-88,0 87,1-69,-1 16,-35-52,35 0,-35 0,0-18,0-17,18 17,-18-17</inkml:trace>
  <inkml:trace contextRef="#ctx0" brushRef="#br0" timeOffset="-126240.73">2364 3140,'0'0,"0"106,17-36,1 1,-18-36,0-17,0-1,0 19,18-1,-18 0,0-17</inkml:trace>
  <inkml:trace contextRef="#ctx0" brushRef="#br0" timeOffset="-125130.73">36 4269,'-36'0,"36"17,18 19,35-36,106 35,35 0,70-35,-52 0,-36 0,-141 0,-17 0,0 0,-18-35,0-18</inkml:trace>
</inkml:ink>
</file>

<file path=ppt/ink/ink7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7:18.31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336 52,'17'71,"19"70,-1 53,-35 35,0 36,0-18,-18 0,-70-35,53-1,-36-17,36-35,-53-18,70-35,18-53,0-35,0 34,0-34,0-53</inkml:trace>
  <inkml:trace contextRef="#ctx0" brushRef="#br0" timeOffset="1375">0 2628,'36'-18,"-1"36,-17 70,35 35,-18-34,-35 69,0-17,0 1,35-1,-35-53,0-18,0 19,0-72,0 1,0 0,0 17,0-53,0-35,0-70,0 35</inkml:trace>
  <inkml:trace contextRef="#ctx0" brushRef="#br0" timeOffset="6781">441 1587,'18'-18,"70"-17,36 35,-18 0,-1 0,-16 0,16 0,-52 0,0 0,0 0,0 0,0 0,-35 0,35-17,0 17,-36 0,18 0,-17 0,0-36,17 36,0 0,1 0,-19 0,1 0,35 0,-18 0,18 0,-35 0,-1 0,18 0,-17 0,17 0,1 0,-19 0,1 0,0 0,35 0,-18-17,0 17,0 0,18-36,0 36,0 0,-18 0,18-17,0 17,0 0,-18-18,1 0,17 18,-36 0,19 0,-19-17,1 17,-1 0,1 0,35 0,-53 17,18-17,17 0,-17 0,-1 0,18 0,-17 0,0 18,-1-18,1 0,17 0,-17 0,0 0,17 0,18 0,-36 0,1 0,0 0,17 0</inkml:trace>
  <inkml:trace contextRef="#ctx0" brushRef="#br0" timeOffset="8360">3511 141,'17'0,"-17"35,0-17,0 35,0-1,0 1,0 0,0 18,0-18,0-18,0 18,0 35,0 18,-17-53,17 0,-18 17,18-52,0 17,0 1,0 16,0 1,-35-35,35 35,0 0,-18-18,18-17,0-1,0 36,-35 0,35 0,0 0,-35 35,35-35,-18 53,-17 17,35-87,0 52,-36 18,1-53,0 53,35-54,0 37,-36-36,36-36,0 36,0 35,-17-17,17-18,0 0,0 0,0 0,-35-18,35 0,0-17,0 35,0-18,0-17,0 34,0-34,0 17,0-17,-18 17,18-17,0 0,-35-1,35 19,0-19,0 1,0-1,0 1</inkml:trace>
  <inkml:trace contextRef="#ctx0" brushRef="#br0" timeOffset="9766">4587 264,'0'124,"0"-71,35 35,-35 53,35-18,-35 18,0 1,0 16,0-17,0-35,0 35,0 0,0-52,0 34,0 1,0-54,0 1,0 17,0-35,0 35,0-17,0 17,0-35,0 0,0 35,0-71,0 72,0-36,0-1,0 1,0 0,0 0,0 0,0 0,0 0,0-18,0 1,-17 34,-1-17,-17 0,35 0,-18 0,18-36,-35 19,35-19,0 1,0 17,-18-17,18-1,-35-17,-18-35,-18-18</inkml:trace>
  <inkml:trace contextRef="#ctx0" brushRef="#br0" timeOffset="10610">2893 2839,'0'0,"0"53,18 36,0-19,-18 54,35-72,-35 1,0 0,0-17,0 17,0-1,0-34,0 0</inkml:trace>
  <inkml:trace contextRef="#ctx0" brushRef="#br0" timeOffset="11778">6368 370,'18'0,"17"71,0 17,1 88,-36 36,0-53,0-1,0 36,0-35,0 17,0 1,0-36,0 53,0-53,0 0,0-17,0-54,0-17,0 0,0 0,0 18,0 17,0-18,0 1,0 17,-36-35,36 53,-35-53,35-36,0 36,-18-17,18-19,-17 18,17 18,0-35,0 0,0-71,0 0</inkml:trace>
  <inkml:trace contextRef="#ctx0" brushRef="#br0" timeOffset="12810">6791 1375,'36'0,"17"0,0 0,35 0,0 0,18 0,-18 0,0 0,18 0,35 0,-88 0,35 0,-35 0,0 0,18-17,-54 17,19 0,16 0,1-18,-53 0,18 18,17 0,-17 0,0 0,-1 0,18 0,-17 0,0 0,17 0,-17 0,-1 0,1 0,17 0,-17 0,17 0,-17 0,-1 0,1 0,0 0,17 0,-17 0,-1 0,19 0,-19 0,1 0,-1 0,19 0,-19 0,1 0,0 0,17 0,-17-17,-1 17,1 0,17 0</inkml:trace>
  <inkml:trace contextRef="#ctx0" brushRef="#br0" timeOffset="14591">6756 1375,'71'0,"123"0,17 0,1 0,0 0,17 0,-70 0,-36 0,-35 0,-35 0,-17 0,-19 0,1 0,35-17,-18 17,-17 0,-1-18,19 18,-19 0,1 0,35-35,0 35,0 0,-18-18,-17 18,-1 0,19 0,16 0,-34 0,0 0,-1 0,36 0,0 0,-17 0,-19 0,1 0,-1 0,19 0,-19 0,1 0,17 0,-17 0</inkml:trace>
  <inkml:trace contextRef="#ctx0" brushRef="#br0" timeOffset="15716">9367 0,'17'-18,"-17"71,36 0,-36-36,0 36,0 0,0-17,0-1,0 18,0 0,0-18,0-17,0 34,0 1,0 0,0 0,0 0,0 0,0 35,0-35,0 0,0 35,0-70,0 35,0-18,0-17,0-1,0 36,-18 0,18-18,0-17,0 0,0 70,-18-35,18 0,0 0,0 0,-35 17,35-52,0 35,0 0,-18-18,18 0,0 0,0-17,0 0,0-1,0 19,0 17,0-36,0 19,0-1,0 0,0-17,0 35,0-36,0 36,0-35,0 17,0 18,0-35,0 35,0-1,0 1,0 0,0 36,0-72,0 36,0 0,0 0,0-35,-35 52,35-17,0-35,0 35,0-36,0 36,0-35,0 35,0-18,0 18,0-35,0-1,0 18,-17 1,17-1,0-17,0-1,0 1,0 17,-36-17,36-1,0 19,0-19,0 1,-35 0,-88-18,-107 0</inkml:trace>
  <inkml:trace contextRef="#ctx0" brushRef="#br0" timeOffset="20212">6421 3474,'35'0,"-35"18,18 35,-18-35,0 17,0 18,0-36,0 1,0 0</inkml:trace>
  <inkml:trace contextRef="#ctx0" brushRef="#br0" timeOffset="22681">1076 687,'-17'71,"-71"0,35-36,-35 18,70-36</inkml:trace>
  <inkml:trace contextRef="#ctx0" brushRef="#br0" timeOffset="22977">2029 582,'-18'35,"-70"53,-18-17,-35 35,53-36,17-17,36-18,18-17,-1 17,18-17,88-53,106-36</inkml:trace>
  <inkml:trace contextRef="#ctx0" brushRef="#br0" timeOffset="23259">2646 652,'18'0,"35"18,-71 88,-17-36,0 71,-18-70,17-36,19-17,-54 35</inkml:trace>
  <inkml:trace contextRef="#ctx0" brushRef="#br0" timeOffset="23540">3264 811,'17'0,"1"18,-18-1,0 19,-35 16,-1-34,19 17,17-17,-18 0,18-1,0 19,0-19</inkml:trace>
  <inkml:trace contextRef="#ctx0" brushRef="#br0" timeOffset="24056">4075 1040,'-35'-17,"17"70,124 105,0-52,-53-18,35 1,0-1,-53-53,-17 0,53 18,-54-18,36-35,-53 36</inkml:trace>
  <inkml:trace contextRef="#ctx0" brushRef="#br0" timeOffset="24368">3264 1799,'0'0,"53"0,0 17,52 89,54-18,0 18,-71-70,18 34,-36 1,36-1,-88-52,17-1,-35 1</inkml:trace>
  <inkml:trace contextRef="#ctx0" brushRef="#br0" timeOffset="24634">3387 2592,'0'0,"18"36,88 34,52 19,-87-54,35 18,-18-18,-70 0,-1-35,19 0,-19 0,36 0</inkml:trace>
  <inkml:trace contextRef="#ctx0" brushRef="#br0" timeOffset="25056">5292 1234,'53'0,"35"0,18 0,35 53,36-18,-72 1,1-1,-53-35,-35 35,35-35,-53 18,17 0,1-1</inkml:trace>
  <inkml:trace contextRef="#ctx0" brushRef="#br0" timeOffset="25353">4745 1975,'53'18,"35"-1,89 19,-18-36,-36 35,-35-35,18 0,0 35,-53-35,0 18,0-18,0 0,-36 35,19-35</inkml:trace>
  <inkml:trace contextRef="#ctx0" brushRef="#br0" timeOffset="25618">4957 2540,'35'35,"-17"-35,52 53,36-53,-53 35,53 0,18 1,-36-19,18 1,-18 0,-71-18,1 0,0 0</inkml:trace>
  <inkml:trace contextRef="#ctx0" brushRef="#br0" timeOffset="27775">10019 1023,'0'0,"53"0,35 0,54 0,-37 17,-16 19,16 34,1-35,0 1,-18-1,-17 18,17-36,-70 19,-1-36,19 35,-36 0,17-17,-17 0</inkml:trace>
  <inkml:trace contextRef="#ctx0" brushRef="#br0" timeOffset="28103">10090 1781,'35'0,"18"18,18 17,-18-35,0 0,-1 18,1-18,0 0,0 35,-35-35,35 0</inkml:trace>
  <inkml:trace contextRef="#ctx0" brushRef="#br0" timeOffset="28431">9772 2081,'18'35,"35"1,53-1,-18 0,18 0,0-35,-36 36,18-19,-35 19,-35-36,35 35,-35-35,-1 0</inkml:trace>
  <inkml:trace contextRef="#ctx0" brushRef="#br0" timeOffset="28728">9720 2575,'0'0,"35"53,18-36,0-17,35 71,18-71,-1 35,-52-17,0-18,-35 0,0 0,17 0</inkml:trace>
  <inkml:trace contextRef="#ctx0" brushRef="#br0" timeOffset="29025">9737 2857,'0'0,"71"18,-18 17,52-35,-52 18,0-18,18 0,-36 0,18 35,-18-35,-17 0,0 0</inkml:trace>
  <inkml:trace contextRef="#ctx0" brushRef="#br0" timeOffset="47167">11395 3898,'0'0,"-35"0,17-18,-17 0,35 1,53 17,-53 35,35 0,-35-17,0 17,0 1,0-19,0 1,-53-71,18 0,17 18,18 17,0-35,0 36,0-19,18 36,0 0,35 0,-36 0,18 0,-35 18,0 0,0 17,0 0,-17-35,-36 0,18-70,-1-1,1-52,35 52,0-35,0 71,0 0,18 17,-1 18,1 0,0-18,87 18,-69 0,-1 36,36 34,-54-52,1 17,-18 0,0 18,0 0,0-35,0 35,0-36,-18 19,-88-1,-52 53,69-88,-16 0,52 0,35 0,0 0,1 0,-1 0,18-53,0 0,18 18,-18 17,17 18,1-17,0 17,-1 0,1 0,0 0,17 0,18 0,0 0,-36 0,19 17,-36 1,0 17,0-17,0 0,0-1,0 36,-18-53,0 0,1 0,-36-35,53-53,0 35,0 0,17 0,36 18,-35 17,17 18,18 0,-18 0,18 0,-17 0,-19 53,19-18,-36-17,0 35,0 0,0-36,0 19,-18-19,-35 18,35-35,-17 0,-18 0,36 0,-1 0,-35 0,35-88,-17 35,35-52,0 52,0 35,0 0,0 1,18 17,-1 0,36 0,0 17,-18 1,-17 17,17-17,-17 17,0 0,-18-17,0 35,0 0,0-35,0 34,-53-34,0 17,18-35,17 0,0 0,-17 0,17 0,-35 0,36-35,-36-53,53 0,-35 17,35 18,0 18,35 0,18-18,17 35,-34 18,-1 0,53 0,-35 0,-18 53,18-18,-53-17,18 17,0 1,-1 16,-17-34,0 17,-35 18,0-17,-18-36,35 0,-17 0,17 0,0 0,-17 0,35-53,0 0,0 0,0 35,0 1,0-1,35 18,1 0,-19 18,-17-1,36 71,-36-70,-18 35,-35-18,0 18,-17-53,34 35,19-35,-1 0,-17 0,0-70,35 17,0-71,0 54,0-1,88 1,-53 17,71 35,-71 1,18 17,-18 17,1 1,-1 35,0-18,0 0,-35-17,0 35,0 0,0-18,0 18,-17-18,-36 1,18-36,-36 17,36-17,17 0,0 0,-34 0,16-35,36-18,0-35,18 17,35 54,-36-1,1 18,0 0,-18-18,53 18,0 0,0 0,-18 0,0 36,18-1,-53-17,0-1,0 1,0 17,0 0,0-17,0 0,-35 17,-1 0,-16-17,16-18,1 0,17 0,-35 0,36 0,-1 0,-35-71,53 18,0-35,0 35,0 18,18 0,-1 35,-17-18,36 18,34 0,-17 0,0 0,0 0,-18 18,-17 17,0 0,-1-17,-17 17,18 0,-18-17,0 0,0 17,-18 0,-17-17,-18-18,35 0,1 0,-36 0,35 0,-35-18,53 1,-17-36,17 35,0 0,17-17,1 18,0 17,35 0,-36 0,18 17,-35 18,36 1,-36-19,0 1,0 17,-18-17,-17 0,0-18,17 17,0 1,1-18,-1 0,0 0,-35 0,18 0,0-53,35 35,0 1,0-54,17 71,19 0,-19-35,1 35,17 0,1 0,-19 17,1 19,0-19,-18 1,0 17,0-17,0 0,-36 17,-17 0,18-17,0-1,-1-17,19 0,-1 0,-35 0,36 0,-19 0,1-70,0 17,35-53,0 18,0 35,17 18,54-1,-53 19,-1 17,19 0,16 0,1 0,-17 0,-19 17,-17 1,36 17,-36-17,0 0,0-1,0 36,0-35,-18 35,-53-18,18-17,1-18,-1 35,17-35,19 0,-1 0,-17-35,35 17,0-35,0-35,0 70,0 1,0-36,17 53,1 0,0 0,-1 0,19 0,-19 0,1 0,17 0,-35 17,35 19,-35-19,0 1,0 17,0-17,0-1,-35 54,-18-36,-17-17,34 0,1-1,0-34,0-54,35 18,0-17,0-1,0 36,70-1,-17 19,-35 17,-18-18,35 18,0 18,-17 17,17-17,-35-1,18 19,-1-1,-17 18,0-36,0 36,-52 18,-37-36,1 0,18 1,52-36,18 17,-35-17,35-35,0-18,0-53,0 53,0-17,35 17,18 18,17 17,-52-17,0 35,17 0,-17 0,35 0,-36 0,1 0,35 17,-53 19,0-19,0 1,0 17,0-17,0 0,0 17,-36 0,1-35,18 0,-19 18,-17-18,18 0,17 0,1 0,-18-18,35-35,0 0,0-35,0 70,17-70,1 88,17 0,-17-17,35 17,-18 0,18 35,-36-17,19 17,-19-18,19 19,-36-1,0-17,0-1,0 36,0-35,-18 35,-35-36,-17 19,-1-19,53 1,1-18,17-35,0-18,0-18,53 18,-18 18,0 17,0 18,-17 0,0 0,-18 53,0-17,-71-1,36-18,17 1,1-18,-1 0,0 0,1-35,17-18,0 18,17 17,19 0,-19 18,19 0,-1 0,35 0,-52 18,0 17,-1-17,1 0,-18-1,0 36,0-35,0 17,0 0,-18-17,-17 0,-18 17,0-35,36 0,-1 0,0 0,1-35,-19-71,36 53,18-18,53 1,34-1,-52 54,-17 17,17-36,-36 36,36 0,0 0,0 0,0 18,-18 0,0 17,-17 18,-18-18,0 0,0 1,0-19,0 18,0-17,0 0,-18-1,-17-17,0 18,17-18,1 0,-1 0,-17 0,-18 0,53-88,0 35,0-35,0 35,17 18,19 35,-19-18,1 18,35 0,0 0,-18 0,0 35,1 0,-36-17,0 0,0 35,0-18,0-17,0 34,-36-16,-17-1,-52 0,34-17,36-18,-1 0,19 0,-36 0,18-53,-1 35,36-35,0-35,0 53,0 0,0-1,18 1,0 35,17 0,35 0,-34 53,-1-35,-17-18,35 17,-18 36,-35-35,0 17,0-17,0-1,0 1,0 17,-18 1,-17-36,35 17,-18-17,-17 0,35-35,-18 35,18-53,-17 18,17 0,0-1,35 36,-17 0,-18 18,0 0,0 17,-71-18,36 1,-36 0,36-1,-18 1,53-53</inkml:trace>
  <inkml:trace contextRef="#ctx0" brushRef="#br0" timeOffset="55959">13036 2575,'0'0,"0"70,-106 36,106-18,-106-17,71 17,17 0,-17-35,35 0,0-35,0 52,17-34,19-19,34 72,-34-72,34 71,-17-70,18 17,-54-17,18 0,-17-1,0-17,35 0,-36 0</inkml:trace>
  <inkml:trace contextRef="#ctx0" brushRef="#br0" timeOffset="56302">13776 2822,'0'0,"53"0,18 53,-36-18,0 36,18-1,-35-17,35 18,-35-54,-1 1,-17-1,0 19,0-19</inkml:trace>
  <inkml:trace contextRef="#ctx0" brushRef="#br0" timeOffset="56693">14288 2557,'-88'88,"35"-35,-18 53,-35 18,36-19,-18-69,17 34,36-34,17 16,1-16,-1-19,18 1</inkml:trace>
  <inkml:trace contextRef="#ctx0" brushRef="#br0" timeOffset="57005">14394 3033,'0'0,"0"18,17 53,-17-18,0-1,0-34,0 53,-17-54,-36 54,18-53,17 17,-17-18,17 19,0-72</inkml:trace>
  <inkml:trace contextRef="#ctx0" brushRef="#br0" timeOffset="57342">14747 2734,'17'17,"-17"19,0 16,0 1,0 36,0-37,0 1,0 0,0-17,0-19,0 1,0-71,0 35,18-35,0 18,-18 17,17-17,-17-18,0 0,35 36,-35-36,0 0,0 35,0 1,0-19,18 36,35 18,-53 35,0 35,0 0,0 18,0-18,0-35,-18 53,18-53,-35 35,17-70,18 35,-35-18,35-17,0 35,-17-36,17 1,-18-18,0 17,1 1,-1-18,0 0,-17 0,0-18,35-17,-18 0,-17-36,35 18,0-35</inkml:trace>
  <inkml:trace contextRef="#ctx0" brushRef="#br0" timeOffset="58358">15276 2381,'17'0,"19"35,-36 18,35-35,-35 70,0-53,0 0,0 18,0 0,0-17,0-19,0 1,-18 35,1 0,-19-53,19 53,-19-18,19 0,17-17,-18-18,18 17,-35 1,35 0,0-1</inkml:trace>
  <inkml:trace contextRef="#ctx0" brushRef="#br0" timeOffset="59437.27">9843 2716,'0'0,"0"159,0-106,0 35,0-35,0-36,35 1,-35 17,0-17,0 0,0-1,0 1,18-1,-18 1</inkml:trace>
</inkml:ink>
</file>

<file path=ppt/ink/ink7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7:16.68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1,'18'-17,"88"52,-1 89,-16 34,-36-52,17 18,-70-36,35 18,-35-53,0 17,0 1,36-1,-36-52,0 0,0-1,0 1,0-1,0 1,17-18</inkml:trace>
</inkml:ink>
</file>

<file path=ppt/ink/ink7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1:50.50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1799,'35'0,"18"0,17 18,-52-18,0 0,-18 17,0 19,-18-36,-35-53,53 35,-35-35,35 35,0-17,17 35,36 0,0 0,-17 0,-1 0,-35 18,0-1,0 1,0 0,0 17,0-70,0-53,0 35,0 17,0 19,35-1,-17 18,-18 35,17-35,-17 18,0 0,0-1,0 1,0 0,-17-18,-1-36,0-17,18 18,18 35,0 0,17 0,-17 35,-1-17,-17 0,0-1,0 1,0 35,0-36,-17 1,-19-18,19 0,-1 0,0 0,-34 0,34-53,18-35,-35 35,35 35,0 1,17 17,19 0,-36 17,0 19,0-19,0 36,0-17,-71 16,53-52,1 0,-19-52,36-1,0-36,0 19,18 35,53 17,-18-17,-1 35,-34 0,17 0,-17 0,17 17,-35 19,18-19,-18 1,-18 0,1-18</inkml:trace>
  <inkml:trace contextRef="#ctx0" brushRef="#br0" timeOffset="1781">317 88,'0'71,"0"17,-18 35,18-35,0-17,0 0,0-18,0-1,18-16,70 17,-52-18,-1 0,0-17,-17-18,-1 0,1 0,0 0,17 0,18 0,-36 0,54-18</inkml:trace>
  <inkml:trace contextRef="#ctx0" brushRef="#br0" timeOffset="2109">793 353,'36'0,"-19"0,36 0,-18 0,1 0,17 17,-18 19,18 16,-36 1,19 53,-1-53,0 53,-35-53,18 0,-18-36,0 19,0-19,0-87</inkml:trace>
  <inkml:trace contextRef="#ctx0" brushRef="#br0" timeOffset="2484">1411 194,'0'0,"-71"53,36 0,-36 53,1-1,17-16,-18 16,-17 1,88-35,-35-18,17-18,1-17,17 17,0-17</inkml:trace>
  <inkml:trace contextRef="#ctx0" brushRef="#br0" timeOffset="2797">1552 776,'17'0,"-17"35,0 1,0-19,0 1,0 17,-17-35,-1 18,1 17,-19-17,19 17,-1-35,0 0</inkml:trace>
  <inkml:trace contextRef="#ctx0" brushRef="#br0" timeOffset="3109">1799 247,'17'0,"1"0,0 70,-18 1,0 17,0-35,17-18,-17-17,0 35,36-35,-36-1,35-17,-18-17,-17-19,0-17,36 0,-36 0,0 36,35-36,-35 18,0-18,0 35,0 0,0 1,0-18,0 17,0 0,0 1,0-19,0 107,18-1,-18 19,0 16,0-16,0 17,0-1,0-69,0 17,0-1,0-16,0-1,-18 0,0 1,1-19,-19-17,19 0,-1 18,18-1,-17-17</inkml:trace>
  <inkml:trace contextRef="#ctx0" brushRef="#br0" timeOffset="4172">2522 0,'0'0,"35"53,0 0,-17 17,17-17,-17 18,17-18,-35 0,0-1,0-16,0-1,0 18,0-35,0-1,0 19,0-19,0 18,-17-35,17 18,-18-18,0 35,-17-35,17 18,-34 0,52-1,-36 1</inkml:trace>
</inkml:ink>
</file>

<file path=ppt/ink/ink7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5:27.8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inkml:trace>
</inkml:ink>
</file>

<file path=ppt/ink/ink7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9:45.9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1 106,'0'70,"0"72,0-54,0 18,0-54,0-34,17 0,-17 17,0-17,18-18,-18 17,18 1,17-36,-35 1,17-19,19 1,-36-18,17 0,19 0,-19-35,19 18,-36 17,35 17,-35-16,0 34,18-35,-18 35,0-17,17 35,1-18,-1 54,1 34,0 54,17-1,-35 36,35-53,-35-18,18-17,-18-36,18-18,-1-17,1 0,35 0,0 0,-18-35,-17-18,34-17,-52 34,36-17,-19 18,1-35,0-1,-1 36,19-53,-36 35,0 0,0 35,0 1,0-19,0 19,0-1</inkml:trace>
</inkml:ink>
</file>

<file path=ppt/ink/ink7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9:37.3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652 1112,'18'17,"0"-17,17-17,-18-36,1 35,0 1,-1-1,1 0,17-35,-17 36,0-1,-1-17,1 0,17 17,-17-35,-1 35,1 1,-18-19,18 36,-18-17,0-1,0 0,35-34,-17 140,-18 0,0 0,0 36,0-1,0 1,0 17,0-35,0-1,0-34,0-1,0 36,0-88,-53 52,35-17,18-17,-35-19,-1 36,-16-17,34-19,-70 54,0-54,17 1,-17 0,52-18,-34 17,35 1,17-18,-35 0,18 0,17 0,1 0,-1 0,-17 0,17 0,0 0,-17-35,17 17,-34-35,34-35,-17 17,35 18,0-35</inkml:trace>
  <inkml:trace contextRef="#ctx0" brushRef="#br0" timeOffset="1156">934 0,'18'0,"35"0</inkml:trace>
</inkml:ink>
</file>

<file path=ppt/ink/ink7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8:06.81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1826 870,'0'-17,"-18"17,-17 0,17-18,-35 1,0 17,0-36,1 36,34-17,-35 17,0-36,18 36,-18 0,0 0,0 0,35-17,1 17,-18 0,-18 0,0 0,35 0,-35 0,35 0,-34 0,34 0,-17 0,17 0,0 0,-35 0,36 0,-36 0,18 0,-54 0,37 0,34 0,-35 0,18 0,-1 0,1 0,0 17,17-17,-52 0,52 18,0-18,1 18,-19-1,19 1,-1-18,1 18,-1-18,18 17,0 1,-35-1,35 19,-18 17,18-36,0 1,0 35,0-18,0-17,0-1,0 19,0-19,0 1,0 0,0 34,18-34,-1 0,36 17,-18-17,-17-18,17 17,-17 1,0-18,17 0,-17 18,-1-18,36 0,-35 0,17 0,-17 0,35 0,0 0,-1 0,1 0,-35 0,35 0,0 0,-36 0,36 0,0 0,0 0,-18 0,18 0,0 0,0 0,-17 0,-1 0,18 0,0 0,-36 0,1 0,70 0,-53-18,-17 18,35 0,0-18,0 18,-18-17,18-1,-18 18,-35-18,36 18,-19-17,-17-1,35 18,-17-18,0 18,-18-35,0 0,0 17,-18 1,0-1,1 0,-18 18,-1-17,19-1,-1 18,-17 0</inkml:trace>
  <inkml:trace contextRef="#ctx0" brushRef="#br0" timeOffset="2703">679 77,'0'-18,"-17"18,-36 0,0-18,0 18,-18-35,54 35,-19 0,1 0,-18 0,36 0,-1 0,0 0,-17 0,17 0,1 0,-1 18,0-1,1 1,-18 17,35-17,0 0,-36-1,36 1,0 0,0-1,0 1,0 17,0 0,18 1,17-19,0 19,1-1,-1 0,0 0,1-17,16 17,-34-35,17 18,1 0,-1-1,18-17,0 0,-36 0,36 0,0 35,0-35,-18 0,-17 0,0 0,35 36,0-36,-18 0,0 0,0 0,18 0,0 0,-35 0,0 0,34 0,-16 0,17 0,-36 0,1 0,17-18,18-17,0 35,-18-18,-17 1,17-1,-35 0,35 18,1-35,-19 0,1 17,17-17,-35 0,0 17,0 0,0 1,0-19,0 19,0-1,0 0,0-17,-17 35,-36-35,0 35,-18-18,18-17,0 35,-35-35,35 35,0-18,1 18,-1 0,17 0,54 0</inkml:trace>
</inkml:ink>
</file>

<file path=ppt/ink/ink7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8:12.0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1238 40,'0'0,"-18"0,1 0,-18-17,17 17,-35 0,35 0,1 0,-36 0,0 0,-35 0,52 0,1 0,-18 0,0 0,0 0,0 0,1 0,-1 0,17 0,-17 17,1 1,16 17,-17-35,18 36,-35 16,34-34,-17 53,18-18,35-18,-18 0,18-17,0 17,0-17,0-1,0 19,0-19,0 36,18-18,53 36,-1-53,18 17,-17-17,17 34,18-16,-53-36,35 35,-53-35,1 18,17-18,-1 0,-34 0,35 0,0 0,0 0,0 0,0 0,52 0,-69 0,17 0,-18 0,18 0,0-36,0 36,-18-17,36-1,-71 0,35 18,0-17,0-1,-35 1,18-1,17 18,-17-35,0 35,-18-18,17 18,1-18,-18 1,17-19,-17 1,0 0,18 17,-18 1,0-19,0 19,0-1,0-17,0 17,-18 1,1-1,-1 0,1 1,-19 17,-17 0,36-36,-36 36,0-17,0 17,-53-36,53 1,0 35,-17-18,34 18,19 0,-1 0,-17 0</inkml:trace>
</inkml:ink>
</file>

<file path=ppt/ink/ink7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9:52.1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0 361,'35'0,"-18"0,1 0,0 0,17 0,-17 0,-1 0,19 0,17 0,-36 0,36 0,-1 0,36 0,0 0,53 0,1 0,-1 0,52 0,-105 0,88 0,-52 0,-37 0,54 0,0 0,-53 0,54 0,-20 0,1 0,19 0,-1 0,-53 0,18 0,-19 0,19 0,-18 0,-35 0,0 0,35 0,-70 0,35 0,-1 0,1 0,-17 0,16 0,0 0,1 0,36 0,-1 0,18 0,-18 0,52 0,-87 0,35 0,-35 0,0 0,35 0,-35 0,0 0,0 0,0 0,0 0,-1 0,36 0,-71 0,72 0,-37 0,1 0,0 0,36 0,-37 0,54 0,-19 0,-16 0,52 0,-34 0,52 0,-18 0,17 0,-16 0,-36 0,18 0,-18 0,0 0,17 0,-52 0,0 0,0 0,35 0,-53 0,1 0,17 0,-1 0,1 0,0 0,-35 0,35 0,-19 0,-16 0,-1 0,36 0,-17 0,16 0,-34 0,70 0,1 0,34 0,35 0,-35 0,18 0,-17 0,17 0,-71 0,18 0,0 0,-35 0,0 0,0 0,70 0,-105 0,35 0,0 0,-1 0,-34 0,0 0,16 0,19 0,-35 0,-1 0,36 0,-18 0,-17 0,0 0,-1 0,19 0,-19 0,1 0,17 0,-17 0,-1 0,36 0,-35 0,17 0,-17 16,0-16,17 0,-18 0,1 0,0 0,16 0,-16 0,-1 33,19-33,-19 15,18 2,-35-2,18 18,-18-18,18 2,-18-1,17-1,1-15,-18 33,18-17,-18 0,0 0,0 0,0 32,17-48,-17 16,0 0,0 0,18 1,-18 31,0-33,0 2,18 31,-1-48,-17 15,0 18,0-17,0 16,0 0,0 0,0-16,0 0,0 17,0-2,0 1,0 16,0-31,0-2,0 2,0 31,0-16,0-16,0 32,0-32,0 32,0-15,0 15,0-1,0-30,0 31,0-32,0 32,0-16,0 0,0 16,0 0,0-16,-17 16,17-31,0 31,0-32,0 16,-36 16,36-32,0 32,0-31,0 31,0-16,-17-16,17 32,0-1,0-30,-18 15,18 16,0-15,0-2,0-15,0 0,0 16,-35-16,35 1,0 15,0-16,0 0,-18 15,18-14,0 31,0-32,0 33,-35-18,35-14,0 30,0 1,-18 33,18-33,-35 0,35 0,0-15,0 14,0 1,0-31,-18-1,18 16,0 16,0 0,-35 0,35 1,0 14,-34-31,34 16,0-15,-18-1,0 16,1-16,17-16,0 16,-18 0,1 16,17-15,-18-1,0 0,18-16,-35 32,35 0,0-16,-18-16,18 0,0 16,-17-32,17 16,0 1,0-2,0 2,0 14,0 1,-36 1,36-18,0 18,0-17,0 0,0 0,-17-16,17 16,0 17,0-18,0 1,0 16,0 0,0 1,0-18,0 2,0-1</inkml:trace>
</inkml:ink>
</file>

<file path=ppt/ink/ink8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09:56.43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0,'35'0,"-18"0,36 0,-35 0,35 0,0 36,0-36,0 0,70 35,-17-35,0 0,70 0,18 0,0 0,-17 0,-36 0,0 0,53 0,-53 35,18 0,17-35,18 0,-53 0,53 0,-53 0,1 0,-37 0,72 0,-36 0,0 0,35 0,18 0,-52 0,52 0,-18 0,18 0,-53 0,35 0,18 0,-52 0,87 0,-88 0,53 0,35 0,1 0,70 0,-71 0,0 0,0 0,1 0,17 0,-18 0,-88 0,0 0,-17 0,-54 0,18 0,18 0,-53 0,0 0,0 0,-18 0,1 0,16 0,-34 0,35 0,0 0,35 0,-35 0,-18 0,-17 0,0 0,-1 0,19 0,-19 0,1 0,-1 0,19 0,-19 0,1 0,17 0,-17 0,0 0,-1 0,18-17,-17 17,0 0,17 0</inkml:trace>
</inkml:ink>
</file>

<file path=ppt/ink/ink8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17:23.1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0 175,'17'0,"72"0,52 0,70 0,-17 0,53 0,-16 0,51 0,-53 0,53 0,-35 0,36 0,-1 0,72 0,-19 0,53 0,35 0,-88 0,160 0,-124 0,17 0,0 0,-53 0,19 0,-72 0,18 0,-71 0,-53 0,1 0,-36 0,18 0,-54 0,1 0,1-12,-36-1,35 13,-54-12,37 12,-36 0,17 0,1 0,34 0,-52 0,71 0,-18 0,-18 0,0 0,18 0,-18 0,18 0,0 0,17 0,18 0,1-25,-18 25,-1 0,-34 0,52 0,-88 0,0 0,-18 0,35 0,-34 0,-1-13,-35 1,35 12,18 0,-35 0,-1-13,1 0,-18 1,-106-38</inkml:trace>
</inkml:ink>
</file>

<file path=ppt/ink/ink8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1:52.71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0,'35'0,"18"0,0 0,17 0,1 0,-18 0,0 0,-36 0,36 0,-35 0,17 0,-17 0</inkml:trace>
</inkml:ink>
</file>

<file path=ppt/ink/ink8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3:44.3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3870 132,'-71'-17,"-52"17,-19-36,-16 36,-1-35,18 35,-18-35,36 35,34 0,-16 0,16 0,-16 0,-37 0,1 0,53 0,-53 0,53 0,-36 0,54 0,-54 0,54 0,-71 0,70 0,-52 0,34 0,-34 0,52 0,1 17,-18-17,35 0,-35 36,35-36,17 0,-17 17,36 1,-1-18,-35 0,18 35,0 0,-1 1,-17 17,53-18,-17 0,-18 36,-1-18,36 35,-17-18,17-17,0 0,0-35,0 35,0 0,0 0,0 0,0 17,53 18,-18-17,53 17,-17 18,52-53,-52 17,34 1,-69-36,34 36,18 17,18-18,35-34,-17 17,17 0,-35-36,53 19,-89-19,71-17,53 0,-35 0,0 0,17 0,-17 0,-18 0,35-53,-52 18,70-53,-88 52,35 1,-35 0,35 0,-71-1,36 1,0-18,-18 18,0-36,1 36,-19-18,1 0,-1 0,36-17,-18 17,-35-18,18 36,-18-18,-18 35,-17-34,-18-1,0 0,0 0,0 18,0-1,-18 19,-35-19,35 19,-105-36,88 17,-18 36,0-35,-53 0,53 0,18 35,-18 0,0-18</inkml:trace>
</inkml:ink>
</file>

<file path=ppt/ink/ink8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3:47.80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0,'0'53,"0"0,35 71,-17-1,-18-52,18-1,-18 36,0-53,0 0,0 0,0-36,0 1,0 0,0 17,0-17</inkml:trace>
</inkml:ink>
</file>

<file path=ppt/ink/ink8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3:48.1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0,'0'53,"53"17,-17 36,-19-53,18 0,1 18,-36-54,0 19,17-19,1 1</inkml:trace>
</inkml:ink>
</file>

<file path=ppt/ink/ink8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3:48.5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0,'0'18,"0"0</inkml:trace>
</inkml:ink>
</file>

<file path=ppt/ink/ink8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4:07.7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0,'53'35,"-53"-17,18 17,34 18,-52 0,36 35,-36-35,35 18,-35 17,0-35,0-36</inkml:trace>
</inkml:ink>
</file>

<file path=ppt/ink/ink8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4:08.7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 1,'0'53,"0"0,0 35,0-35,0 0,0-1,0 1,0-35,0 0,0 17,0 18,18 0,-18-36,0 1,0 17,0-17,35 17,-35-17,18 17,-1-17,1-18,52 35,-52-35,0 0,35-35,-18 0,-17 17,34 0,-52 1,18-19,-18 19,18-19,-18 19,0-36,35 35,-35 1,0-1,0-35,18-18,-18 54,0-1,0-17,0 17,0 1,0-1,0-17,0 17,0 0,0-17,-36 18,19-19,17 19,-36-19,19 36,-18 0,17-17,0 17,1 0,-19 0,19 0,-19 0,36 17,0 1</inkml:trace>
</inkml:ink>
</file>

<file path=ppt/ink/ink8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24:10.44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0,'0'35,"0"53,0 36,0-1,0 19,0 34,0-35,0 0,0-35,0-18,0-53,0 18,0 0,0-35,0 0,0 17,0-18</inkml:trace>
</inkml:ink>
</file>

<file path=ppt/ink/ink9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3:14.71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10500 2325,'17'-17,"36"17,71 0,35 17,-71 19,18 34,-1-35,1 1,-18-36,-35 0,0 0,53 35,-53-35,0 0,0 0,-35 0,-1 0,1 0,17 0,-17 0,-1 0,19 0,17 0,-36 0,1 0,-1 0,19 0,-19 0,1 0,70 0,-35 0,35 0,-17 0,52 0,-17 0,35-18</inkml:trace>
  <inkml:trace contextRef="#ctx0" brushRef="#br0" timeOffset="1203">516 1920,'106'0,"53"17,88 71,35-35,-106 18,18-36,-88-35,0 53,-18-35,0-18,18 35,-53-35,35 0,-35 0,71 0,-71 0,35 0,-18 0,54 0,-36 0,18 0,-18 0,18 0,35 0,0-35,-17 35,-1 0,18-36,0 1,-35 35,-53-17,-35 17,-1 0,19 0,-19 0,36-36,0 1,-18 35,18 0,0-18,0-17,0 35,35-35,18 0,88-1,-53 1,36-18,-54 0,18 18,18 0,-53-1,-18 1,18 35,-18-35,-35 35,-18-18,18 18,0 0,-35 0,17-18,-17 1,-1 17,1 0,17 0,-17 0,-1 0,19 0,-19 0,36 0,0 0,-35 0,35 0,17 0,-34 17,34 1,1 0,-54-1,19 19,52-36,-53 53,-17-36,17 18,-17-35,-1 18,36-18,35-53,-88 18,18-18,17 0,1-53,-1 53,-35-70,0 52,0 18,0-35,0 35,0 0,-18 0,1 18,-19-18,-17-35,0 35,-17-17,-18-19,17 36,1 1,-36-19,0 0,0 1,-17 52,34-35,-16 18,16 0,36 35,-17-18,35 18,-71-35,53 35,-53-35,-17 35,-19 0,1 0,0 0,-18 0,-52 0,70 0,-18 0,-17 0,17 0,18 17,-71-17,18 0,53 36,-18-1,-17-35,35 35,17-35,1 35,-18-35,17 0,1 0,-18 0,52 0,-52 0,35 0,-35 0,71 18,-1 0,-35-18,53 0,-35 0,0 0,0 35,17-35,1 35,-1-35,-52 18,35-18,17 35,-17 0,35 1,-71-19,89 19,-71 34,18-17,-18 18,71-36,-53 35,35 1,18-36,-1 18,19 0,17 0,0-18,0 36,0-36,0 18,0 0,0 0,0-18,53 18,-36-18,36-35,0 18,35 0,0 70,1-88,16 70,37-34,-1 17,-71-36,36 18,-18 1,-35-36,18 35,-54-35,1 0,0 0,17 0,-17 0,-1 0,18 0,1-35,-36-18,0-35,0-1</inkml:trace>
</inkml:ink>
</file>

<file path=ppt/ink/ink9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4:43.79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0,'88'18,"18"52,-18-17,-17 0,17 18,-53-54,18 54,-35-54,17 1,-17 17,-1-17,1 0,-18-1</inkml:trace>
  <inkml:trace contextRef="#ctx0" brushRef="#br0" timeOffset="1747">1164 1923,'0'0,"88"123,53 54,-52 17,17-18,-71-17,35-1,-34-52,17 18,-18-71,-35-18,35 0</inkml:trace>
</inkml:ink>
</file>

<file path=ppt/ink/ink9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4:46.74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213 0,'18'0,"17"0,35 88,-52-17,17 52,1-17,-1 0,-35-18,35 18,-35-53,35 0,-35 0,0 0,0-18,0-17,0-1,0 1,0 17,0-17,0-1,0 1,0 0,-35-1,18-17</inkml:trace>
  <inkml:trace contextRef="#ctx0" brushRef="#br0" timeOffset="1243">1077 1658,'18'0,"-18"18,0 35,-18-18,-17 0,17-35,18 36,-53-1,36 0,-18-17,17-1,-17 1,17-18,0 0,1 18,17-1,-18 19,-17-19,35 1,0 35,0-18,0 18,0-18,0 1,0 16,0 1,0 18,17-71,-17 53,0 0,0 0,0-18,18 36,-18-36,18 35,-1-34,-17 52,0-71,0 36,0 0,0 0,0-18,0 18,0-35,0 35,0-35,-17 17,17-17,-18-1,0 18,1 1,-18 17,17-36,-35 19,18-19,-1 1,-17 17,36-35,-1 0,1 35,-19-35,19 0,-1 0,-17 0,17 0,0 0,1 0,-36 0,18 0,17 0,0-17,-17-1,17 0,-17-17,0 18,-18-1,35-17,18 17,36 18,17 0,-36 35,18-35,-17 18,0 0,17 17,0-35,-17 35,17-17,-17 17,-1 0,1 1,-18-1,18-18,-1 19,19-1,-36-17,0 35,17-18,-17-17,0 34,36 1,-36 0,17 0,-17 0,0 0,0-35,0 35,0-36,0 36,0 18,0-54,0 36,35 0,-35 0,0 0,0 0,0 0,0-36,0 36,0-17,0-19,0 36,0 0,0-35,0 35,0 0,0 0,0-36,0 36,0 0,0-18,0 18,0 0,0 0,0-35,0 70,0-35,0 0,0 0,0 0,0-36,0 1,0 17,0-17,0 35,18-18,-18-17,0-1,0 1,18 35,-18 0,0-36,35 54,-35-54,0 1,35 0,-35 17,0 18,18-35,-18 35,0-36,18 18,-18-17,17 17,1-17,-18 0,0-1,18-17,-1 18,1 0,35-18,53-71</inkml:trace>
</inkml:ink>
</file>

<file path=ppt/ink/ink9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6:05.19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1095 459,'0'106,"0"-18,0 71,0-18,0-53,0 35,-18-52,18 35,-17-18,17-35,0 35,-18-35,0-18,18-17,0 0,0 17,0-18</inkml:trace>
  <inkml:trace contextRef="#ctx0" brushRef="#br0" timeOffset="860">866 2293,'-36'53,"19"18,-1-71,0 35,1 0,-1 1,0-1,18-18,-17 54,-18-53,35-1,0 19,-18-19,18 1,0 35,0-36,0 19,0 17,0-36,0 36,0-35,0-1,0 1,0 17,0-17,0 0,18-18,-1 0,1 0,-18 17,17-17,54-17,-53-1,-1 18,36-35,-35 35,17-18,-17 18,-1 0,19 0,-19-35,1 35,0 0,17-18,-17-17,34 35,-34-18,0 1,-18-1,17 18,1-35,17 17,-35 0,0 1,36-1,-19-17,1 35,-18-35,17 17,-17 0,0 1,0-1,0-17,0 17,0 0,0-17,0 18,0-1,0 0,0-17,0 0,-17 17,-1 0,-17-17,17 35,-35-17,36 17,-19 0,1-18,35 0,-35 18,17 0,1 0,17 18,-36-18</inkml:trace>
  <inkml:trace contextRef="#ctx0" brushRef="#br0" timeOffset="2688">1483 0,'-18'0,"1"0,-19 0,-17 0,1 0,-1 0,35 0,0 0,-35 0,18 0,-35 35,34-35,-34 0,34 36,-52-1,53-35,-18 18,0 17,18-17,-36-18,1 35,52 0,-35-17,-35 35,53-18,-1 0,19-17,-18 0,-36 34,71-16,0-1,-35-17,17 17,0 18,18-18,-35-17,35 35,0-36,0 36,0 0,-17 18,17-54,0 72,-36-54,36 0,0 53,0-35,0 0,0 0,0-18,0 18,0 0,0-35,0-1,0 54,18-18,-18 35,18-17,-1-1,-17-17,35 71,-35-89,0 53,18 18,-18-71,0 18,0 53,35-18,1-17,-36-18,0-1,0 1,0 0,35-17,-35-1,0 35,18-34,17 17,18 17,-53-17,35 0,0 18,-17-19,17 1,-17-17,17 17,-17-36,17 1,-17 17,17-17,-17 17,-1-17,36-1,-35 1,-1 0,1-18,17 0,-17 0,35 0,-35 0,-1 0,36 0,0 0,0 0,0 0,0 0,35 0,-53 0,18 0,18-18,-36 0,53-35,-35 18,0 18,35-36,-52 0,-1 35,18-35,17-17,-34 52,-1-35,0 18,18-53,-18 52,1 1,-1-36,18 1,-18 17,0 0,18-18,0 1,0 17,-18-18,18 1,0 35,-18-36,36 36,-53-18,35-18,-36 18,18 18,18-18,-17 18,-36 0,70-54,-34 37,-36-19,17 18,36-17,-53 34,0-17,35-17,-35-18,0 35,0 17,0-34,0 52,0 1,0-36,0 35,0-35,0 18,0-18,0 35,0 1,-53-72,36 89,-1-35,18 17,-17 1,-1-1,-53-52,71 34,-35 19,-36-54,36 54,-18-19,18 19,0-19,-18 19,-18-36,36 35,0 1,17-19,-17 36,17-17</inkml:trace>
  <inkml:trace contextRef="#ctx0" brushRef="#br0" timeOffset="6553">3617 794,'0'-18,"-17"36,-19 35,36-36,0 89,-17-53,17 0,-36 35,1 18,35-53,0-18,0 1,0-19,0 19,0-19,0 18,18-35,-1 0,1 18,0-18,-1 0,1 0,17-18,1 1,-36-1,17-17,-17 17,35-17,-35 17,18 1,-18-36,0 18,18 17,-18-35,0 35,0-17,0 17,0 1,0-1,0-17,0 17,0 1,0-19,0 1,0 0,-18-1,0 19,1-1,-18 18</inkml:trace>
  <inkml:trace contextRef="#ctx0" brushRef="#br0" timeOffset="7569">4340 882,'0'-18,"-17"36,17 35,-35 35,35-35,-18-18,18 54,0-72,0 36,0-35,0 35,0-36,0 36,18-53,-1 0,1 0,-1 0,19 0,-19 0,36-17,-35-1,0 0,-1 1,18-19,-17 1,0-18,-1 36,-17-19,18 1,-18 17,0 1,0-18,0 17,0 0,0 1,0-19,0 19,-18-19,-17 36,0-35,0 35,17 0,0 0</inkml:trace>
  <inkml:trace contextRef="#ctx0" brushRef="#br0" timeOffset="8506">3564 2364,'-53'0,"18"70,-53 19,17 34,54-70,17 53,0-89,0 1,0 17,17-35,1 0,17 0,-17 0,35 0,0 0,0 0,-18-17,18-19,-18 19,0-19,1-16,-19 16,1 36,-18-53,0 36,0-36,0 18,0 17,0-35,-18 35,18 1,-35-1,17 18,1-18,-1 18,-17 0</inkml:trace>
  <inkml:trace contextRef="#ctx0" brushRef="#br0" timeOffset="9241">4270 2329,'0'-18,"-18"18,1 18,-1 17,-17 18,35-18,0 36,0-54,0 36,0 18,0-18,0-36,0 18,17-35,19 0,-19 0,1 0,0 0,17 0,-18-35,1 35,0-35,17-18,-35 35,0-17,18 17,-18 1,17-18,-17 17,0 0,0 1,0-36,0 35,-17 0,-1 1,0 17,-17-35,0 35,17-18,1 18,-1 0,-17-18,17 18,0 0,1 0,-19 0</inkml:trace>
  <inkml:trace contextRef="#ctx0" brushRef="#br0" timeOffset="13710">4623 1782,'-18'0,"0"0,1 0,-1 0,-17 0,-18 0,0 0,0 0,0 0,0 0,-35 17,35-17,18 18,-36 17,36-35,17 0,1 0,-19 36,19-36,-1 0,1 0,-19 17,19-17,-19 18,1-18,0 0,0 17,17 1,-35 0,18-1,-18 19,35-36,-17 17,-36 1,36 17,0-17,-1 17,1-35,0 53,-36-18,54 1,-19-1,1 35,0-17,35-35,-35 35,35 0,-18-18,0 0,18 1,0-1,0 0,0 18,0-35,53 88,-17-53,-19-36,54 54,-54-54,19 54,-19-53,19 17,52 18,-53-36,0 1,18 17,-35-17,17 17,18-17,0-1,-35 1,52-18,18 35,-70-35,0 0,52 0,-17 18,0-18,0 35,-35-35,34 0,1 0,-35 0,35 0,0-17,-18 17,36-36,-36 19,0-1,36 0,-36-34,0 52,1-53,-1 35,-17-17,17 17,-18 0,1-17,17-18,-17 36,0-19,-18 1,35-18,-35 36,0-1,0-17,18 17,-18-35,0 35,0-17,17 0,-17 17,0-17,0 0,0 17,0 0,0 1,0-19,0 19,0-1,0-17,0 17,0 1,0-1,0-17,-17 17,17-17,-18 0,0 35,18-36,-17 19,-1-1,-17 0,35-35,-18 53,18-17,-18 17,1-36,-18 19,17-1,0-17,-17 17,17-17,-52-18,52 35,-17-17,17 18,1-19,-19 19,19-19,17 19</inkml:trace>
</inkml:ink>
</file>

<file path=ppt/ink/ink9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5:33.38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265 232,'35'53,"0"35,-35 53,35 18,-35-71,0 18,0-18,0-35,0 0,0 0,0-35,0-1</inkml:trace>
  <inkml:trace contextRef="#ctx0" brushRef="#br0" timeOffset="406">476 91,'0'-18,"35"1,-17 17,17-18,-17 0,17 1,1 17,-1 0,0 0,-17 0,17 0,-17 0,-1 0,1 0,17 0,-17 0,0 0,17 0,0 0,0 35,1-17,-19-1,19 36,-19-35,18 35,-35 0,18 17,-18-17,35 0,-35 35,0-35,0 0,0 35,0-52,0-1,0 0,0 18,0 0,0-35,0 35,0-36,0 19,-17-1,-1-35,18 17,-18 1,1 0,-1-18,1 0,-1 0,0 0,-17 0,17 0,-35 0,36 0,-18 0,-1-36,1 36,17-17,-35-1,53 1,-35-1,-18 0,18 1,35-1,-35 18,17-18,-17 1</inkml:trace>
  <inkml:trace contextRef="#ctx0" brushRef="#br0" timeOffset="1625">0 1943,'35'106,"-17"0,17 53,-35-18,0-88,0 35,0-35,0-36,0 1,18 17</inkml:trace>
  <inkml:trace contextRef="#ctx0" brushRef="#br0" timeOffset="2015">423 1749,'18'-18,"0"1,17 17,-18 0,1 0,17 0,18 0,-17 0,-1 0,18 0,-36 0,1 0,35 0,-18 0,-17 0,0 0,-1 0,18 0,-17 0,17 17,1 1,-19 17,36-17,-18 53,1-19,-19-34,19 70,-36-35,35 35,-35-17,0 17,0 18,0-53,0 35,0-35,-18 0,-17 0,17 17,1-34,-19-1,1-17,18 35,-19-53,36 17,-17-17,-19 0,1 18,17-18,-17 0,18 0,-89 0,88 0,0 0,1 0,-19 0,-16 0,34 0,0-35,-17 35,0 0,17-18,0 0,18 1,-52-1,16 0</inkml:trace>
</inkml:ink>
</file>

<file path=ppt/ink/ink9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5:21.2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 0,'0'17,"0"36,0 0,35 53,-35-18,18-17,-1 17,-17 0,36-35,-36 35,0-17,0-18,0-36,0 72,0-72,0 36,0-18,0 18,0-35,0 0,0 17,0 0,0 0,0-17,0 0</inkml:trace>
  <inkml:trace contextRef="#ctx0" brushRef="#br0" timeOffset="547">127 1464,'0'17,"0"36,0 36,0 52,0 53,-18-53,18 0,-35-18,-1 1,36-18,0-18,0-35,0 0,-35-18,35-17,0-1,0 1,0-36</inkml:trace>
</inkml:ink>
</file>

<file path=ppt/ink/ink9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6:22.42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0,'0'0,"142"88,34-53,-53 1,-87-36,17 0,0 17,-18-17,-18 0,36 0,-35 0,35 0,-35 0</inkml:trace>
</inkml:ink>
</file>

<file path=ppt/ink/ink9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5:41.08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3386 282,'0'0,"71"0,-36 106,-17-53,17 53,0-18,-35-35,0 0,0-1,0-16,36-1,-36-17,0-1,35-34,0-72,89-16,-19-1,-34 0,52-35,-87 123,17-52,-18 34,18 1,0-35,0 52,-18-17,-35 17,18 18,-1-18,19 18,-36-17</inkml:trace>
  <inkml:trace contextRef="#ctx0" brushRef="#br0" timeOffset="45431">0 3369,'35'0,"18"0,35 0,-35 0,35 0,-35 0,0 0,0 0,-35 0,34 0,-16 0,-19 0,36 0,-35 0,70 0,36 0,34 0,-17 0,1 0,52 0,-106 0,53 0,-35 0,-18 0,-35 0,0 0,0 0,0 0,-36 0,18 0,-17 0,0 0,35 0,-18 0,53 0,0 0,-35 0,0 0,35 0,-35 0,35 0,18 0,-17 0,-1 0,-35 0,52 0,-16 0,-36 0,52 0,-34 0,35 0,-18 0,-35 0,0 0,35 0,18 0,-36 0,1 0,17 0,53 0,0 0,0 0,54 0,-107 0,18 0,-1 0,1 0,-35 0,-18 0,35 0,-35 0,0 0,-36 0,36 0,-17 0,-19 0,1 0,-1 0,19 0,-19 0,1 0</inkml:trace>
</inkml:ink>
</file>

<file path=ppt/ink/ink9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6:21.98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 53,'-18'-17,"1"-19</inkml:trace>
</inkml:ink>
</file>

<file path=ppt/ink/ink9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36.3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0,'35'35,"18"53,35 36,-88-18,71-1,-36 1,1 35,-1 0,-35 1,35-37,-35-16,0-37,0 1,0 0,0-17,0-19,0 1,0 0,0 17,0-18,0 1,0 17</inkml:trace>
</inkml:ink>
</file>

<file path=ppt/ink/ink10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3:53.10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0,'0'0,"71"88,52 71,1-18,-54-35,1 0,-18-36,-18-17,-17-17,17 16,-18-34,19 17,-36-17,0 0</inkml:trace>
</inkml:ink>
</file>

<file path=ppt/ink/ink10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7:59.9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2099 1341,'18'0,"-1"0,54 0,-1 0,36 53,0 17,0 1,-36-54,19 19,-19-1,-52-18,17 19,-17-36,-1 17,19-17</inkml:trace>
  <inkml:trace contextRef="#ctx0" brushRef="#br0" timeOffset="-75586.73">0 970,'53'18,"0"70,-18-17,0 34,1 1,-1 53,0 17,36-34,-36 16,0-105,-35-35,18 17,0-35,-1 0,1-35,0-18,52-53,36-70,35-1,-17-17,17 18,-18-1,-17 19,17-1,-52 53,0 0,-36 53,-18-35,19 53,-19-18,19 35,-19-17,-17-18,18 53,0-35,-1 35,-17-18,18 18,-1-35,1 35,-18-18,18 18,-18-17,17-1</inkml:trace>
</inkml:ink>
</file>

<file path=ppt/ink/ink10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39.97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0,'0'0,"35"141,0 89,18 69,-18 72,-35-36,0-106,0-140,0-37,0-16</inkml:trace>
  <inkml:trace contextRef="#ctx0" brushRef="#br0" timeOffset="313">705 1217,'0'0,"0"-35,53-18,0 0,18-17,52-19,36 19,52-1,36-52,-106 70,1-18,-125 71,1-17,-1 17,19 35,34 71,-17-36,18 1,-1-18,-52 0,17-18,-17-17,0-1,-1-17,1 18,-1-18,19 0,34 0,-34-53,34-53,-52 0</inkml:trace>
  <inkml:trace contextRef="#ctx0" brushRef="#br0" timeOffset="829">3139 406,'0'0,"36"0,-19 0,1 0,-1 0,1 53,-18 0,0 35,0 18,0-18,0 0,0-35,0 18,0-54,0 1,0 0,0-36,0-35,0-35,0-18,0 18,18 0,-1 52,19-52,-1 18,-17 17,-1-18,1 36,0-1,17 19,-35-18,17-1,1 36,0 0,-1 0,36 36,-53 16,0 1,0 0,0 0,0 35,0-35,0 0,0-35,0 17,53-35,-18-70,1 52,-1-35,-17 35,-18 1,17-1,1 1,-18-1</inkml:trace>
</inkml:ink>
</file>

<file path=ppt/ink/ink10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8:01.4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0 970,'17'18,"1"-1,0-17,17 0</inkml:trace>
  <inkml:trace contextRef="#ctx0" brushRef="#br0" timeOffset="625">723 0,'0'0,"-35"53,35 35,0-35,0 0,0 0,0 0,0-18,0 18,0-18,17 0,-17 18,0 0,0 0,36 35,-36-35,0 0,0 0,0-35,0 35</inkml:trace>
</inkml:ink>
</file>

<file path=ppt/ink/ink10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8:02.72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4367 493,'0'-35,"0"18,0-1,-18-17,-35-1,0 19,0-19,-35 1,18 0,17 35,0 0,-53-35,18 35,-36 0,18 0,-88 0,0 0,18 0,-53 0,35 0,0 0,35 35,-17-18,87 1,-17-18,1 35,34-35,-17 53,0-53,-36 18,54 0,-71 17,70 0,-35 0,18 1,0-36,53 17,-54 54,19-53,17 17,-53 0,53 0,18-17,0 17,-18-35,53 18,-36 17,1 18,17-18,1 36,-18-18,17 0,0 35,-17-35,35 0,0 0,0 0,0 70,0 18,0-123,0 70,35-53,-17 1,17-1,0 35,1-34,-1-1,18 18,17-53,-34 53,-1-36,18 19,0-36,-36 17,54 19,0-19,-36-17,18 36,17-1,1-17,17 17,-17-18,-1 1,36 17,0-35,35 36,-18-36,-17 0,35 0,71 35,-36-35,36 0,17 0,-17 0,-36 0,71 0,-70 0,34 0,1 0,-18 0,-17 0,-36 0,0 0,53 0,-53 0,53 0,-53 0,-53 0,53 0,0 0,1 0,-1 0,0 0,0 0,-18 0,1 0,17 0,0 0,0 0,53 0,-53 0,36 0,17 0,-35 0,-1 0,-17 0,0 0,18 0,18 0,-72 0,37 0,-37 0,37 0,-19 0,18 0,18 0,17 0,-35 0,18 0,-35 0,-36 0,53 0,-35 0,35 0,-53 0,53 0,0 0,0 0,0 0,1 0,-1 0,0 0,0 0,0 0,53 0,-53 0,53 0,-53 0,18 0,0 0,-18 0,18-18,-18-17,0 35,-35-35,-53 35,52-36,-69 36,17-17,0 17,17-35,-17 17,-35-17,52-18,-52 17,17-17,-35 18,0-53,0 17,0-52,0 70,0-17,-35-19,17 19,-35-18,18 35,-18-18,-17-35,34 53,-34-17,17 17,-18-18,1 1,-18 52,35-35,35 36,-35-19,18 36,-53-17,35-19,-53 1,53 0,-53 0,36 35,-54-18,71 18,-35 0,-53-53,35 35,18 18,-89 0,54 0,-18 0,0-53,0 53,-53 0,17 0,-17 0,35 0,-52 0,17 0,53 0,-1 0,1 0,53 0,-18 0,1 0,-19 0,-17 0,0 0,-53 0,17 0,-17 0,0 0,18 0,35 0,0 0,35 0,-35 0,53 0,-18 0,18 0,-1 0,-16 0,16 0,-16 0,16 0,1 0,-18 0,0-17,18 17,-106-53,53 18,0 35,-53-36,53 1,35 35,-17-35,-1 35,36-36,-18 36,53-17,0 17,0 0,0 0,0-35,36 35,-89 0,71-18,-1 0,19 18,-18 0,-18 0,17 0,36-17,-17 17,-19 0,19-18,-18 18,-18-35,35 35,-35-18,0 18,0-35,0 35,-35 0,35 0,0 0,-53-35,89 35,-1 0,1 0,-19 0,19 0</inkml:trace>
  <inkml:trace contextRef="#ctx0" brushRef="#br0" timeOffset="28908">4137 2434,'36'0,"17"0,17 0,-35 35,18 0,-17-17,-19-18,19 18,-19-1,1 1,0-18,-1 0,18 0,-17-35,0 35,35 0,0-18,-18 18,-18 0,1 0,0 0,17 0,-17 0,-1 0,19 0,16 0,-34 0,0 0,70 0,-35 0,0 0,35 0,71 35,-53 0,-18-35,35 36,1-36,-71 0,35 35,-35-35,35 35,-35-35,35 0,-35 0,0 18,0-18,0 0,-18 0,-17 0,-1 0,36 0,-18 0,-17 0,0 0,35 0,-36 0,19 0,-19 0,1 0,35 0,0 0,0 0,0 0,-36 0,18 0,-17 0,0 0,17 0,-17 0,-1 0,1 0,17 0,-17 0,-1 0,19 0,-19 0,36 0,-35 0,35 0,-36 0,36 0,-17 0,17 0,0 0,-36 0,1 0,-1 0,19 0,-19 0,19 0,-19 0,1 0,0 0,-1 0</inkml:trace>
  <inkml:trace contextRef="#ctx0" brushRef="#br0" timeOffset="-204375.73">4526 2310,'0'-17,"17"17,1 0,-1 0</inkml:trace>
</inkml:ink>
</file>

<file path=ppt/ink/ink10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8:30.30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0 158,'0'0,"36"89,87 69,-105-105,52 71,-17-54,-17-34,-1 17,18 35,-36-53,1-35,0 35,-1-17</inkml:trace>
  <inkml:trace contextRef="#ctx0" brushRef="#br0" timeOffset="137419">5345 17,'-35'0,"17"0,0 0,1 0,-18 0,17 0,0 0,-35 0,36 0,-19 0,-16 0,-1 0,0 0,0 0,18 0,-1 0,-17 0,0 0,0 0,1 0,-1 0,17 0,1 0,-18 0,0 0,18 0,17 36,-35-36,1 35,-19-17,18 17,0-35,-53 17,71-17,0 18,-71 17,71-17,-18 0,35-18,-52 17,52 1,-35-18,35 18,1-18,-54 35,53-17,-34 17,34-35,-17 17,-18-17,53 18,-36 0,19-1,-18 1,-1 35,19-18,-54 18,71-35,-53 35,36-18,-19 0,1 18,35 0,-18-35,18 52,-35-52,35 17,0-17,0-1,0 1,0 17,0 1,0-1,0-17,0 17,18 18,-1 0,19-18,-19 18,19 0,-19-36,18 19,-17-19,0 54,52-1,-52-52,17 17,0-17,1-18,-19 18,1-1,-18 1,35 0,18 17,-35-35,35 17,-18 19,-17-36,35 17,-18 19,18-19,-18 1,0 0,1-18,-19 17,1-17,17 18,-17-18,-1 0,1 0,17 0,-17 0,0 17,-18 1,17-18,19 0,-19 0,1 0,35 0,-36 0,19 0,-1 0,0 0,18 0,-35 0,35 0,0 0,-18 0,18-18,17 1,1-1,-36 18,0-17,18 17,36-18,-54 0,35 18,-34-17,-19-19,36 36,18-17,-18 17,-36 0,54-36,-36 36,18-17,18-18,-54 35,36 0,0-36,-18 36,18-17,0 17,0 0,0 0,-18-36,1 36,17 0,-1-17,-34 17,35 0,0 0,18-36,-54 36,1 0,35-17,0 17,-18-35,-17 35,34 0,-34-18,53-17,-54 35,36-36,-35 36,35 0,-18-17,-17 17,35-36,-18 19,18-19,-36 36,54-52,-53 52,-1-18,71-35,-52 18,-36 17,35-17,-17 0,17 17,-17-35,17 18,-35 17,17-17,-17 17,0-35,18 18,-18 0,0 17,0 0,0 1,0-19,-18 19,18-1,-17 1,17-1,-18 0,18 1,-17 17,-1-18,0-17,1 17,17 0,-18 18,-17-17,17-1,0 1,1-1,-18-17,17 35,0 0,1 0,-1 0,-17-18,35 0,-18 18,0 0,-17-35,18 35,-1-18,0 18,1 0,17-17,-36 17,19-18,-19 1,1-19,17 19,1 17,-1-18,-17 18,17-18,1 18,-1 0,-17-17,17 17,-17-18,35 0,-35 18,17 0,0 0,-17-17,17 17,1 0,-1-18,-35 18,18 0,17 0,1 0,-19 0,-17 0,36 0,-1 0,0-18,18 1,-17 17,-18 0,17 0,0 0,1 0,17-18,-36 18,19 0,-1 0,-17 0,17 0,1 0,-1 0,-17 0,17-17,0 17,1 0,-19 0,19 0,-1 0,1 0,17-18,-18 18,-17 0,17 0,0 0,-17 0,17 0,-17-18,17 18,1 0,-1 0,1 0,-1 0,0-17,1 17,-1 0,0 0,-17 0,17 0,1 0,-18-36,17 36,0 0,1 0,-19 0,19 0,-1 0,-17-17,17 17,53 0,-17 0,0 0,-1 0,19 0,-19 0,1 0,17 0,-17 0,-1 0,1 0,17 0,1 0,-19 0,1 0,17 0,0 35,-17-35,35 0,-53 18,53-18,0 35,-35-35,17 18,-18-18,1 0,17 0,-17 0,0 17,17-17,-17 0,-18 18,17-1,1-17,-1 0,19 18,-19-18,1 0,17 0,-35 18,18-18,0 0,-1 0,18 0,-35 17,18-17,0 0,17 18,-17 0,-1-18,1 0,17 0,-17 17,0-17,-1 0,1 0,35 0</inkml:trace>
  <inkml:trace contextRef="#ctx0" brushRef="#br0" timeOffset="168476">4957 1499,'35'0,"-17"0,17 0,-17 0,-1 0,36 0,0 0,-17 0,-19 0,1 0,-1 0,19 0,-19 0,1 0,0 0,17 0,-17 0,-1 0,19 0,-19 0</inkml:trace>
</inkml:ink>
</file>

<file path=ppt/ink/ink10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16.64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2267 1147,'0'0,"141"0,-53-36,106 36,35-35,106 35,106-53,141 53,36 0,-36 0,159-88,-89-18,177-17,-53 123,36 0,-107 0,19 0,52-71,-18 71,1-123,-177 52,35-52,-158 70,-248 17,-17 1,-123 35,-36 0,53 0,-52-17,69-1,-34 0,35-17,-18 35,53-35,0 35,18-36,-71 36,0-35</inkml:trace>
  <inkml:trace contextRef="#ctx0" brushRef="#br0" timeOffset="83813">97 1711,'0'0,"35"-53,-35 0,18 0,-18 0,0 18,0-53,0 70,0 1,0-19,0 19,0-1,0-17,-18 0,1 35,-1 0,-17 17,35 1,0 17,0 18,-36-35,36-1,0 36,0-17,0 16,0-34,0 35,0 0,0-18,18 1,0-1,17-18,-35 36,18-17,-1-1,-17 0,18 0,-1-35,-17 36,0-19,0 1,0 0,0 17,0-17,0-1,-17-17,-18 0,17 18,0-18,1 0,-36-18,53-17,0-18,0 35,35-17,0-18,-17 18,0 17,52-35,-35 36,-35-1,36 0,-19-17,1 35,17 0,-17-17,0 17,-18-18</inkml:trace>
</inkml:ink>
</file>

<file path=ppt/ink/ink10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18.0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93,'0'-17,"35"17,18 0,-18-18,18 18,0 0,0 0,0 0,-36 0,36-35,-17 35,-1 0,0-18,-17 18,0 0,17 0,-18 0,1 0,17 0,18 0,-35 0,0 0,-1 0,18 0,18 0,-35 0</inkml:trace>
  <inkml:trace contextRef="#ctx0" brushRef="#br0" timeOffset="1406">952 199,'35'0,"18"0,-17 0,17 0,-36 0,1 0,17 0,-17 0,-1 0,1 0,17 0,-17 0,0 0,17 0,-17 0,-1 0,1 0</inkml:trace>
  <inkml:trace contextRef="#ctx0" brushRef="#br0" timeOffset="2234">2152 164,'17'-18,"36"18,0 0,0 0,35 0,18 0,0 0,17 0,-17 0,-71 0,18 0,0 0,-17 0,-19 0,1 0,17 0</inkml:trace>
  <inkml:trace contextRef="#ctx0" brushRef="#br0" timeOffset="16829">1746 799,'35'0,"-17"53,17 88,-35-35,0 35,0 0,0-53,0 36,0-54,0 18,0-52,0-19,18-17,17-17,-17-36</inkml:trace>
  <inkml:trace contextRef="#ctx0" brushRef="#br0" timeOffset="17361">2187 1063,'0'36,"0"34,0-17,0 18,0-36,0 53,0-70,0 17,18-17,-1-1,18-34,1-1,-1-17,0 17,-17-17,35 0,-35-1,-1 19,1-1,-18 0,0-17,0 18,0-1,0 0,0-17,0 17,0 1,0-19,0 19,0-18,-18 17,-17 18,17 0,1 0,-1 0</inkml:trace>
  <inkml:trace contextRef="#ctx0" brushRef="#br0" timeOffset="18173">2575 481,'0'0,"18"-17,-1 17,1 0,17 0,-17 0,-1-18,19 18,-19 0,1 0,0 0,-1 35,-17-17,0 35,0 17,0-34,0 34,0-17,0 0,0-18,-35 18,35-17,0-19,0 1,0 0</inkml:trace>
  <inkml:trace contextRef="#ctx0" brushRef="#br0" timeOffset="18814">3192 852,'0'0,"18"0,17 53,-35 0,18 0,-18-18,0 18,18-18,-1-35,-17 35,0 1,0-19,18 18</inkml:trace>
  <inkml:trace contextRef="#ctx0" brushRef="#br0" timeOffset="19220">3422 834,'0'-18,"-18"18,0 0,-17 36,35-1,-35-17,17 17,-17 18,35-35,-18 17,1 0,-1-17,18-1</inkml:trace>
  <inkml:trace contextRef="#ctx0" brushRef="#br0" timeOffset="19736">3580 446,'0'0,"0"88,0 0,0 18,0-18,-53 71,36-35,-1-54,-17 54,17-71,18-18,0 0</inkml:trace>
  <inkml:trace contextRef="#ctx0" brushRef="#br0" timeOffset="20142">3757 746,'0'0,"0"35,0 53,0 18,0-18,0 18,0-53,35 0,-35 0,0-35,0 17,35 0,-17-35,17-35,-17-18,0 0,34-17,-52 34,36-34,-36 17,0 18,0 17,0-35,0 18,0 17,0 0,0 1,0-19,0 1,-18 35,0 0,-17-17,18 17</inkml:trace>
</inkml:ink>
</file>

<file path=ppt/ink/ink10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38.86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0 123,'0'0,"53"-35,35 35,18-35,-71 35,1 0,17-36,-1 36,1-17,-35 17,17 0</inkml:trace>
  <inkml:trace contextRef="#ctx0" brushRef="#br0" timeOffset="297">124 370,'17'0,"1"0,35 0,35 0,-35 0,0 0,-36 0,54 0,-53-35,17 35,0-35</inkml:trace>
</inkml:ink>
</file>

<file path=ppt/ink/ink10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39.45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300 0,'-17'71,"-19"52,1 1,-18 52,0-52,18 34,0-70,35 36,-36-89,36 18,0-35,0 35</inkml:trace>
  <inkml:trace contextRef="#ctx0" brushRef="#br0" timeOffset="344">547 194,'0'35,"0"89,-18-18,-52 35,70-88,0 0,0-18,0-17,0-1,0 1,18-18,-1 0,36 0,-18-35,1-18,17 35,-53-17,35-18,-18 35,1-35,0 53,-18-53,0 36,0-1,0-17,0 17,0 1,0-1,0-35,-36 35,19 18,-18-17,17 17</inkml:trace>
</inkml:ink>
</file>

<file path=ppt/ink/ink1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9:41.65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231 75,'-18'106,"-35"70,0-53,18 71,0-52,-1 16,36-69,0-1,0-53,0 18,0-18,18-17,0-18,-1 35,18-35,-17 0,35 0,-35 0,35 0,-1 0,1 0,-17 0,34 0,18-35,1-18,-36-18,35 36,-18-35,-70 34,53-17,-53 0,18 0,-18 1,0-37,0 19,0-1,0-35,0 54,-35-19,-18 0,35 18,-53-17,36 35,-18-1,18 19,0-1,17 0,-17 18,17-35,1 35,-1 0,-17 0,17 0,0 0,-17 0,17 0,18 18,0-1,0 19,0 17,0 0,36-1</inkml:trace>
</inkml:ink>
</file>

<file path=ppt/ink/ink1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9:42.73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0 901,'0'-53,"0"-71,71 18,52-88,-34 71,-19 52,18-17,1 0,-36 53,-1 17,-16 18,-19 0,19 0,52 0,-71 53,54 18,-53-36,17 18,-17-18,17 0,-35-17,18 17,-18-17,17-18,18 0,18 0</inkml:trace>
</inkml:ink>
</file>

<file path=ppt/ink/ink1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9:43.19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0 794,'0'0,"17"0,18 0,-17 0,35 0,18 70,17 19,-18 16,1-34,-18 17,-18-17,0-1,-35-52,0 35,0 0,0 0,-35 0,-35 17,17-52,-36 35,36-18,-17 0,-1 1,36-19,0-17,17 0,1 18,52-18,-18 0,1 0,35 0,-35 0,35 0,-36 0,1 0,-1 0,-17-18,18 18,0 0,-1 0,1 0,0-17,17-1,-35 0,35 1,-17-19,0 1,-18 17,0 1</inkml:trace>
  <inkml:trace contextRef="#ctx0" brushRef="#br0" timeOffset="969">1058 353,'0'-18,"88"18,-53 53,1 71,-1-18,-35 35,0-53,0 0,0-35,0 0,0-18,0-17,0-1,0-70,0-35,0-53,0 35,53-35,17 0,1 71,-1-36,-52 18,0 70,-1 0,19 54,-1-19,-17 54,-18-18,0 35,0 53,0-88,0 35,0-35,-18 18,-35 17,18-35,35-36,-18 19,18-54,0-106,0 36,53-106,71 35,-72 36,1 17,0 0,-17 71,-19 0,-17 17,18 18,-1 0,36 88,-53 53,0-52,0-36,0 35,0 0,0-53,0 18,0-18,0-17,0 17,0 1,0-19,0 1,0 35,0-36,0 36,0-17,0 17</inkml:trace>
  <inkml:trace contextRef="#ctx0" brushRef="#br0" timeOffset="1969">1957 1164,'18'0,"0"0,35 0,-36 0,71 0,-52 0,17 0,0 0,0 0,-36 0,1 0,35 0,35 0,-35 0,-36 0,72 0,-36 0,-18 0,18 0</inkml:trace>
  <inkml:trace contextRef="#ctx0" brushRef="#br0" timeOffset="2297">3139 600,'0'141,"-17"18,-54 52,36-17,-53-17,52-1,1-35,35-52,-35 16,35 1,0-71,-18 1,18-19,-18 1</inkml:trace>
</inkml:ink>
</file>

<file path=ppt/ink/ink1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9:40.17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10,'0'-18,"35"36,-35 70,0 18,0-18,0 18,0-18,0-35,0-35,0 35,0-18,0-17,0-1,18 19,-18-19</inkml:trace>
</inkml:ink>
</file>

<file path=ppt/ink/ink1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39:48.70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4039 441,'0'0,"17"0,1 0,17 0,-17 0,0 0,-1 0,54-35,-18 35,17 0,1-35,-1 35,1 0,88-35,-71 35,18-36,-18 36,53 0,-35-17,-18 17,18-36,-53 36,17-17,-17-1,18 18,-18 0,17 0,19 0,-1 0,0 0,-35 0,0 0,35 0,-53 0,18 0,-35 0,-1 0,19 0,-19 0,1 0,17 0,1-18,-19 18,36 0,-18 0,-35-17,18 17,0 0,-1 0,19 0,17 0,-36 0,36-35,0 35,0 0,0 0,0-36,-18 36,36 0,-36 0,-18 0,36 0,-17 0,-1 0,-17 0,35 0,-18 0,18 0,0 0,-18 0,-17-17,-1 17,18 0,1 0,-19 0,36-36,0 36,0 0,-18 0,-17 0,35 0,0 0,0 0,35 0,0 0,-35 0,0 0,35 0,-17 0,17 0,0 0,0 0,18 0,35 36,0-36,-17 0,35 0,-18 0,0 0,0 0,53 0,-35 0,52 0,-17 0,-52 0,34 0,18 0,-88 17,17-17,36 0,-18 0,0 0,71 0,-53 0,35 0,-53 0,-18 0,-35 0,36 0,-71 0,35 0,0 0,-35 0,35 0,18 0,-53 0,35 0,-35 0,35 0,-35 0,0 0,35 0,-35 0,0 0,0 0,0 0,35 0,0 0,-35 0,36 0,16 0,-52 0,0 0,35 0,-35 0,0 0,35 0,-35 0,18-17,17-1,-35-17,0 35,0 0,-35 0,34 0,1 0,-53-18,18 18,17 0,-17 0,0 0,-1 0,18 0,-17-18,0 18,17 0,-17 0</inkml:trace>
  <inkml:trace contextRef="#ctx0" brushRef="#br0" timeOffset="56738">0 8502,'0'0,"0"53,0-17,0-19,0 18,17-17,-17 0,0-1,18 19,-18-19,0 1</inkml:trace>
</inkml:ink>
</file>

<file path=ppt/ink/ink1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0:46.7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0,'0'0,"36"35,-1 36,0-36,18 18,-18-35,-17-18,0 35,34-35,-52 18,18-1,17 19,-17-19,0 1,-1-1,1 1,17-18</inkml:trace>
</inkml:ink>
</file>

<file path=ppt/ink/ink1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06.58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317 2258,'0'106,"36"158,-36 71,0 53,0-105,0-36,0-106,0-53,17-53,-17-52,-17-19</inkml:trace>
  <inkml:trace contextRef="#ctx0" brushRef="#br0" timeOffset="375">0 2099,'35'0,"53"0,54 0,34 0,-17 0,17 0,0 0,-17 0,0 0,-36 0,-17 0,-18 0,1 0,-36 0,0 0,52-35,-87 35,53-18,-36 1,0 17,18 0,0 0,0-18,0 18,0 0,0-35,35 35,-18-18,-34 18,17-53,-36 53,1 0,-1-35,19 35,-19 0,19 0,-19 17,19 36,-1 18,35 70,-34-35,-36 35,0 18,0-18,0-18,0-17,0-53,0-35,-18-1,18 36,0 18,0-18,-53 0,18 17,-36 1,36-54,-36 36,36-17,-35-19,52 1,-35-1,0 19,-17-19,-36 19,-18-36,-17 0,-53 53,53-53,-53 0,106 0,-36 0,1 0,35 0,-53 35,-1-35,37 35,52-17,17-18,19 0,-1 0,1 0</inkml:trace>
  <inkml:trace contextRef="#ctx0" brushRef="#br0" timeOffset="1703">3845 0,'0'106,"0"35,-35 88,0-17,35 0,0 17,0 18,0-71,-36-17,36-18,-35-53,35 18,-70 0,34-53,36 0,0 0,-17 0,17-18,0-17,0-1,0 1,0 17,0-17</inkml:trace>
  <inkml:trace contextRef="#ctx0" brushRef="#br0" timeOffset="2328">3634 2205,'0'0,"0"53,0 0,-18 17,18-34,-18 34,18 18,-35-35,35 0,-35 35,35-35,0-17,0-19,0 1,0 17,0-17,0-1,0-52</inkml:trace>
  <inkml:trace contextRef="#ctx0" brushRef="#br0" timeOffset="2750">4004 1676,'0'0,"53"0,0 0,0 0,0 0,35 0,-35 0,0 0,-18 0,18 0,-35 0,34 0,-34 0,35 0,-35 0,17 0,-17 0,-1 0,18 0,-35 17,53 1,-53 0,18 17,17 53,1 18,-36-18,0 18,0 35,0-35,0 17,0-34,0-36,0 52,0-69,-18 34,18-17,-18 0,-17 0,17 0,18-18,-17 36,-1-36,0-17,-17 52,-35-17,70-35,-18-18,18 17,-53 1,35-18,-17 0,-18 0,0 0,0 0,1 0,-37 0,72 0,-89 0,53-35,0 17,-18-17,-17 0,71-1,-19 36,19-17,-1 17,-17 0,35-18,-18 18,1-18,-1 1</inkml:trace>
  <inkml:trace contextRef="#ctx0" brushRef="#br0" timeOffset="3828">4092 2099,'0'0,"18"0,35 35,-36 106,1-17,17-18,-35 0,18-53,-18-36,18 18,-1 1,19-36,-19 0,1 0,35-36,17-69,-70 16,18 36,17-52,-35 52,0 0,18 18,-18 17,0 0,0-35,0 36,-18-36,1 35,-1 18,0 0,-17 0,17 0,1 0</inkml:trace>
  <inkml:trace contextRef="#ctx0" brushRef="#br0" timeOffset="6063">829 2469,'-18'53,"36"106,-18-71,35 18,-35-18,0 18,36-53,-36-35,17 17,1-35,-1 0,1 0,17 0,1 0,-19-53,36-17,0-19,-18 54,-17-18,17 0,-17 0,17 0,-35 18,0-18,0 36,0-1,0 0,0-17,0 17</inkml:trace>
  <inkml:trace contextRef="#ctx0" brushRef="#br0" timeOffset="6610">2064 2522,'17'71,"-17"17,0 18,18-53,-18-35,35 34,-17-52,0 18,-1-18,1 0,-1 0,19 0,17 0,0-18,-18-17,0 0,-17-18,-18 0,0 35,0-34,0 16,0 1,0-18,-18 35,1 1,-19 17,19 0,-1-18</inkml:trace>
  <inkml:trace contextRef="#ctx0" brushRef="#br0" timeOffset="7391">5292 2258,'17'53,"19"70,-1 36,18-18,-18 18,0-71,1 0,-1-88,-17 0,34 0,37 0,69-88,-52-35,0 17,-53-18,-18 54,-35-19,0 1,0 71,0-19,0 1,-53 17,36-17,-19 35,1-17,0 17,17 0,1 0,-19 0,19 0</inkml:trace>
  <inkml:trace contextRef="#ctx0" brushRef="#br0" timeOffset="7922">6315 2081,'0'0,"53"18,-18 88,0 35,-35-35,18-36,-18-34,35 17,-35-18,18-35,-1 0,1 0,35 0,53-35,0-36,-18 0,-18 1,-52 35,17-18,-35 0,0 0,0 0,0 35,0-70,-53 53</inkml:trace>
  <inkml:trace contextRef="#ctx0" brushRef="#br0" timeOffset="8453">7585 2046,'17'0,"19"53,-36 35,0-35,35 53,-35-53,0-18,0-17,35-18,-17 0,-1 0,54 0,-36-53,1-53,-1 18,-35 0,0 17,0-17,0 70,0-35,-18 53,1-35,17 17,-18 18,0 0</inkml:trace>
  <inkml:trace contextRef="#ctx0" brushRef="#br0" timeOffset="8922">8114 1852,'0'0,"18"53,-1 0,18 0,1 0,-19-18,1-17,0-1,-1-17,-17 18,18-18,17 0,0-53,-17 0,0 18,-18-18,0 0,0 35,0-35,0 1,0-19,-36 36,1 35,-18-36,36 36</inkml:trace>
</inkml:ink>
</file>

<file path=ppt/ink/ink1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37.17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1569,'0'18,"0"0,0 35,0 53,0-18,0 53,0-35,0-1,0 1,0-53,0 0,0-18</inkml:trace>
  <inkml:trace contextRef="#ctx0" brushRef="#br0" timeOffset="532">0 0,'0'35,"0"53,18 53,17-35,-35 0,35-18,-35-35,0 35,0-35,0 88,0-88,0 71,-17-71,17-36,0 18</inkml:trace>
</inkml:ink>
</file>

<file path=ppt/ink/ink1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39.20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158 0,'0'0,"18"71,0 17,-18 0,0-35,0 88,0-17,0 70,0-36,-36 54,1-18,-36-35,36-71,18-53</inkml:trace>
</inkml:ink>
</file>

<file path=ppt/ink/ink11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50.52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0 565</inkml:trace>
  <inkml:trace contextRef="#ctx0" brushRef="#br0" timeOffset="703">2434 0</inkml:trace>
  <inkml:trace contextRef="#ctx0" brushRef="#br0" timeOffset="1047">2275 353</inkml:trace>
</inkml:ink>
</file>

<file path=ppt/ink/ink12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44.48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1024 1252,'0'0,"0"-18,35 18,-35-17,53 17,-36-18,19 18,17-35,-36 35,18-18,18-17,0 35,-35-18,35-17,-18 17,-17-17,35 17,0 1,-53-1,17 18,-17-35,18 17,0 1,-18-1,35-17,-35 17,17 0,-17-17,18 0,-18-18,0 35,0-17,18 35,-1-18,1 36,0 35,17 0,-35 0,35 35,0 0,-35-17,0-1,0 54,0-71,0 35,0-35,0 35,0-35,0 35,0-70,0 52,-35-17,0 35,0-52,17 17,-17-36,35 1,-36-1,1 1,35 0,-35-18,-18 17,35 19,-52-19,17-17,35 36,1-36,-19 0,19 0,-1 0,0 0,-17-36,17 19,1-1,-1 0,-17-17,17 0,1-36,-19 18,36 0,0 1,0-1,0 0</inkml:trace>
  <inkml:trace contextRef="#ctx0" brushRef="#br0" timeOffset="1375">2011 0,'36'0,"-1"0,-17 35,-1-35,1 35,-1-17,36-1</inkml:trace>
  <inkml:trace contextRef="#ctx0" brushRef="#br0" timeOffset="5312">124 1076,'0'0,"0"88,-18 35,-17-17,35-35,-35-18,35-1,-36-16,36-19</inkml:trace>
  <inkml:trace contextRef="#ctx0" brushRef="#br0" timeOffset="5672">441 476,'36'0,"-1"0,-17 35,-1 0,1-17,0 0,-1 17,-17 0,35-17</inkml:trace>
</inkml:ink>
</file>

<file path=ppt/ink/ink12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12.82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0 582,'0'0,"36"0,34-35,-17 35,0 0,-18 0,18-35,-35 35,-1 0,19 0,17 0,0 0,-18 0,-17 35,34 36,-52-36,0 18,0 0,0 0,0-18,-17-17,-1 17,-17-35,-36 53,54-36,-19 19,-17-19,106-17,36 0,-36 0,-1 0,37 0,-1 0,-35 0,35 0,-53 0,36-17,-71-1,88 18,-70-35,-18 17,35-35,-35 36,0-72</inkml:trace>
  <inkml:trace contextRef="#ctx0" brushRef="#br0" timeOffset="594">1253 36,'0'-18,"17"88,-17 36,0-18,0 18,0-17,0-37,0 1,0 0,0-141,36 35,-19-70,-17 17,36 35,-36 18,0 0,35-17,-35 52,35 18,0 53,-35 0,0 53,0-36,0-17,0 36,0-54,0-17,0-1,0-52,0-53,36-53,-36 88,0-36,35 19,-35 52,18 18,-1 0,18 36,-35-1,18 0,-18 18,0-35,35 17,-35-17,0-1,0 1,0 35,0-18,0-17,0-1,0 36,0 0</inkml:trace>
  <inkml:trace contextRef="#ctx0" brushRef="#br0" timeOffset="1907">565 2117,'0'0,"17"-18,19 18,52 0,0 0,-35 0,0 0,0 0,-36 0,19 0,-19 0,19 18,-1 52,-35-52,0 35,0 0,0 0,0-35,0-1,-35 71,17-70,-88 53,36-19,34-34,36 0,-17-18,70 0,-18 17,0-17,0 0,18 0,-35 0,17 0,18 0,-35 0,17-35,-17 35,17 0,-35-35,18 35,-1 0,19-35,-19-1,1 1</inkml:trace>
  <inkml:trace contextRef="#ctx0" brushRef="#br0" timeOffset="2516">1447 1782,'35'17,"-17"36,-18 71,0-54,0-17,0 35,0-70,0 35,0-35,0 17,0-88,53-35,-18-53,-35 88,35-35,-17-18,17 53,0-53,-35 71,36-1,-36 1,0-18,17 36,1 17,0 35,17 71,-35-53,0 35,0-35,0 0,0-18,0 0,0 18,0-35,0 35,0-18,0-53,0-35,0-35,0 35,35-35,0 35,-35-53,18 53,17 18,-35 18,0-1,0 0,36 18,-19 0,36 0,-18 71,-35-18,0 35,0-35,36 35,-36-35,0-18,0 1,0-19</inkml:trace>
</inkml:ink>
</file>

<file path=ppt/ink/ink12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3:55.38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0 371,'18'0,"17"53,-17 17,17 36,0-18,-35-35,18 35,-1-88,-17 18,0 35,36-53,-19 0,1 0,35-71,17-17,1-35,17-1,-35 1,18 52,-18 1,17 17,-52 17,35 1,-36 0,19 17,-19-17,1 35,-18-18</inkml:trace>
</inkml:ink>
</file>

<file path=ppt/ink/ink12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1:54.16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0,'18'0,"52"0,-70 88,35 18,1 35,-36 0,0-17,35-1,-35-35,0-35,0 0,0 0,0-18,0-17,0 35,0-35,0-1,0 18,0-52,0-1,0 1,0-19,-18 19,18-1,0 0,0-17,0-18,0 35,0 1,0-36,0 18,0 17,0-17,0 17,0-17,0 17,0-35,18 53,0-17,-1-36,19 17,-36 1,35 18,-18 17,36 0,-35 0,35 0,-18 0,-17 0,-1 0,19 0,-36 17,17 1,19 17,-36-17,0-1,0 1,0 17,0-17,0 0,-36-18,1 17,17-17,1 0,-18 0,17 0,0 0,-17 0,17 0,1 0,-1 0,0 0,-17 0,18 0,-1 0,-17 0,52-17,1 17,0 0,17 0,0 35,-17-18,-1 1,19 0,-19-1,1-17,17 18,-35 0,0-1,35-17</inkml:trace>
</inkml:ink>
</file>

<file path=ppt/ink/ink12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08.1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0,'0'88,"0"0,0 36,0-18,0-18,0 18,0-18,0 18,0-53,0 0,0 0,0-36,0 18</inkml:trace>
</inkml:ink>
</file>

<file path=ppt/ink/ink12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2:09.05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7580 226,'-17'-17,"-36"0,-105-18,-18 35,-70-52,18 17,-18 0,17 35,0 0,-52 0,17 0,-17 0,35 0,-18 0,54 0,33 0,-16 0,0 0,35 0,17 0,53 0,-35 0,-17 0,-1 0,18 17,-53-17,36 35,-2-35,38 36,-55-2,36 1,-35-1,-18 2,70 33,-51-33,33 50,19-51,-18 70,-52-18,86 0,-52-17,54 17,-19-17,36-1,-1 1,19-1,-36 71,53-70,-1 34,-16-17,17-34,-35 52,70-19,-36 36,19-17,-1-35,18 35,0-19,0 54,0-1,0 0,0-34,18 0,17-18,0 17,35 1,-35-1,36-16,-54-36,89 52,-36-34,-17-18,35-17,-18 35,35-1,19 1,-36-35,70 35,-17-1,17 18,-17-51,16 33,-16-34,0 0,52 0,1-35,34 34,-53 19,37-53,16 35,54-35,16 0,-69 0,52 0,0 0,-17 0,-54 0,-16 0,17 0,-52-18,69-34,-70 18,70-2,-51 19,-2-18,53-17,-69-18,-1 36,-17-2,-19-15,-16 15,35 1,-1 1,19-19,-36 1,53-35,-36 17,18 1,-52-1,17-17,-18 17,1 1,-18-71,-18 88,-17-36,-1 19,-16-18,-1-18,18 18,-1-35,18 17,-52-17,0 0,-18-17,0 52,0-53,0 70,0 1,-18-53,-53-18,2 37,16-20,-35 2,-18-20,1 38,-1 32,1 2,-18-19,-18 1,71 53,-53-36,52 35,2-17,-19 17,70 35,-17 0,35-18</inkml:trace>
</inkml:ink>
</file>

<file path=ppt/ink/ink12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7:23.35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64,'0'-18,"35"18,0 0,0 0,18 0,-35 0,0 0,35 0,-1 0,1 0,0 0,-35 0,35 0,-18 0,18 0,-18 0,18 0,-35 0,17 0,-17 0,-1 0,36 0,0 0,-17 0,-19 0,1 0,-1 0,19 0,17 0,-36 0,1 0,17 0,-17 0,-1 0,19 0,-1 0,0 0,-17 0,0 0,-1 0,36 0,-18 0,-17 0,0 0,17 0,-17 0,-1 0,1 0,17 0,-17 0,-1 0,1 0,17 0,-17 0,0 0,-1 0,19 0,-19 0,1 0,35 0,0 0,35 0,-35 0,0 0,0 0,0 0,-1 0,-16 0,17 0,0 0,-1 35,37-35,-19 0,-17 18,18-18,-36 0,18 0,-35 35,70-35,-35 0,0 0,35 0,-35 0,0 0,-18 0,0 0,0 0,-17 0,0 0,17 0,-17 0,-1 0</inkml:trace>
  <inkml:trace contextRef="#ctx0" brushRef="#br0" timeOffset="8873">1252 399,'0'-18,"18"18,-1 0,54-18,-18 18,35-35,18 0,-18 35,18-35,-18 35,18-36,-18 36,-35 0,35 0,18 0,-18 0,18 0,-36 0,54 0,-53 0,-1 0,18 0,-17 0,17 0,0 0,0 0,-35 0,18 0,-1 0,19 0,-54 0,18 0,35 0,-35 0,35 0,0 0,18 0,-18 0,18 0,-18 0,1 0,16 0,19 0,-18 0,0 0,-1 0,19 0,17 0,0 0,0 0,-17 0,-1 0,36 0,-18 0,18 0,-18 0,71 0,-1 0,18 0,18 0,-17 0,-1 0,0 0,18 0,-70 0,-1 0,0 0,-34 0,16 0,36 0,0 0,-17 0,34 0,-17 0,18 0,0 0,-53 0,35 0,-53-35,53 0,-53 35,35 0,71 0,-35-36,-1 36,19-52,17 16,-18 36,-53 0,18 0,-35 0,18 0,-1 0,18 0,0 0,-35 0,0 0,35 0,-53 0,53 0,-53 0,35 18,18 17,0-35,18 53,-18-18,-35-35,35 0,-88 0,-1 0,-34 0,-18 0,0 0,-36 0,19 0,-19 0,1 0,0 0,35 0,-18 0,-18 0,1 0,35 0,0 0,0 0,0 0,0 0,35 0,18 0,-18 0,35 0,1 0,17 0,-53 0,0 0,-35 0,-17 0,-19 0,1 0,17 0,-17 18,-1-18,1 0,17 0,-17 0,-18 18,18-18</inkml:trace>
</inkml:ink>
</file>

<file path=ppt/ink/ink12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4:48.53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1747 397,'36'0,"-36"18,0 0,0 17,0-17,0-1,0 19,0-19,0 1,0-1,0 36,0-17,0 17,17-1,18 19,-35-18,0 35,18-70,-18-1,35 54,-35-36,0 1,0-19,0 1,0 17,0 0,-17-17,-36 17,-18-17,-35 52,54-34,-90-1,72 0,-18 1,-18-1,35-35,18 0,0 18,36-18,-1 35,1-35,-19 0,54 0,70 17,-35 19,0-1,53 0,-71 1,53 16,-53-34,18 53,-35-71,0 17,-1 54,-17-18,36 0,-19-18,-17 0,0 18,36-18,-19 36,-17-18,0 0,0 0,0 0,0 35,0-35,0 0,0 0,0 0,0-36,0 36,0-35,0 17,0-17,0-1,18 19,-1-19,-17 1,0 17,0-17,0-1,0 19,18-19,0 19,-1-19,1-17,0 0,17 0</inkml:trace>
  <inkml:trace contextRef="#ctx0" brushRef="#br0" timeOffset="1844">213 1244,'35'-18,"36"89,-36-18,35 53,1 0,-71-53,18-1,17-34,-18 53,1-36,0-17,-1-1,1 1,0-1,-1 1</inkml:trace>
  <inkml:trace contextRef="#ctx0" brushRef="#br0" timeOffset="2281">583 1156,'-35'0,"-36"70,18 36,0 18,-35 17,0 0,70-18,-52 36,17-88,53-18,-35-36,35 1,-18 17,18-17</inkml:trace>
  <inkml:trace contextRef="#ctx0" brushRef="#br0" timeOffset="8454">5293 4313,'0'-17,"70"34,-52 1,17 17,-17-35,-1 18,1-18,-18 17,35 1,-35 0,0-1,18 1,0 0,-1-18,19 0,-1-36,0 1,0 17,1 1,-1-36,-17 18,17 17,0 0,-17 1,17-19,-35 19,35-1,-17-17,17 17,-17 1</inkml:trace>
  <inkml:trace contextRef="#ctx0" brushRef="#br0" timeOffset="139498">2894 62,'0'-17,"0"-1,-18 0,1 18,-19 0,19 0,-1 0,0 0,-17 0,17 0,1 0,-1 0,-17 0,17 0,1 0,-1 0,0 18,1-18,-1 0,0 0,1 18,17-1,-36-17,19 0,-1 18,1-18,-1 0,-17 18,35-1,-18-17,-17 18,-1-18,1 35,-35-17,52-18,-17 35,-1-17,-52 17,53-17,0-18,-1 35,-17-35,36 18,-18-18,17 0,0 35,-17-35,17 0,1 0,-19 17,19-17,-1 0,1 0,-1 18,0 0,-17-18,17 17,1 19,-19-19,1 1,0 17,0 0,-1 1,1-1,0 0,17-17,-35 35,53-36,-17 1,-1 17,18-17,-35 0,17 52,18-52,-35 35,35-36,0 19,-18-19,18 1,-18 17,18-17,0 0,0-1,-35 18,35-17,0 0,0 17,0-17,0-1,0 1,0 17,0-17,0 17,35 18,-35-35,36-1,-19 54,-17-53,18 34,17 1,36 18,-71-53,17 34,19 1,34 18,-70-53,36 70,-19-88,36 53,-35-18,-1 0,19 18,-19-18,-17-17,36 35,-19-35,19 52,-19-52,54 70,-54-53,1 1,0-19,-1 1,1-1,0 19,-18-19,35 1,0 17,-17 1,17 17,0-18,1 0,-19 18,1-53,-18 18,0-1,17 19,1-19,-18 18,18-17,-1 17,-17-17,0 17,0-17,0 0,0-1,0 18,0-17,0 0,0 17,0-17,0-1,0 1,0 17,0-17,0 0,0-1,0 18,0-17,0 0,0 17,0-17,0-1,0 1,0 17,0-17,0-1,0 19,0-19,0 1,18 0,0-1,17 19,-35-1,18-35,-1 17,1-17,-18 18,0 0,18-18,-1 0,1 0,35 17,-53 1,53-18,-36 0,1 0,0 18,17-18,18 0,-36 0,36 0,0 0,-18 0,18 0,-35 0,0 0,35 0,-36 0,19 0,16 0,1 0,0 0,-35 0,0 0,17 0,0 0,0 0,-17 0,0 0,17 0,-17 0,-1 0,1 0,35 0,0 0,0 0,-18 0,18 0,0 0,-36 0,1 0,35 0,-18 0,18 0,0 0,35 0,-35 0,0-18,35 18,0-18,-70 18,17-17,-17 17,0 0,17 0,-17 0,-1 0,1 0,17-36,-17 36,-1 0,1 0</inkml:trace>
  <inkml:trace contextRef="#ctx0" brushRef="#br0" timeOffset="-36150.73">6739 2743,'35'0,"18"0,-17 0,16 0,54 0,-18 0,1 0,-36 0,0 0,-18 0,18 0,-36 0,36 0,0 0,-18 0,36 0,-53 0,17 0,-17 0,17 0,0-17</inkml:trace>
  <inkml:trace contextRef="#ctx0" brushRef="#br0" timeOffset="79013.27">7339 3731,'17'0,"1"0,17 0,-17 0,0 0,17 0,-17 0,-1 0,18 18,-17-18,0 0,-1 0,19 0,-19 0,1 0,52 17,-52-17,0 0,-1 0,19 0,-19 36,1-36,17 0,-17 0,0 0,-1 0,18 0,-17 17,0-17</inkml:trace>
  <inkml:trace contextRef="#ctx0" brushRef="#br0" timeOffset="80653.27">8115 3837,'0'35,"0"-17,0 35,0-18,0-17,0-1,0 36,0-17,0-19,0 1,0 0,0 17,0-18,0 1,0 0,0-1,0 1,0 0,0-1,0 1</inkml:trace>
  <inkml:trace contextRef="#ctx0" brushRef="#br0" timeOffset="81388.27">8097 3837,'0'0,"-17"0,-1 0,0 18,1 52,-19-52,19 35,-1-18,1-17,17 17,-18-35,18 18,-18-1</inkml:trace>
  <inkml:trace contextRef="#ctx0" brushRef="#br0" timeOffset="81855.27">8291 3766,'18'-17,"0"17,-1 0,1 0,-1 17,1 1,0 0,17 17,-17-17,-1-1,1-17,0 18,-18 0</inkml:trace>
  <inkml:trace contextRef="#ctx0" brushRef="#br0" timeOffset="95247.27">8979 3978,'18'18,"-1"52,-17-17,0 0,0 0,0 0,0 35,0-53,0-17,0 0,0-1,0 1</inkml:trace>
  <inkml:trace contextRef="#ctx0" brushRef="#br0" timeOffset="99560.27">8926 4013,'0'0,"0"36,-17-19,17 1,-18 17,-17 18,35-35,-18 17,-17 0,35-17,0 17,35-35,0 0</inkml:trace>
  <inkml:trace contextRef="#ctx0" brushRef="#br0" timeOffset="100044.27">9103 4049,'17'0,"1"17,0 1,-1 17,1-17,0 0,-1-1,-17 1,18-1,-1 19</inkml:trace>
  <inkml:trace contextRef="#ctx0" brushRef="#br0" timeOffset="-103456.92">5028 3149,'18'0,"-18"18,0 17,0-17,0-1,0 19,0-19,0 1,0-1,0 19,0-19,0 1,0 0,0 35,-18-53,18 17,0 19,0 16,0-34,0 0,-18-1,18 19,0-19,0 1,0 0,0 17,0-18,0 1,0 17,0-17</inkml:trace>
  <inkml:trace contextRef="#ctx0" brushRef="#br0" timeOffset="-100674.92">7903 3149,'18'35,"0"-17,-1 0,-17-1,18 1,-18 0,0-1,0 1,17-1,-17 1,0 17,18-35,-18 18,0 0,0-1,0 1,0 17,0-17,0 0,0 17,0-18,0 1,0 0,0 17,0-17,0-1,0 1,0 17,0-17,-18-1,-17 1,0 17,0-35,17 0,18 18,-18-18,1 0,-19 35,19-35,-1 0,0 0,-17 0,0 0</inkml:trace>
</inkml:ink>
</file>

<file path=ppt/ink/ink12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00.16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124 35,'0'0,"35"0,-18 0,1 0,-18 18,35-18,-35 35,0 0,0 18,0-35,-17-1,-1-17,0 18,1-18,17-18,-18 1,18-18,0-1,0-17,0 18,0 17,0 1,35 34,1 19,-36 17,-18-18,18-17,-18-18,1 35,-1-35,1 0,17 17,-18-17,0 0,1 0,-19 0,1-35,35 18,0-19,0 1,18 35,17 0,0 0,1 18,-19-18,1 17,-18 1,17 0,1 17,-18-18,0 19,0-19,0 1,0 0,-18-18</inkml:trace>
</inkml:ink>
</file>

<file path=ppt/ink/ink12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17.95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96 463,'-18'0,"-17"18,35 17,-35 36,35-18,0 0,0-1,0 1,35-17,-18-19,19 19,-19-19,19-17,-19 0,19 0,16 0,37 0,16-88,37 17,-54-17,-71 35,19-52,-19 69,1 1,-18-18,0 0,0 18,0 0,0-1,0-17,0 18,-35 17,-18-17,0 18,0-19,18 19,17 17,0 0,1 0,-1 0,0 0,1 35,-1 0,1 0,-54 54,71-36,-18 52,1 19,-1-18,-17 0,35-1</inkml:trace>
</inkml:ink>
</file>

<file path=ppt/ink/ink13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18.67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0 176,'0'0,"18"0,-1 0,1 0,0 0,52 0,-17 35,0 53,0-35,-18 0,-17-17,17-19,-17 36,-1-53,1 0,17 0,-35-35,35-18</inkml:trace>
  <inkml:trace contextRef="#ctx0" brushRef="#br0" timeOffset="375">1076 0,'0'0,"70"70,54-17,-89-18,36 36,-36-36,36 0,-54 18,-17-35,36 17,-36 18,0 0,0 0,-53 0,17-18,-52 53,0 1,35-54,-70 18,70-36,-18 19,36-19,0 1,70-36,35 1,36 17,-18 0,18-36,-53 36,-18 0,1 0,-1 0,-17 0,-1 0,1 0,35-17,-36 17,36-18,-53 1,18 17,35 0,-53-18,53 0</inkml:trace>
  <inkml:trace contextRef="#ctx0" brushRef="#br0" timeOffset="1046">2275 105,'0'53,"0"36,0 16,0-52,0 35,0-35,0-35,0 0,0-36,18-88,-18-35,35 35,1 53,-1-17,-35 17,17 18,1 35,0 0,-1 35,1-17,-18 17,0 18,0-18,0 18,0-35,0-1,35-70,-35 36,0-19,0-17,18 53,35 0,-35 71,-18 0,0-19,0 19,0-36,0 18,0-35,0-1</inkml:trace>
</inkml:ink>
</file>

<file path=ppt/ink/ink13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20.80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0 653,'0'0,"18"-18,70 18,35 0,-17 0,0 0,-53 0,0 0,0 0,0 0,-36 0,1 0,17 0,-17 0,35 0,-36 0,19-17</inkml:trace>
  <inkml:trace contextRef="#ctx0" brushRef="#br0" timeOffset="328">1041 0,'0'18,"0"88,0 35,0-35,0 88,0-53,0 0,0-35,0-18,0-35,0 35,0-35,0-35,0 17,0-17</inkml:trace>
</inkml:ink>
</file>

<file path=ppt/ink/ink13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27.98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247 441,'0'0,"35"0,53 0,-35 0,0 0,0 0,-35 0,17 0,-35 35,0 18,0 88,0-53,0 0,0 18,-53 0,-53 0,-17-53,17 17,-18 36,71-71,36-17,140-18,71-18,-53-17,53-35,-123 34,17 1,-53 17,-35 1,18 17,17-18,-17-17,-18 0,0-18,35-71,1-35</inkml:trace>
  <inkml:trace contextRef="#ctx0" brushRef="#br0" timeOffset="469">1111 0,'18'70,"-18"1,0 35,0-1,0 37,0-1,0 0,0-53,0 18,0-18,0-53,17 1,1-89,-18 0,35-53,-35 18,18-18,-18 18,0 35,35-18,-35 18,35 18,-35 0,18 17,17 18,1 71,-36 87,0-69,0 52,0 0,0-53,0-53,0-17,35-89,-35-70,35-35,-35 35,35 17,18 36,-53 53,18 35,0 17,-1 36,-17 0,0 0,0 0,18-18,0 1,-18-19,0 19</inkml:trace>
</inkml:ink>
</file>

<file path=ppt/ink/ink13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0:03.94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0,'0'35,"0"53,0 36,0-1,0 18,0-52,0-1,0-35,0 0,0-18,0-53,0-35,18 0,17 1,0-1,-17-18,-1 36,1 35,-18-18,18 18,35 18,-53 17,0-17,0 35,0-36,17 19,-17-1,0-18</inkml:trace>
  <inkml:trace contextRef="#ctx0" brushRef="#br0" timeOffset="1098">459 511,'0'0,"17"-17,1-1,-1 1,1 17,0 0,17 0</inkml:trace>
  <inkml:trace contextRef="#ctx0" brushRef="#br0" timeOffset="1567">511 670,'0'18,"18"-18,17 0,-17 0,0 0,-1-18,-17 1,18 17,0 0</inkml:trace>
</inkml:ink>
</file>

<file path=ppt/ink/ink13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0:07.30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0,'0'36,"0"-19,18-17,-18 18,0 0,0 17,0-18,17-17,1 18,-18 17,35-17,-17 17,-1-35,19 0,-19 0,1 0,0 0,17 0,-18 0,19 0,-36-17,17-1,-17-17,0 17,0 0,0 1,0-18,0 17,0 0,-17 1,-1 17,0-18,-17 18,18 0,-1 0,0 0,-17 0,17 0,18 35,0-17</inkml:trace>
</inkml:ink>
</file>

<file path=ppt/ink/ink13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0:08.72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282 53,'-35'0,"17"-36,1 36,-18 0,17 0,-17 0,-1 18,19 17,-1-17,-17 17,35-17,0 35,0-18,-18 0,18-17,0 17,0-17,0 17,18 0,-1-17,19-18,-1 18,18-18,0 35,-36-35,36 0,0 0,0 0,-18 0,-17 0,17 0,1-18,-36-17,17 17</inkml:trace>
  <inkml:trace contextRef="#ctx0" brushRef="#br0" timeOffset="547">600 35,'18'0,"-18"18,0-1,0 36,0 0,0 35,0-35,0 35,0-17,0-18,-18-18,0-35,18-53,0 36,18-36,-18 17,35 1,-35 0,18-18,-1 18,-17 17,0 0,18 1,0 17,-18-18,17 36,-17 35,18-1,-18 1,0-17,0 17,0-36,0 1,18 0</inkml:trace>
  <inkml:trace contextRef="#ctx0" brushRef="#br0" timeOffset="1375">1006 176,'0'0,"17"0,18 0,-17 0,0 0,-1 0,19 0,-19 0,1 0,0 0</inkml:trace>
  <inkml:trace contextRef="#ctx0" brushRef="#br0" timeOffset="1750">953 0,'0'0,"-36"53,36-1,0 1,0 36,0-37,-17 37,17-54,0 18,0-35,0 17,17-35,1 0,0 0,17 0,-17 0,-1 0</inkml:trace>
  <inkml:trace contextRef="#ctx0" brushRef="#br0" timeOffset="2250">1111 299,'18'-17,"0"17,-1 0,1 0,17 0,-17 0,0 0,-1 0,18 0,-17 0,0 17</inkml:trace>
  <inkml:trace contextRef="#ctx0" brushRef="#br0" timeOffset="2766">1200 441,'17'0,"1"0,17 0,-17 0,-1 0,19 0,-19 0,-17 17,18-17,35 0</inkml:trace>
  <inkml:trace contextRef="#ctx0" brushRef="#br0" timeOffset="3141">1835 158,'-36'0,"1"18,17 17,1 1,-1-1,18-18,0 19,0-19,0 1,0 17,18-17,-1-18,1 18,-18-1,35-17,-17 0,0 18,17-18,-17 0,-1 0,1 0,17 0,-17 0,-1 0,19 0,-36-18,17 1,1 17,-18-18,0-17,0 17,0 0,0 1,-18 17,18-18,-17 0,-1 18,0-17,1-1,-1 18,0 0,-17-17,18-1,-1 18,0 0,18-18,-17 1,-19 17,19-36,-1 36</inkml:trace>
</inkml:ink>
</file>

<file path=ppt/ink/ink13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0:45.4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179 1940,'0'89,"0"52,-35 17,-54 1,89-35,-35 17,35-35,0-18,-17-53,17-17,0-1,0-70,0 36,0-36,0-35,0 35,35-53,0 53,18-35,-18 53,1-1,-36 1,52 35,-52-18,53 18,-17 18,-1 17,-35 18,18 0,-18 0,0 0,35 0,-35 0,0-36,0 1</inkml:trace>
  <inkml:trace contextRef="#ctx0" brushRef="#br0" timeOffset="750">496 2417,'18'0,"-18"-18,18 18,17 0,18 0,-35 0,-1 0,1 0,17 0,-17 0,-1 0,19 18</inkml:trace>
  <inkml:trace contextRef="#ctx0" brushRef="#br0" timeOffset="1328">567 2734,'0'-18,"0"-52,53 70,17-18,-70 1,36 17,-19 0,36 0,-35-18,17 18,-17 0,-1 0,1 0</inkml:trace>
  <inkml:trace contextRef="#ctx0" brushRef="#br0" timeOffset="8719">1078 1923,'0'0,"71"123,-71-35,0 18,0-18,0-35,0 36,0-37,0 1,0 0,0-17,0-19,0 1,0-1,0 19,0-19,0 1</inkml:trace>
  <inkml:trace contextRef="#ctx0" brushRef="#br0" timeOffset="9516">1943 0,'-18'0,"1"0,-19 0,19 0,-1 0,-35 0,35 0,-35 0,1 0,-1 0,17 0,-17 0,36 0,-18 0,17 0,0 0,-17 35,17-35,-17 0,-18 0,53 18,-17 0,-19-18,19 35,-1-35,18 18,-35-1,17 1,0 17,-17-17,17 17,-17-17,18 35,-1-36,0 1,-17 35,35-18,-18 18,-17 0,35 0,-18-18,18 0,0 1,-35-19,35 1,0 17,0-17,0 35,0-36,0 19,0-19,0 1,0 0,0-1,18 19,-18-19,17 18,-17-17,18 0,0 17,-1-17,1-1,0 1,-1 0,-17-1,36 1,-19 17,18-17,1-1,-19 1,36 0,-35-18,35 35,-35-35,34 0,-16 18,17-18,-18 17,0 1,18-18,0 0,0 0,35 17,18-17,-35 18,87 35,1-53,35 53,-53-53,53 35,-106-35,53 36,-35-1,-17-35,52 0,17 0,-105 0,35 0,1 0,-1 0,53 0,-35 0,-18 0,18 0,-18 0,18 0,-53 0,35 0,-35 0,-35 0,-1 0,1 0,35-18,-18 18,0-17,53-19,-70 19,17-19,-17 19,17-1,1-70,-36 70,35-17,-35 0,18-1,-18-17,35 1,-35 34,0-17,0 17,0-35,0 35,0 1,0-18,0-18,0 35,0-35,0 35,0 1,0-36,-18 18,18 17,0 0,-17-17,-1 0,0-1,18 19,-35-1,35-35,-35 36,17-1,-35-17,18 17,0 0,17 1,-17 17,35-18,-53 18,17-17,19 17,-1-18,-35 18,0 0,0-35,1 35,-19-36,-17 1,35 35,-18-18,1-17,-54 17,36 1,0-18,-18 35,53-18,0 18,0 0,0 0,18-18,-18 1,36 17,-36 0,35 0,-35 0,18-18,17 18,1 0,-1 0,-17 0,17 0,-35 0,0-35,0 35,0 0,36 0,-36 0,17 0,19 0,-1 0,1 0,-19 0,-17 0,0 0,36 0,-1 0,-17 0,17 0,1 0,-1 0,-17 0,17 0,-35 0,35 0</inkml:trace>
</inkml:ink>
</file>

<file path=ppt/ink/ink13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8:56.03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58 512,'0'35,"0"-17,0 35,0 35,0 0,0 18,0-53,0 35,0 0,0-35,0 0,0-18,0 18,0-35,0-1,0 1,0 17</inkml:trace>
  <inkml:trace contextRef="#ctx0" brushRef="#br0" timeOffset="625">428 882,'0'35,"18"18,-18-17,35 17,1-18,-19-35,1 0,17 0,-17 0,-1 0,1 0,17 0,-17 0,0 0,-1-18,1 1,-1-1,1 0,-18-17,18 17,-18 1,0-1,0 0,0-17,0 0,-18 35,0 0,18-18,-17 18,-18 0,17 0,-35 0,35 0,-17 0,17 0,1 0,-1 0,-17 0,17 0,1 0,-19 18,36 0,0 17,0-18,0 1,0 35</inkml:trace>
  <inkml:trace contextRef="#ctx0" brushRef="#br0" timeOffset="1609">869 829,'0'36,"0"-19,0 36,0 0,0 0,36-18,-36-17,0 0,35-1,-17-17,-1 0,1 0,17-17,-17 17,-1 0,19-18,-36 0,35 1,-35-19,0 19,18-36,-18 35,0 0,0 1,0-18,0 17,0 0,0 1,0-19,-18 36,0-35,1 35,-19 0,19 0,-36 0,35 0,1 0,-19 0,1 0,35 18</inkml:trace>
  <inkml:trace contextRef="#ctx0" brushRef="#br0" timeOffset="2516">1645 512,'0'17,"0"19,0 52,0 0,0 36,0-36,0 35,0 18,0-35,0-18,0-35,0-17,0-1,0-18,0 19,0-19,0 1</inkml:trace>
  <inkml:trace contextRef="#ctx0" brushRef="#br0" timeOffset="3031">2069 653,'-18'35,"18"18,0 0,0 35,0-35,0 0,0 0,0 0,0 0,0-36,0 19,35-36,-17 0,0 0,17 0,-17 0,-1 0,19-36,-36-16,17 16,1 1,-1 0,-17 17,0 0,0-17,0 17,0 1,0-1,0-17,0 0,0-18,0 35,0-17,0 17,0 1,0-1,-17 18,-1-18,1 1,-1 17,0 0,-17 0,17 0,-17 17,35 19,-35 16</inkml:trace>
  <inkml:trace contextRef="#ctx0" brushRef="#br0" timeOffset="6469">2898 0,'-18'18,"18"17,0-17,0-1,0 1,0 17,0 18,0-35,0 0,0 34,0-16,0-19,0 1,0 0,0 17,0-17,0 35,0-36,0 18,0-17,0 35,0-35,0 35,0-36,0 36,0-18,0 18,0 0,0-35,0 35,0 0,0-36,0 19,0-1,0 0,0 18,0-35,0-1,0 19,0-19,0 1,0 0,0 17,0-18,0 1,35 35,-35-35,0 17,0-17,0 17,0 35,0-52,0 35,-17 0,17 0,0 0,0-18,-18 0</inkml:trace>
  <inkml:trace contextRef="#ctx0" brushRef="#br0" timeOffset="8079">93 177,'-17'0,"17"35,0-17,0-1,0 18,0-17,0 0,0-1,0 19,-18-36,0 17,18 1,0 0,0 17,0-17,0-1,0 1,0 17,-17-17,17-1,0 1,0 17,0-17,0 0,0-1,0 18,0-17,0 0,0 17,0-17,0-1,0 1,0 17,0-17,0-1,0 19,0-19,0 1,0 0,0 17,0-17,0-1,0 1,0 17,0-17,0-1,0 1,0 17,0-17,0 35,0-35,0 17,0-18,0 1,0 0,0 17</inkml:trace>
  <inkml:trace contextRef="#ctx0" brushRef="#br0" timeOffset="34737">2721 3175,'0'0,"36"-35,-1 0,18-18,17 18,1-36,-18 0,70-34,-87 87,-1-17,0-1,0 1,-17 0,0 0,-18 17,0 0,17-17,1 17,-18-35,0 36,0-1,0-35,0 36,0-36,-18-18,18 53,-17 1,-1-18,0-1,-17 19,18-19,-36 1,35 17,0-17,-17 18,35-1,-35 0,0 36,17 35,18 0,0 0,-18-18,1 0,17 0,-18-17,18 0,0-1</inkml:trace>
  <inkml:trace contextRef="#ctx0" brushRef="#br0" timeOffset="35762">3286 1905,'0'0,"17"0,1 0,17 0,-17 0,0 0,-1 0,19 0,-19 0,1 0</inkml:trace>
  <inkml:trace contextRef="#ctx0" brushRef="#br0" timeOffset="40106">3180 3316,'0'18,"0"35,0 0,0 70,0-17,0 35,-18 36,1-54,-19 18,36 0,-35 0,0-35,0 0,35-88,-18 17,18-17,0-89,18-70,17 35</inkml:trace>
  <inkml:trace contextRef="#ctx0" brushRef="#br0" timeOffset="45794">3956 2082,'18'17,"-1"-17,-17 36,0-1,36 18,-36 0,0 0,0-36,0 19,-71 16,18-16,-17-1,34 0,1-35,-18 18,0-18,36 0,-1 0,-17 0,17 0,18-18,0-35,0 36,18-54,17 18,18 18,0 0,-18 35,-17-18,-1 18,19-18,-19 18,1 0,0 0,-1 0,36-17,-35-1,-18 0,17 18,-17-17,0-18,0 17,0 0,0 1,0-19,0 19,0-19,-17 36,-19 0,19 0,-1 0,-17 0,0 18,17 35,18-35,-35 52,35-17,0-35,0 35,0-36,0 36,0-35,0 17,0 0,17 1,-17-19,18 19,-18-19,0 1,18 0,-1-18</inkml:trace>
  <inkml:trace contextRef="#ctx0" brushRef="#br0" timeOffset="46857">4662 2117,'35'0,"-35"18,35 52,-35-17,0 18,0-1,0-17,0 0,0 0,0-35</inkml:trace>
  <inkml:trace contextRef="#ctx0" brushRef="#br0" timeOffset="78457">1857 3175,'0'0,"18"0,17-17,-35-1,18 18,-1-18,1 1,17-1,-17 0,-1 1,1-1,0 1,-1-1,1 0,0 1,-1-1,1 0,0-17,-1 17,1-35,0 36,-18-1,0-17,35 17,-35 1,0-19,0 1,17-18,-17 18,36 0,-36 17,0 0,0 1,0-19,0 19,0-1,0-17,0 17,0 1,0-1,0-17,0 17,0 0,0-17,0 17,0 1,0-1,0-17,0 17,0 1,0-1,0-17,0 17,0 0,0 1,0-18,0 17,0 0,-18 18,0 36,-17 16,18-16,-36 34,35-17,-17 18,17-1,0-52,1 17,17 1,0-19,-18 1,53-36</inkml:trace>
  <inkml:trace contextRef="#ctx0" brushRef="#br0" timeOffset="80035">2386 1852,'18'0,"0"36,-1-36,1 17,-18 19,17-36,-17 17,18-17,-18 18,18-1,-1-17,-17 18,0 0,18-18,-18 35,18-17</inkml:trace>
  <inkml:trace contextRef="#ctx0" brushRef="#br0" timeOffset="105599">1187 2822,'70'0,"19"-35,-1-18,-18 0,19-17,-54 35,35-18,-52 35,0 0,-1-17,1 17,0 1,-18-18,17-1,-17 19,18-1,-18-17,0-18,0 35,0-35,0 0,0 0,0 0,0 1,0-1,0 0,0 35,0-17,0 17,-18 1,1-1,-1 53,0 0,-17 36,-18 17,18-35,17 18,1-1,-1-35,0 1,18-19</inkml:trace>
  <inkml:trace contextRef="#ctx0" brushRef="#br0" timeOffset="106740">1839 1852,'18'-17,"0"17,-1 0,19 0,-1 17,-35 1,18-18,-1 35,1-35,-18 18,17-18</inkml:trace>
  <inkml:trace contextRef="#ctx0" brushRef="#br0" timeOffset="178079">1169 1605,'0'0,"0"53,0-35,0 70,0-35,0 35,-53 18,18-18,-53 0,53-35,-1 18,36-106</inkml:trace>
  <inkml:trace contextRef="#ctx0" brushRef="#br0" timeOffset="178673">1169 1588,'-17'0,"-1"17,-35 19,18-1,-36 36,36-36,17 18,-17-18,17-17,18 17,-17-35,52 0,-17 0,-1 0</inkml:trace>
  <inkml:trace contextRef="#ctx0" brushRef="#br0" timeOffset="179016">1293 1623,'17'-18,"19"18,-36 18,17 0,-17 17</inkml:trace>
</inkml:ink>
</file>

<file path=ppt/ink/ink13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0:20.21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53,'35'36,"-35"69,0-16,0 16,0-16,0 16,0-16,0-36,0 35,0-71,0 19,0-19,0-52,0 17,0-34,53 16,-53 19,0-36,18 17,-18 19,0-1,35-17,-18 17,-17 1,18-1,0 18,-1 0,19 18,-36-1,0 18,35-17,-35 35,0-18,0-17,0 0,18-18,-18 17,0 19</inkml:trace>
  <inkml:trace contextRef="#ctx0" brushRef="#br0" timeOffset="969">458 406,'36'-18,"-36"1,17 17,18 0,-17 0,0 0,17 0,-35 17</inkml:trace>
  <inkml:trace contextRef="#ctx0" brushRef="#br0" timeOffset="2031">370 424,'0'0,"35"-18,-17 18,35 0,-35 0,17 0,-18 0,1 0,17 0,-35 18,0-1,0 19,0-19,0 36,0-35,-53 70,1-70,-54 17,53 0,-18-17,18-18,36 0,-1 0,0 0,-52-35,17-54,53 1,-35-18,35 53,0 18,17 0,1 0,17 17,-35 0,36 18,-19 0,1 0</inkml:trace>
  <inkml:trace contextRef="#ctx0" brushRef="#br0" timeOffset="7094">2504 424,'0'0,"18"0,-36 0,-52-36,17 36,-35 0,70 0,-17 0,0 0,17 0,-17 0,17 0,-53 0,19 89,34-54,0 53,-17 18,35-18,0-35,0 0,0-18,0-17,0 17,35-35,1 0,16 35,37-35,-36 0,88 0,-53 0,0 0,-35 0,35 0,-35-35,0 18,-35-19,-1 1,1 0,-18-18</inkml:trace>
  <inkml:trace contextRef="#ctx0" brushRef="#br0" timeOffset="7578">2875 530,'0'17,"0"54,-18 35,18-53,-35 35,35-35,0-36,0 36,0-35,0 17,0-88,0 0,18-70,17 17,18 18,-36 17,19 18,-19-17,-17 17,18 53,0 35,-18 18,17 53,-17-18,0-35,0 35,0-35,0 0,0-35,0 17</inkml:trace>
  <inkml:trace contextRef="#ctx0" brushRef="#br0" timeOffset="8204">3210 565,'0'0,"0"-18,35 18,-17 0,0 0,-1 0,18 0,-17 0</inkml:trace>
  <inkml:trace contextRef="#ctx0" brushRef="#br0" timeOffset="8516">3351 424,'-18'17,"18"36,0 0,0 35,0-35,0 0,0 35,0-52,0-1,0 0,36-35,-19 0,19 0,17-17</inkml:trace>
  <inkml:trace contextRef="#ctx0" brushRef="#br0" timeOffset="8844">3580 530,'18'-18,"0"18,-1 0,1 0,35 0,-36 0,19 0,-19 35,1-35,17 0</inkml:trace>
  <inkml:trace contextRef="#ctx0" brushRef="#br0" timeOffset="9297">3651 777,'18'0,"-1"0,1 0,17 0,-17 0</inkml:trace>
  <inkml:trace contextRef="#ctx0" brushRef="#br0" timeOffset="19048">4374 0,'0'18,"0"0,0-1,0 36,0-17,0-19,0 1,0 35,-35 17,35-52,0 0,0-1,0 36,0 0,0 0,-35-18,35 18,0 0,-18-35,18-1,0 19,0 17,0-36,0 1,-18-1,18 19,0-19,0 1,0 0,0 17,-17-35,17 18,0-1,0 1,0 17,0-17</inkml:trace>
  <inkml:trace contextRef="#ctx0" brushRef="#br0" timeOffset="62684">2063 1588,'-17'-35,"-1"35,1 0,-1 0,-17 0,17-18,0 18,-35-35,36 35,-89-18,-18 0,89 1,-18-18,0 35,0 0,1-18,-1 18,35 0,-17 0,-54 0,37 0,-1 0,0 0,-35 0,70 0,-35 0,35 0,-35 0,1 0,16 0,1 0,0 0,-1 35,1-17,-35 17,70 0,-36 18,19-17,-19 16,1 1,17 0,-17 53,0 0,0-53,-1 53,36-18,0-35,0 0,0 0,0 0,0-1,0 1,0 0,0-17,0-1,18-17,0-1,-1-17,1 35,35-17,-36-18,19 0,17 35,0 1,-1-36,1 0,18 0,-36 17,18-17,35 0,18 0,-18 0,18 0,35 0,-52 0,34 0,-52 0,17 0,0 0,-53-17,53 17,-52-18,34 0,1-35,-18 36,-36-1,19 18,-1-88,0 70,-35 1,18 17,-18-18,17-17,1 35,0 0,-18-36,0-16,17 34,-17 0,0-17,0 17,0 1,0-36,0 35,0-17,0 17,0 1,0-36,0 17,0 19,0-18,0 17,0 0,0-17,0 17,0 1,-17-19,17 1,0 17,0 1,-36-18,36 17,0 0,-17 18,17-35,-35 35,17-18,0 18,1-17,17-1,-36 0</inkml:trace>
  <inkml:trace contextRef="#ctx0" brushRef="#br0" timeOffset="79638">4886 2241,'0'0,"0"-36,53 1,-53 17,0-17,-53 17,-18 1,-17 17,35 0,-35-35,-18 35,53 0,35 0,1 0,-36 0,35 17,1 18,-19 18,19-35,17 70,0-35,0 0,0 0,0 0,0-36,0 36,35-53,18 36,0-1,35 0,-35-35,0 36,0-36,-36 0,36 0,-35 0,35 0,0 0,-18-36,-17 19,35-36</inkml:trace>
  <inkml:trace contextRef="#ctx0" brushRef="#br0" timeOffset="80138">5009 2382,'18'35,"-18"18,0 0,0 0,0 0,0-36,0 1,0 35,35-106,0-71,1 36,-1 18,-35-19,18 54,-18 18,17-1,-17 0,18 1,-1 17,1 0,-18 53,18-18,-18 53,0-35,35 0,-35 35,0-35,0-35,0 17,35-35</inkml:trace>
  <inkml:trace contextRef="#ctx0" brushRef="#br0" timeOffset="80732">5397 2382,'0'0,"0"-18,35 18,-17-18,0 18,-1-17,19 17,-19 0,1 0,17 0,-17 0,-1 0,1 0,17-36,-17 36,17-17</inkml:trace>
  <inkml:trace contextRef="#ctx0" brushRef="#br0" timeOffset="81076">5679 1994,'0'0,"0"70,-35-17,35 53,0-18,0 18,0-53,0 0,0-36,0 36,0-35,0 17,18-35,35 0,-18 0,0-35,-17 17,0 18</inkml:trace>
  <inkml:trace contextRef="#ctx0" brushRef="#br0" timeOffset="81435">5997 2170,'0'0,"35"0,-17 0,-1 0,19 0,-19 0,1 0,0 0,17 0,-17 0,-1 0</inkml:trace>
  <inkml:trace contextRef="#ctx0" brushRef="#br0" timeOffset="81732">6209 2346,'17'0,"1"0,17 0,0 0,-17 0,0-17,-1 17</inkml:trace>
  <inkml:trace contextRef="#ctx0" brushRef="#br0" timeOffset="82043">6526 2082,'0'17,"0"54,0-18,0 0,0 0,0 0,0-18,0 18,0-36,18 19,-1-1,1-35,0 18,-1-1,1-17,0 0,-18 18,35-18,-18 0,-17-18,18 18,-18-17,18-19,-1 36,-17-35,0-18,0 18,18 0,-18 17,0-35,0 18,0-18,0 35,0 1,0-1,0-17,0 17,0 0,0 1,-18-1,1 18,17-17,-18 17,0 0,-17 0,18 0,-1 0,0 0,-17 0,17 0</inkml:trace>
</inkml:ink>
</file>

<file path=ppt/ink/ink13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51:57.77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850 730,'0'-18,"0"-17,0 17,0-35,0 18,-36 17,36 1,-53 17,36 0,-71 0,52 17,-17 19,18-36,0 35,17-17,-17 34,35-16,0 17,0 0,0-18,0 0,0 18,0 0,0-18,35 0,36 18,-36-35,53 17,-35-35,0 36,0-36,0 0,-35-18,34-53,-16 18,-1 1</inkml:trace>
  <inkml:trace contextRef="#ctx0" brushRef="#br0" timeOffset="442">1097 836,'0'17,"0"36,0 35,0-35,0 0,0 35,0-52,0-19,0 1,0-53,17-18,-17-36,0 37,35 16,-35 19,0-1,18-17,-18 17,18 0,-1 18,19 36,-36-19,0 36,0 0,0 0,0 0,0-35,0 17,17-35</inkml:trace>
  <inkml:trace contextRef="#ctx0" brushRef="#br0" timeOffset="1020">1291 959,'0'0,"35"-18,-17 1,52-19,-35 19,1-1,-19 18</inkml:trace>
  <inkml:trace contextRef="#ctx0" brushRef="#br0" timeOffset="1270">1608 677,'0'0,"0"17,0 36,0 18,0-1,0 1,0-18,0 0,0-36,0 1,0 0,35-18,-17-18,0 0</inkml:trace>
  <inkml:trace contextRef="#ctx0" brushRef="#br0" timeOffset="1520">1855 747,'0'0,"18"0,35 0,0 0,-53 18,17 0</inkml:trace>
  <inkml:trace contextRef="#ctx0" brushRef="#br0" timeOffset="1755">1890 1065,'18'0,"35"0,-35 0,17 0,-18 0,36 0,-35 0,17 0,18 0</inkml:trace>
  <inkml:trace contextRef="#ctx0" brushRef="#br0" timeOffset="2052">2384 765,'0'0,"0"18,0 70,-35 18,35-18,-18 35,1-52,17 35,-36 0,1-18,35-35,0-18</inkml:trace>
  <inkml:trace contextRef="#ctx0" brushRef="#br0" timeOffset="3630">4589 800,'0'-17,"-18"17,-17-36,18 36,-1 0,0 0,-35 18,-17 17,34 1,1-1,0 18,17 17,1-34,17 16,0 1,0 0,0-35,0 17,17 1,54-1,17 0,53-35,-35 0,-18 0,-35 0,18-53,-36-35,53-53,-53 35</inkml:trace>
  <inkml:trace contextRef="#ctx0" brushRef="#br0" timeOffset="3974">5012 783,'-35'35,"35"18,-18 17,18-34,-35 34,35-17,0 0,0 0,0-35,-17 52,-1-35,18 1,0-54,35-88,-17-35,35-18,-36 89,1-54,0 124,-18-17,17 34,1 19,-18 34,0 36,0-35,0 34,0-52,0 0,0-17,0-19,18 1,-1-18,1 0,0-18,17-17</inkml:trace>
  <inkml:trace contextRef="#ctx0" brushRef="#br0" timeOffset="4505">5577 1012,'0'0,"35"0,-17 0,-1 0,19 0,-19 0,1 0,17 0</inkml:trace>
  <inkml:trace contextRef="#ctx0" brushRef="#br0" timeOffset="4771">5630 836,'0'0,"-36"52,19 1,-36 36,35-19,18 18,0-17,0-18,0-36,0 1,0 0,18-1,0-17,-1 0,18 0,18 0,-35 0,88 0,-36 0,-17 0,18 0</inkml:trace>
  <inkml:trace contextRef="#ctx0" brushRef="#br0" timeOffset="5427">6741 994,'-18'-17,"54"17,-1 0,-17 0,34 0,-34 0,0 0,17 0,-17 0,-1 0</inkml:trace>
  <inkml:trace contextRef="#ctx0" brushRef="#br0" timeOffset="5724">6759 1365,'53'0,"-18"0,-18 0,19 0,-19 0,19-18,-1 0,0 1</inkml:trace>
  <inkml:trace contextRef="#ctx0" brushRef="#br0" timeOffset="6786">7482 800,'-18'0,"-17"0,0 18,35 35,0-18,0 36,0-36,0 18,0-18,0 0,0-17,0 0,0 17,0-17,0-1,0 1,0 0,0-1,17-17,1 0,17 0,-17-35,-18 0,17-1,1 36,-18-35,0 17,0 1,18-19,-18 19,0-1,0 1,0-19,0 19,0-1,0 0,0-17,0 17,0 1,0-18,0 17,0 0,-18 1</inkml:trace>
  <inkml:trace contextRef="#ctx0" brushRef="#br0" timeOffset="90632">2666 306,'0'-17,"0"-1,0 0,-70-17,52 35,1 0,-36 0,0-35,0 17,18 18,-36-53,53 53,-35 0,36-17,-1-1,-17 18,17 0,1 0,-1 0,0 0,-17 0,17 0,1 0,-18 0,-18 0,17 0,-34 0,-18 0,17 0,-17-18,35 18,0-35,0 35,0 0,36 0,-36 0,0 0,0 0,17 0,19 0,-1 0,1 0,-1-17,0 17,1 0,-1 0,0 0,-17 0,-53 0,35 0,0 0,35 0,-17 0,18 0,-19 17,-17 18,18-35,-18 53,35-35,-17 0,0 17,-18 0,18-17,-1 35,1 35,-35-18,70-52,-36 35,19-18,17 1,-18 52,-17-35,17-18,18 18,-35 0,17 17,18-34,0 17,0-36,0 1,0-1,0 1,-35 17,35-17,0 17,0-17,0 0,0 17,35 0,-17 0,0 1,17-19,18 36,-36-17,19-19,-19-17,19 35,-19-17,1-18,52 35,-52-35,0 0,35 18,-18 17,18-35,0 18,0-18,35 0,-35 35,0-35,0 0,-1 0,19 18,-18-1,35-17,-35 0,0 0,0 0,0 0,0 0,0 0,0 0,-1 0,-16 0,17 0,0 0,52 0,-52 0,36 0,-37 0,37 0,-36 0,-36 0,36 0,0 0,-35 0,-1 0,36 0,-53-17,53 17,-35-18,35 18,-18 0,18-35,-35 35,34-18,1 18,-17-17,-1-1,0 18,0 0,1-18,-19 1,19 17,17-36,35 36,-53-17,0-1,-17 1,0-1,17 0,-17-17,17 17,-35 1,17-1,-17-17,0 17,0 1,0-36,0 17,0 19,0-1,0 0,0-17,0 17,0 1,0-1,0-35,0 18,-17 17,-1 1,-17-1,17-52,-52-1,70 53,-36-17,1 17,-18-52,36 52,-19 18,36-17,-35-1,35 0,-18 1,-17-1,17-17,-17 17,18 18,-1-18,-17-17,17 18,0 17</inkml:trace>
</inkml:ink>
</file>

<file path=ppt/ink/ink14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59.54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0,'0'18</inkml:trace>
</inkml:ink>
</file>

<file path=ppt/ink/ink14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48.4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993 478,'0'35,"0"35,18 19,-18-1,0-18,17 19,-17 52,0-53,0 53,0 0,0 0,0 0,0 0,0-88,0 0,0 0,18 0,-1-53,-17 18,36 105,17-87</inkml:trace>
  <inkml:trace contextRef="#ctx0" brushRef="#br0" timeOffset="453">1240 2682,'-18'-17,"-17"34,0 54,17 0,-17 52,-36 1,18-1,53 36,0-18,0 35,0-70,18 18,17-89,-17 0,-18-17,17-18,1 0,0 0,17 0,36 0,34-106,-34 18,-18-18,-18 35,-35 18,35-17,-35 17,0 35,0-35,0 0,0 36,0-54,0 36,-35-36,17 36,1-18,-1 18,1 0,-19 17,36 0</inkml:trace>
  <inkml:trace contextRef="#ctx0" brushRef="#br0" timeOffset="1250">1046 1,'0'0,"-18"0,-35 0,0 0,-17 36,-18 87,-54 54,37-36,-36 88,70-88,-53 53,72-18,-1-52,17 17,36 53,-35-53,35 0,0 53,0-53,18 1,52 52,-34-18,52 0,-18-35,1 53,35-17,-36-18,18-36,36-17,-71-36,-18-52,0 17,-17-35,35 0,-18 0,53 0,124 0,70-35,124-159,0 0,-36-18,-123 71,0-53,-141 106,-36 35,-17-17,18-36,-71 0,35-35,0 0,-35 0,53-53,-53 0,0 52,0 1,-105-35,34 17,-17 0,0 36,-36-18,54 35,-1 0,-35-17,0 52,53 1,-17 52,-36-53,18 36,17 0,18 0,-52 17,-1-17,88 35,-35 0,0-36,0 36,-35 0,70 0,-34 0,16 0,19 0,-36 0,35 0,0 0,-17 0,18 0,-1 0,-35 18,0 53</inkml:trace>
  <inkml:trace contextRef="#ctx0" brushRef="#br0" timeOffset="2622">1416 4552,'35'53,"1"53,-1 88,-35-18,35 18,18 0,-53 0,0-52,0-1,36 0,-1-35,-35-53,0-1</inkml:trace>
</inkml:ink>
</file>

<file path=ppt/ink/ink14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41.98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532 882,'0'36,"0"105,0 35,0-35,0-17,71-1,-71-105,35 52,0-34,0-19,-35 1,53 17,-35-35,0 0,17 0,-17 0,-1 0,1 0,17 0,18 0,-35-35,35 0,-18-71,-17 0,-18 53,0-35,0 0,0-18,0 53,0 35,0-35,-36 18,19 18,-19 17,-17 0,36 0,-1 0,-35 0,0 0,18 0</inkml:trace>
  <inkml:trace contextRef="#ctx0" brushRef="#br0" timeOffset="688">1537 953,'0'0,"-52"35,52 53,0 36,0-1,0-34,0-19,0 1,0-18,0-36,0 1,17 0,1-18,17 0,-17 0,-1 0,19 0,-19 0,1 0,0 0,17 0,0 0,-17-53,-18 0,70-18,-70 1,0 17,0 0,0 0,0 18,0-1,0 1,-35 17,35 1,-18 17,1-18,17 0,-18 18,1 0,-1-17,0 17,-17 0</inkml:trace>
  <inkml:trace contextRef="#ctx0" brushRef="#br0" timeOffset="1391">2049 124,'0'-18,"0"-17,-35 35,17 0,0 0,1 0,-18 0,-18 0,35 0,-53-18,36 1,-18 17,0 0,0 0,0 0,1 0,-1 0,0 0,0 0,0 0,0 17,0-17,-53 36,53-19,-17 1,-18 0,17 17,0-17,1 52,-18-52,70 17,-35-17,-17 35,17-18,-18 35,53-17,-52 53,35-35,-1-18,19 0,-19 35,1-18,35-17,-35 0,35 0,0 0,0 0,0 0,0 0,0 0,0 0,18-18,-1 18,18 0,36 17,-71-35,71 18,-19-17,54 34,-35 1,52-36,1 36,-18-36,-1 0,1 36,-53-71,53 35,70 36,-87-71,52 0,0 35,-35-35,0 35,-1-35,-34 0,35 0,-18 0,18 0,-18-18,53-34,-17-37,-72 54,90-53,-89 17,17 18,-35-35,18 0,-17 35,16-70,-16 70,52-53,-70 18,17 17,0-52,0 52,1-35,-36 36,17 17,-17-18,0 18,0 0,0 1,0 16,0-17,0 36,-35-36,17-18,1 36,-19 0,1-1,0 1,0 17,17 18,-35-35,35 18,-34-19,16 36,-52-53,70 53,-17-17,0 17,0-36,17 36,0 0,18-17,-17 17,-19 0,-17 0,36 0,-18 0,-1 0,19 0,-19-18,19 18,-1 0,-17 0,17 0,1 0,-19 0,19 0,-1 0,0-17,1 17,-19 0,19 0,-1 0,1 0,-19 0</inkml:trace>
</inkml:ink>
</file>

<file path=ppt/ink/ink14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15.61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1488 886,'0'36,"0"15,0 38,-33 52,33 0,-33 53,33-53,-35 53,2-53,33-35,0-53,-34 0,34-36,0 1,0 17</inkml:trace>
  <inkml:trace contextRef="#ctx0" brushRef="#br0" timeOffset="719">1303 2561,'17'0,"-17"18,0 17,34 18,-34 0,0 34,0 19,0 35,0 0,0 0,0 0,0-53,0 36,0-71,0-18,0-17,0-1,33-17,2-17,-19-107,1 18</inkml:trace>
  <inkml:trace contextRef="#ctx0" brushRef="#br0" timeOffset="1375">1994 40,'0'0,"-16"-36,-52 36,34 0,1 0,-18 0,34 0,-34 0,35 0,-18 0,18 0,-2 0,1 0,-50 0,50 18,-16-18,15 18,-15-18,-18 35,-16-18,0 54,-1-53,1 70,-17-35,-17 17,17 1,16-1,-34 36,18-18,51 18,-35-1,35 1,-35 0,1 0,34-1,-18 19,0-53,34 34,0 72,-17-89,1 71,16-36,17-17,-34 17,34 71,-33-88,33 34,0 2,0-1,0 0,0 0,0 0,0 0,0 0,0-17,16-1,52 71,-35-53,35 0,-34-36,34 1,-2 0,2 0,-1-36,34 1,-101-18,34-18,34 0,-18-17,34 35,-33 0,33-18,51 36,-118-71,118 35,-51 0,-34-35,18 0,-17-17,49-19,-49 1,67-18,-17-17,-16-19,16 19,-17-1,-17-35,18-35,83-17,-101 35,1 17,-68-17,0-1,0-34,0 16,0-52,0 0,0 53,0-53,0 0,0 53,0 1,0-19,0 18,0 53,0 0,0-18,0 35,0-52,0 35,0-18,0 18,0-1,0-16,-18-1,-15 18,0-18,-1 0,0 0,0 19,34-19,-68 0,68 36,-33 17,0 0,-1 35,17-17,0 0,-17-1,17 19,1-1,-18 0</inkml:trace>
</inkml:ink>
</file>

<file path=ppt/ink/ink14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55.70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1197 1005,'0'0,"-51"138,1-17,-1 0,51 1,-16-36,16 18,0-52,0-35,0 18,16-35,1 34,0-34,17 0,-17 0,34 0,-1 0,0 0,36 0,-2 0,0 0,-33-69,16-35,-67 53,34-1,-34 0,0 0,0 34,0-34,-17-17,0 34,1 18,-35-35,17 18,-34-35,35 34,16 18,-50-18,49 35,1 0</inkml:trace>
  <inkml:trace contextRef="#ctx0" brushRef="#br0" timeOffset="703">1789 1057,'0'34,"0"35,0 0,0 35,0-52,0 0,0-34,0 34,0-36,0 20,0-20,0 2,33-18,-16 18,0-2,16-16,-15 0,-1 0,-1 0,1 0,1 0,-2-34,18-36,-34 36,0-18,0-17,0 34,0-34,0 17,0 35,0 0,0-18,-17 35,0-34,1 34,-35 0,16-18,-15 18,33 0,0 0,-16 0,-18 0,34 0,-17 0,1 0,15 0</inkml:trace>
  <inkml:trace contextRef="#ctx0" brushRef="#br0" timeOffset="1479">1924 1,'0'0,"-51"0,-33 0,-18 0,-67 0,18 18,32 34,-16 0,17-18,17 0,-18-16,1 34,50 0,-34 17,35-17,-17 34,16 18,-16-18,33 1,0-18,18 35,33-52,-35 35,35 16,0-51,0 17,0 1,0-18,0 0,0 16,35 36,16 18,33-1,-17 35,-16-52,34-18,-35-34,35 34,15-51,-49-1,34-16,16 34,-33-35,34 18,-18-35,17 0,34 34,0-34,-16 0,32 0,-16 0,-16 0,-1 0,17 0,1 0,-52 0,-17 0,-16 0,0 0,0-52,-51 35,0-70,0 53,0-18,0-52,0 53,0 15,0-32,0 32,0-32,0-54,0 53,0-52,0 18,0-37,0 20,0 68,0-18,0 19,0-1,0 0,0 0,0 0,0 0,0 0,0-17,0 0,0 17,0 0,0 18,-18-36,2 53,-1-18,0-17,-17 18,1-1,-35-34,1 17,-35-17,85 35,1 16,-35 18,34-18,0 18</inkml:trace>
</inkml:ink>
</file>

<file path=ppt/ink/ink14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8:20.34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0 441,'-18'0,"18"-35,159-18,53 0,-36 53,-70 0,-53 0,-35 0,-1 0,54 0,-36 35,0-17,-35 0,36 17,-36 18,0 0,0-36,0 1,0 35,-18-18,-53 36,-34-36,-1 36,-35-1,17-35,-17 36,71-53,-1 17,36-18,17-17,159 0,36 0,-1 0,-70 0,-18 0,-35 0,-18 0,18 0,0-17,-35 17,35-35,-36 35,18 0,1 0,-36-18,35 0,18-17</inkml:trace>
  <inkml:trace contextRef="#ctx0" brushRef="#br0" timeOffset="734">1993 0,'0'0,"18"0,-18 35,0 89,0 17,0 0,0-17,-18-1,18-52,-35-18,35-36,0 18</inkml:trace>
  <inkml:trace contextRef="#ctx0" brushRef="#br0" timeOffset="1094">2152 159,'0'0,"18"0,-18 70,0 54,0-1,0-34,0-36,0 17,0-35,0 18,0-17,0-19,0 1,0-1</inkml:trace>
</inkml:ink>
</file>

<file path=ppt/ink/ink14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11:41.29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0,'0'35,"0"18,35 53,0 35,53 36,-52-54,-19-70,19 0,-36 0,17 0,-17 0,35 0,-35-36,0 19,18-36</inkml:trace>
</inkml:ink>
</file>

<file path=ppt/ink/ink14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8:21.98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248 0,'0'0,"-71"18,71 87,-88 37,88-37,0 36,-17-70,-19 52,36-70,-35-17,35-19,0 1,0 0,0 17,0-17,18-1</inkml:trace>
  <inkml:trace contextRef="#ctx0" brushRef="#br0" timeOffset="312">354 106,'0'70,"0"-17,0 35,0 18,0-53,0 0,0-35,0-1,0 1,35 17,0-35,-17 0,0 0,-1 0,36 0,-18 0,-17 0,0 0,17 0,0-17,-35-1,18 0,17-17,-35 17,0 1,0-18</inkml:trace>
  <inkml:trace contextRef="#ctx0" brushRef="#br0" timeOffset="765">601 317,'-18'0,"-17"53,35 36,0 16,-35-16,35 16,-36 1,36-53,0 35,0-70,0 0,0 17</inkml:trace>
  <inkml:trace contextRef="#ctx0" brushRef="#br0" timeOffset="1078">777 335,'0'18,"0"52,0-17,0 18,0-1,0-34,0 16,18-34,17-18,36 0,17-18,-71 1,1-1,17 1,-35-19,18 19,-18-1</inkml:trace>
  <inkml:trace contextRef="#ctx0" brushRef="#br0" timeOffset="1453">1042 388,'-18'0,"-35"35,53 89,0-18,-35 52,0 1,35-53,-36 53,36-18,-17 18,-1-124,-17 53,35-35,0-35,0-1,-18-17</inkml:trace>
</inkml:ink>
</file>

<file path=ppt/ink/ink14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04.89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0 194,'35'0,"-35"18,18 0,-1 17,1-18,0 19,-1-36,1 35,-18-17,18 17,-1-35,1 0,17 0,18 0,-18-18,-17-52,35 34,-36 1,19 0,-36 17,35-17,-17 17,-18 1,35-19,-17 19,-18-1,0 1,17 17,-17-18,18 0</inkml:trace>
</inkml:ink>
</file>

<file path=ppt/ink/ink14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43.88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70,'0'0,"71"-35,-36 35,0 0,18 0,-35 0,-1 0,1 0,17 0,-17 0,0 0,-1 0,19 0,-19 0,1 0,-1 0,19 0,-19 0,1 0,0 0,17 0,-17 0,17 0,-18-18,1 18,0 0,17 0,-17 0,-1 0,1-17</inkml:trace>
</inkml:ink>
</file>

<file path=ppt/ink/ink15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56.72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0 176,'0'-17,"36"17,-36 17,17 19,19 17,-19-36,1 1,-1 17,1-35,0 0,17-35,-17 17,17 1,0-1,0-17,-17 35,17-36,1 1,-19 18,1-19,0 36,17-17,-17 17,-18-18,17-17,1 17</inkml:trace>
</inkml:ink>
</file>

<file path=ppt/ink/ink15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57.64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75 158,'0'0,"-18"0,0 0,1 0,-1-35,18 0,0-1,18 19,17-18,-17 70,-18 0,0-17,53 17,-36 0,1-17</inkml:trace>
</inkml:ink>
</file>

<file path=ppt/ink/ink15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5:58.47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2 178,'0'-18,"0"0,0-17,18 0,-1 35,18-18,1 0,-36 1,35 17,-17 0,17 0,-17-18,-1 18,19 35,-19-35,-17 18,0 0,18-18,-18 35,0-17,0-1,-18 1,1-18,-1 0,0 0,18 18,-17-1,-1 18,18-17,-35 17,35-17,0 0,0 17,0-17,0 17</inkml:trace>
</inkml:ink>
</file>

<file path=ppt/ink/ink15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06.9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0,'17'0,"1"17,17 19,-17-19,-18 1,0 17,53 0,-18-35,-17 0,-1 18</inkml:trace>
</inkml:ink>
</file>

<file path=ppt/ink/ink15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13.47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0,'17'0,"19"0,-19 0,1 0,17 0,-17 0,0 0,-1 0,18 0,-17 0,0 0,17 0,-17 0,-1 0,1 0,17 0,18 0,-35 0,-1 0,19 0,-19 0,1 0,0 0,17 0,-18 0,1 0,0 0,17 0,-17 0,-1 0,19 0,17 0,-36 0,18 0,-17 0,0 0,-1 0,1 0,17 0,-17 0,0 0,-1 0,1 0,-1 0,1 0,0 0,-1 0,19 0,-19 0,1 0,0 0,17 0,-18 0,1 0,0 0,17 0,-17 0,-1 0,1 0,17 0,-17 0,0 0,17 0,-18 0,1 0,0 0,-1 0</inkml:trace>
</inkml:ink>
</file>

<file path=ppt/ink/ink15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6:28.37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51,'0'-18,"18"18,0 0,-1 0,1 0,17 0,-17 0,-1 0,19 0,-19 0,1 0,0 0,17 0,-18 0,1 0,0 0,17 0,-17 0,-1 0,36 0,-18 0,-17 0,0 0,-1 0,19 0,-19 0,36 0,0 0,0 0,-35 0,35 0,-36 0,1 0,35 0,0 0,0 0,-18 0,18 0,-36 0,36 0,-35 0,0 0,17 0,-17 0,-1 0,1 0,17 0,-17 0,-1 0,19 0,-19 0,1 0,0 0,17 0,-17 0,-1 0,1 0,17 0,-17 0,-1 0,1 0,17 0,-17 0,0 0,17 0,-18 0,36 0,-35 0,0 0,-1 0,19 0,-19 0,36 0,-35 0,17 0,-17 0,-1 0,1 0,17 0,-17 0,0 0,-1 0,18 0,-17 0,0 0,-1 0,19 0,-19 0,1 0,17 0,-17 18,-1-18,19 0,-19 0,1 0,0 0,17 0,-17 0,35 18,-36-18,18 0,-17 35,0-35,17 0,-53 0,-35 0,36 0,-36 0,35 0,-35 0,36 0,34 0,19-18,-19 18,-52 0,-18 0,-35 0,35 0,-35 0,17 0,18 0,71-17,52-1,1 0,70 18,53 0,-53 0,-53 0,-52 0,-54 0,-52 0,34 0,-34 0,70 18,53-18,0 0,-36 0,18-18,-35 36</inkml:trace>
</inkml:ink>
</file>

<file path=ppt/ink/ink15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7:46.36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0 200,'18'0,"0"17,-1-17,1 17,0 0,-1-17,1 0,0 0,17 0,-18 0,36 0,71 0,-18 17,35-17,0 33,53-33,-53 50,0-50,0 0,-17 0,-1 0,18 0,0 0,-35 0,35 0,36 0,-36 0,0 0,0 0,35 0,-34 0,16 0,1 0,0 0,-18 0,71 0,-1 0,-52 0,53 0,35 0,-71 0,18 0,-18 0,17 0,37 0,-36 0,-18 0,71 0,-70 0,69 0,-16 0,-54 0,71 0,-35 0,-18 0,0 0,35 0,18 0,-71 0,54 0,17 0,-18 0,0 0,54 0,16 0,-52 0,18 0,-36 0,1 0,-36 0,-18 0,18 0,0 0,-53 0,0 0,0 0,0 0,1 0,-19 0,18 0,-35 0,35 0,53 0,-53 0,53 0,-17 0,-36 0,0 0,-18 0,36 0,-53 0,35 0,-53 0,53 0,0 0,-35 0,35 0,1 0,-1 0,0 0,-53 0,18 0,-18 0,-35 0,-35 0,34 0,-16 0,52 0,-35 0,34 0,1 0,18 0,-18 0,-35 0,35 0,-35 0,0 0,0 0,35 0,-35 0,88 0,36 0,-1 0,71 0,-35 0,-54 0,19 0,-71 0,-53 0,0 0,-36 0,36 0,-35 0,17 0,-17 0,-1 0,19 0,-19 0,1 0,-1 0,-17 17,18-17,53 17,-1 0,1 0,17 16,35 0,-17 1,-18 0,18 32,-35-49,-18-17,35 68,-70-68,52 33,-35-33,36 50,-36-34,1-16,-1 34,18 17,17-18,-34-17,-1 18,71 0,0-1,-1 34,-16-34,16 35,-34-52,-18 18,17-18,-17 1,0 0,0 17,0-18,18 18,-18-1,-36-33,36 17,-18 17,1-34,-19 17,1-1,0 17,17-33,-35 34,35-1,-17 1,17 0,-17-18,17 34,-35-16,35 16,-35-33,0 33,0-33,18 17,-18-18,0 1,0 33,0-17,0-15,0-1,0 32,0-32,0 16,-18 18,1-1,-19-16,36-18,-17 1,17 17,-36-17,19 33,17-34,-35 34,-1-32,1 15,0 0,17 17,-53 18,54-18,-18-34,17 18,0 0,-17-1,0 1,17-18,-17 17,0 2,17-35,-17 16,-18 18,35-18,-35 18,-35 16,53-33,-1 16,19 1,-36-1,0-33,53 18,-35-18,17 16,-17 1,-18-17,18 16,-1 1,1-17,-18 0,35 0,-52 17,35-17,-18 33,-18 1,53-34,-70 17,-18 16,54-33,-19 17,0 0,1 16,17-33,0 0,18 0,-1 16,19-16,-89 68,88-68,-52 0,-1 50,1-17,17-16,-35 50,70-33,-35-18,18 18,17-17,0-17,-17 33,18-33,-1 17,-17 0,17-17</inkml:trace>
</inkml:ink>
</file>

<file path=ppt/ink/ink15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8:10.80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0 265,'35'17,"-17"1,-18-1,35 72,-35-54,18-17,0-1,-1-34,19-19,-36 1,53 0,-53-18,17 18,18-1,-17 1,0 17,17-17,-17 17,-1-17,1 0,17 17,-35 1,0-1,18 18</inkml:trace>
</inkml:ink>
</file>

<file path=ppt/ink/ink15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8:17.75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0,'0'0,"18"70,-18-35,35 1,-17-19,-18 1,53 70,-35-52,-1-19,1-17,17 0,-35-17,53-19,-18-17,-17 36,17-36,-17 17,0 36,-1-17,18-18,-17 17</inkml:trace>
</inkml:ink>
</file>

<file path=ppt/ink/ink15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7:48:36.54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0,'18'0,"17"0,18 0,-35 0,35 0,-36 0,19 0,-19 0,36 0,-35 0,35 0,35 0,18 36,-18-36,18 0,-89 35,89-18,-18 1,-35-18,0 0,0 18,0-18,-35 0,17 0,-17 0,-1 0,1 0,17 0,-17 0,-1 0,19 0,17 0,-36 0,36 0,-35 0,35 0,-36 0,36 0,-17 0,-19 0,1 0,-1 0,19 0,-1 0</inkml:trace>
</inkml:ink>
</file>

<file path=ppt/ink/ink16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0:35.56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4727,'0'-17,"18"17,0 0,70 35,-35 18,17 17,36 1,-53-36,106 71,-53-36,70 19,-123-54,141 53,53-17,88 35,124-54,-1 1,54 53,-18-53,-1-53,-16 0,17 71,35-71,-88 0,-18 0,-35 0,-53 0,-17-36,-1-17,-52 18,-89-35,71-19,-53-34,-17 70,-54-35,36 17,17-35,-70 18,35 0,-35 18,35-36,-53 35,-35-17,18 0,17-71,-53 18,36-35,-36 52,0-35,1 18,-1 18,-35-36,0 71,35-36,-35 54,0-36,0 18,0 35,0-53,-35 71,0-36,-1-35,19 53,-19 0,-52-35,53 53,-53-53,0-18,17 35,36 36,-89-35,89 17,-71-53,53 88,-53-35,36 0,-36-17,18-1,53 54,-36-1,36-17,-36-1,18 1,0 17,-53-17,1 0,52 0,-53-36,0 36,-35 0,0-1,-53 1,0-53,0 53,70-54,-52 1,70 53,0 0,0-36,1 36,16-1,1 19,18-1,17 1,0 17,0-36,0 1,-35 17,70-17,-35 35,0-18,-70 1,35-36,-53-18,17 54,-35-19,124 19,-36-36,36 35,35 1,-35 17,17-18,18 36,0 34,0 1,0 0,0-35,0 35,-35-18,35-17,0-1</inkml:trace>
</inkml:ink>
</file>

<file path=ppt/ink/ink16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00:37.24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0 441,'0'-18,"53"-35,0 53,-35-18,17 18,0-17,-17 17,-1-35,19 35,-19-18,1 18,35-35,0 17,-18 0,-17 18,17 0,0-35,-17 17,17 18,1-17,34-1,-70 1,35 17,18-18,-35-17,35 35,-36 0,1-18,-18 0,35 18,-35-17,18 17</inkml:trace>
</inkml:ink>
</file>

<file path=ppt/ink/ink16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1:37.53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14341 8661,'0'0,"106"18,-71 52,35 36,-34 0,34 0,-70 0,71-1,-71-16,35-36,-35 52,0-52,35 36,-35-37,0 1,0-35,0 17,18-17,-18 0,18 17,-18-18,0 1</inkml:trace>
  <inkml:trace contextRef="#ctx0" brushRef="#br0" timeOffset="2047">15681 1129,'0'0,"36"36,-19 34,1 54,-18-36,35 53,-35-35,0 35,0 0,0-18,0-17,0 35,0 0,0 36,-53-1,53-88,0 36,-35-36,35 18,-35-35,35-19,0 37,-36 16,36 1,-35-35,35-36,-35 71,17-35,18-1,-17 54,-1-89,18 18,0 35,-35-18,35-17,0 0,0 0,0-35,-18 0,18 17,0 18,0-71,0-70</inkml:trace>
  <inkml:trace contextRef="#ctx0" brushRef="#br0" timeOffset="11172">15875 2346,'0'-17,"0"-1,36 18,-19 0,1 0,35 0,0 0,-36 0,19 0,-19 0,1 0,35 0,-18 0,18 0,-35 0,-1 0,36 0,0 0,-35 0,35 0,0 0,-18 0,18 0,-36 0,36 0,0 0,-17-18,-1 18,18 0,-18 0,18 0,-35 0,-1 0,18 0,1 0,17 0,-18 0,18 0,-18 0,0 0,-17 0,35 0,-35 0,35 0,-18 0,-18 0,1 0,17 0,-17 0,35 0,-35 0,-1 0,18 0,-17 0,0 0</inkml:trace>
  <inkml:trace contextRef="#ctx0" brushRef="#br0" timeOffset="13063">17869 988,'35'0,"-35"18,0 35,0 0,0 35,0-35,0 0,0 35,0-35,0 0,0 0,0 17,0-17,0 18,0-36,0 35,0-34,0 17,0-18,0 0,0 18,0-35,0 35,0 0,0 0,0-1,0 1,0-17,0-1,0 18,0-18,0 18,0 0,0 0,-35 0,35 0,0 35,-18-35,-17 106,-1-107,19 72,-19-1,19-52,-1 52,0-17,18-18,0-35,-35 36,35 34,-17-35,17 53,-18-35,0 18,-17-18,35 35,0-36,0-16,0-36,0-1,0 19,0-18,0 18,0-54,0 36,0-18,0-17,0 0</inkml:trace>
  <inkml:trace contextRef="#ctx0" brushRef="#br0" timeOffset="14375">17851 2223,'0'-18,"53"1,0 17,0 0,17 0,54 0,17 0,-53 0,106 0,-53 0,0 0,36 0,-72 0,19 0,-54 0,36 0,-18 0,-35 0,36 0,-19 0,-35 0,54-36,-36 36,-1 0,1 0,0 0,0 0,0 0,0 0,0 0,-35 0,17 0,18-35,-36 35,1 0,17 0,-17 0,0 0,35 0,-36 0,36 0,-18 0,-17 0,35 0,-35 0,17 0,-18 0,36 0,0 0,-35 0,35 0,-35 0,17 0,-18 0,1 0,17 0,-17 0</inkml:trace>
  <inkml:trace contextRef="#ctx0" brushRef="#br0" timeOffset="15593">15681 3863,'18'0,"70"0,53 0,-53 0,89 0,34 0,-69 0,34 0,-35 0,0 0,-35 0,-18 0,-35 0,0 0,0 0,0 0,-18 0,53 0,1 0,-19 0,36 0,-53 0,35 0,18 0,-18 0,18 0,-18 0,36 0,-54 0,-17 0,0 0,0 0,0 0,35 0,0 0,18 0,-18 0,36 0,-54 0,-17 0,0 0,0 0,0 0,0 0,0 0,0 0,-36 0,36 0,0 0,-18 0,36 0,-18 0,17 0,-17 0,36 0,-37 0,1 0,0 0,0 0,-35 0,35 0,-36 0,36 0,-35 0,35 0,-18 0,18 0,-18 0,-17 0,17 0,-17 0,17 0,-17 0,35 0,-36 0,19 0,-1 0,36 36,17-36,18 0,-36 0,-35 0,-17 0,17 0,-17 0,0 0,-1 0,18 0</inkml:trace>
  <inkml:trace contextRef="#ctx0" brushRef="#br0" timeOffset="17296">19968 918,'0'35,"0"-17,0-1,0 1,0 17,0-17,0 35,0-36,-36 19,36-19,0 36,0-35,0 17,-17-17,17-1,0 1,0 35,0-35,-18 17,18-18,0 1,0 17,0-17,0 0,0 17,-18 0,1-35,17 35,0-17,0 35,0-35,0-1,0 19,0-19,0 1,0 35,0-36,0 19,0 17,0-36,0 1,0 17,0-17,0-1,0 1,0 17,0 18,0-35,0 0,0 17,0-18,0 1,0 0,0 35,0-18,0-17,0-1,0 1,-18 17,18-17,0-1,0 19,0 17,-35-36,35 1,0 35,0-36,0 19,0-1,-18 0,18-17,0 35,0-18,0-17,-17-1,17 19,0 17,0-36,0 1,-36 35,36-18,0 18,0-35,-17 17,17-17,0-1,0 1,0 35,0-36,0 19,-36-19,36 1,0 35,0-18,0 18,-17-35,17 35,0-1,0-34,0 35,-18-18,0-17,18 35,0-35,0 52,-17-52,17-1,0 36,0-35,0 0,-36 52,36-52,0-1,0 1,0 35,0-18,-17-17,17-1,0 36,0-17,0-19,0 1,-18 17,18-17,0 0,0-1,0 18,0-17,0 0,-35 35,35-36,0 19,0-19,0 1,0-1,0 19,0-19,0 1,-18 17,-17-17,35 0,0-1,0 18,0-17,0 0,0-1,0 19,-35-36,-1 0</inkml:trace>
  <inkml:trace contextRef="#ctx0" brushRef="#br0" timeOffset="21499">18592 3034,'17'0,"1"18,0 0,-1-1,-17 18,0-17,-17-18,17-18,0 1,0-1,0 1,0-1,0 0,17 18,1 0,0 0,17 0,-35 18,0 0,0-1,-18-17,1 0,-1 0,0 0,1 0,-19 0,36-17,0-1,0-17,0 17,18-17,0 35,-1 0,1 0,0 17,-1 1,-17 17,0-17,0 0,0-1,0 1,-35-18,17 0,1 0,-19 0,36-18,0 1,0-1,18 18,0 0,-1 0,1 0,0 0,-18 18,0-1,0 36,-18-35,0-18,-35 17,36-17,-19 0,36-17,-35-1,35-17,0 0,0-18,0 35,18-17,17 35,18-36,-35 36,-1 0,1 0,17 0,-35 18,0 0,0-1,0 19,0-19,-17 1,-1-18,0 0,-17 0,17 0,1 0,-1 0,0 0,18-18,18 1,35 17,-35 0,17 0,-17 0,-1 17,1-17,-18 18,0 17,0-17,0-1,0 19,-18-36,-35 35,36-35,-19 0,19 0,-1 0,0 0,18-18,0 1,53-36,-35 53,17 0,-17 0,0 0,-1 0,1 0,-18 17,0 19,0-19,0 1,0 0,-35-18,35 17,-36-17,1-35,35 17,0-35,0 18,0 0,0 0,0 17,18-35,17 35,-17 1,17 17,-18 0,1 0,0 0,17 0,-17 0,-1 0,1 0,-18 17,0 1,0 35,0-35,-18 17,-17 0,17-35,-35 18,18-18,18 0,-1 0,0 0,-17 0,17 0,1 0,-36 0,53-18,0 1,0-1,0 0,0-17,0 17,0 1,0-1,17 18,19 0,-1 0,-35 18,18-18,-18 17,0 1,0 17,0-17,0 0,0-1,-18 1,0-18,-17 0,17 0,1-18,17-17,0 0,0 17,0 0,17 1,19 17,-19 0,1 0,0 0,17 0,-17 0,-1 0,18 0,-35 17,0 1,0 17,0 1,-35-19,18-17,-19 0,1 18,35-1,-35-17,17 0,0 0,1 0,17-17,0-18,0 17,17 0,19 1,-19 17,19 0,-19 0,1 0,0 0,17 0,-35 17,0 1,0 0,0 17,-18-35,1 0,-1 35,-17-35,-1-53,36 0,0 36,0-19,71-34,-53 70,-1-18,18 18,-17-17,0 17,-1 0,1 0,0 0,-1 0,1 0,0 0,-1 0,-17 17,0 1,0-1,0 36,-17-53,-36 0,53 18,-18-18,-17 0,35-18,0 1,0-1,0-17,0 17,0 1,17 17,1-18,0 18,-1 18,-17-1,0 1,0 17,0-17,0 17,-17 0,-1-35,-35 0,18 18,17-18,1 0,-1 0,53-35,-17 35,-1 0,1 0,17 0,1 35,-36-17,17-1,-17 36,0-35,0 17,0-17,0-1,-17 36,-19-35,19-18,-1 0,-17 18,17-18,1 0,-1 0,0 0,18-36,0-17,0 36,0-1,18 0,0 18,-1 0,1 0,-1 0,1 18,0 0,-18 17,0-17,0-1,0 1,0 17,-36-35,19 0,-1 0,-17 0,17 0,1-17,17-36,0 35,0-17,0 17,17 0,-17 1,36 17,-1-18,0 18,0 0,1 18,-36-1,0 1,0 0,0 17,0-17,0 35,0-36,-18 36,-17-53,17 18,0-18,1 0,-18 0,17 0,-17-18,35-35,0 36,0-19,17 1,1 35,0-18,-1 18,1 0,-1 0,36 0,-17 0,-19 0,1 0,17 0,-35 18,0 0,0 17,0-17,-17-1,-1 1,-17-18,35-18,-18 18,18-17,-35-1,-18-35,35 18,18-1,-17-34,17 52,0 1,17 17,18 0,-17 0,17 0,-35 35,0-18,0 1,0 17,-17 1,-36-19,-18 19,18-36,36 0,-1 35,-17-35,17 0,1 0,-19 0,19 0,-19 0,36-18,0-17,0 17,0 1,0-19,0 1,18 35,0 0,17 0,-17 0,-1 0,1 0,-1 18,-17-1,0 19,0-19,0 1,-17-18</inkml:trace>
  <inkml:trace contextRef="#ctx0" brushRef="#br0" timeOffset="74672">16493 1606,'35'70,"53"-35,-35 89,18-54,-18 1,52 35,-87-89,0 1,17 0,-17 35,17-53,-18 35,-17-53</inkml:trace>
  <inkml:trace contextRef="#ctx0" brushRef="#br0" timeOffset="75141">17039 1641,'-17'-18,"-54"53,54 1,-36 17,-35 35,88-53,-71 36,53-54,-17 1,0 35,17-35,-17 17,17 0,1-17,-1 17,-17-35,-1 0,19 35</inkml:trace>
  <inkml:trace contextRef="#ctx0" brushRef="#br0" timeOffset="76032">18592 1412,'17'0,"36"0,-17 17,-1 36,0 0,-17-18,-1 18,1 0,0-18,-18 1,17-36,-17 35,18-35</inkml:trace>
  <inkml:trace contextRef="#ctx0" brushRef="#br0" timeOffset="76454">18927 1464,'-18'0,"-35"0,-17 0,17 36,-18-19,36 1,0 0,17-1,0 1,-17 0,0-1,35 1,-35-1</inkml:trace>
  <inkml:trace contextRef="#ctx0" brushRef="#br0" timeOffset="77110">20532 1447,'0'-18,"53"36,35 17,-35 53,-18-52,18 52,-35-71,17 54,0-36,-35-17,18-1,0-17</inkml:trace>
  <inkml:trace contextRef="#ctx0" brushRef="#br0" timeOffset="77485">21096 1517,'0'-17,"-52"52,-19 18,18 17,-53 1,71-36,-53 36,52-54,1-17,35 18,-17 0,-1-18,18 17,0 19,0 17</inkml:trace>
  <inkml:trace contextRef="#ctx0" brushRef="#br0" timeOffset="77922">21026 2452,'0'0,"0"71,35-1,0-17,-17-17,-18 16,35-16,-17-1,-18-17,0 17,18-35,-18 35,0-17,17-1,1-17</inkml:trace>
  <inkml:trace contextRef="#ctx0" brushRef="#br0" timeOffset="78375">21220 2611,'0'-18,"-71"18,1 53,-54 0,89 0,-18-18,-53 71,0-71,71 1,0-1</inkml:trace>
  <inkml:trace contextRef="#ctx0" brushRef="#br0" timeOffset="79079">19597 4146,'0'0,"53"0,-18 17,1 18,-19 36,19-18,-1 0,-18 0,-17-36,36 54,-19-36,1-17,0 0,-1-1,1 1</inkml:trace>
  <inkml:trace contextRef="#ctx0" brushRef="#br0" timeOffset="79469">20144 4198,'-35'71,"-71"0,35-1,1-17,17-18,35 1,-17-36,17 17,1 1,-19 17,19-17</inkml:trace>
  <inkml:trace contextRef="#ctx0" brushRef="#br0" timeOffset="80282">18521 4146,'35'17,"1"54,-1-1,0 18,-17 1,0-19,-1-52,-17 35,0-18</inkml:trace>
  <inkml:trace contextRef="#ctx0" brushRef="#br0" timeOffset="80719">18839 4110,'0'-17,"-71"70,18 35,0-35,-53 52,36-34,17-36,-35 36,70-71,18 35,-35-17,35-1,-18-17,1 18,-19 35</inkml:trace>
  <inkml:trace contextRef="#ctx0" brushRef="#br0" timeOffset="81454">16299 4216,'0'18,"105"52,1 36,-17-18,-54 1,53 16,-53-52,1-17,-19-1,-17-18,18 19,-18-19</inkml:trace>
  <inkml:trace contextRef="#ctx0" brushRef="#br0" timeOffset="81938">16793 4375,'-36'17,"1"36,-36 0,54 18,-54-18,36-18,0 0,17-17,0 0,18 17,-17-35,-1 18,18-1</inkml:trace>
  <inkml:trace contextRef="#ctx0" brushRef="#br0" timeOffset="82595">16722 2770,'18'35,"35"0,-1 53,-34-35,35-17,0 52,-35-71,34 72,-34-72,17 36,-17-17,17-19</inkml:trace>
  <inkml:trace contextRef="#ctx0" brushRef="#br0" timeOffset="83063">17216 2664,'0'35,"-35"-17,-18 35,0 0,-35 0,52-18,-17-18,18 36,17-53,-17 18,0 0,0 17,17-35</inkml:trace>
  <inkml:trace contextRef="#ctx0" brushRef="#br0" timeOffset="99424">2382 0,'0'0,"0"89,-53-19,35-17,0-35,-17 35,0 17,35-17,-18 18,18-1,0-17,0-35,0 35,0-36,0 19,0-19</inkml:trace>
  <inkml:trace contextRef="#ctx0" brushRef="#br0" timeOffset="196190">24236 10125,'18'0,"17"0,-17 0,-1 0,1 0,35 0,35 0,-35 0,53 0,-36 0,-34 0,17 0,-36 0,1 0</inkml:trace>
  <inkml:trace contextRef="#ctx0" brushRef="#br0" timeOffset="197128">24360 8732,'0'0,"35"17,35 36,1-18,-36 1,1-19,-1 19,35 17,-52-18,17-17,-17-18,17 35,-17-18,17-17,-17 0,-1 36,1-36,-18 17,18-17,-1 36,1-36,-18 17</inkml:trace>
  <inkml:trace contextRef="#ctx0" brushRef="#br0" timeOffset="200409">13318 3722,'0'-17,"35"17,18 0,0 0,35 0,-35 17,53-17,35 0,-18 0,-52 0,70 0,0 0,-53 0,18 0,-53 0,0 0,0 0,-35 0,34 0,-34 0,17 0,-17-17</inkml:trace>
  <inkml:trace contextRef="#ctx0" brushRef="#br0" timeOffset="202988">7409 6686,'17'0,"54"0,35 0,35 0,0 0,-18 0,1 0,-36 0,18 0,-53 0,35 0,-35 0,0 0,0 0,35 0,-35 0,-36 0,54-36,-36 36,18 0,-17 0,-19 0,18 0,1 0,-1 0,18 0,-35 0,34 0,37 0,-54 0,0 0,-17 0,70 0,-53 18,18-18,0 0,0 18,0-18,0 35,-18-18,-17-17,-1 0</inkml:trace>
  <inkml:trace contextRef="#ctx0" brushRef="#br0" timeOffset="205113">22119 2911,'0'0,"18"-18,0 18,17 0,-17 0,-1 0,19 0,-36 18,0 17,0-17,0 35,0-18,0 18,-18-53,0 35,-17-35,17 0,-17-18,0-87,35 34,0 36,0-18,0 18,17 35,19 0,34 0,-17 0,-17 35,-19-17,1-1,-1 18,-17 18,0-17,18-1,0-35,-18 35,0-52,0-1</inkml:trace>
  <inkml:trace contextRef="#ctx0" brushRef="#br0" timeOffset="-188552.73">16775 3757,'0'0,"53"0,0 0,-36 0,36 36,-17-36,16 35,-34-35,17 18,-17-18,53 35,-54-35,1 0,35 18,-36-18,54 35,-18 0,0-17,-36-18,19 35</inkml:trace>
  <inkml:trace contextRef="#ctx0" brushRef="#br0" timeOffset="-187396.73">17604 4004,'35'0,"71"-35,88 0,18 35,35-35,0-54,0 1,0 18,35-1,-124 18,37-35,-37 17,-34 19,-36-1,-70 35,34-17,19 17,-36-35,-17 35,17-17,-17-18,17 0,-35 0,53-17,-53 17,0 35,0-35,0 36,0-1,0-35,0 18,0-18,0 35,0 1,-18-36,-17 18,0 17,-18-35,35 53,-17-18,-18 1,53-1,-53 0,36 18,-19 0,19 0,-1 0,-35 0,-35 0,-36 0,-34 0</inkml:trace>
  <inkml:trace contextRef="#ctx0" brushRef="#br0" timeOffset="-186177.73">10249 4304,'-18'0,"18"-70,0-1,106-35,52-17,-34 35,17-36,-106 71,1 0,-36 36,0-36,0 0,0 18,0 17,0-17,-36 17,19 18,-1 0,-35-35,0 35,-35 0,-53 0,0 0,35 0,18 17,-18 54,0 0,18 17,53-35,35 52,0-52,0 0,0 0,17-17,54 16,-1 19,-17 0,53-1,-35-17,-18 18,0-54,-36 18,18 1,-35-1,0 36,18-36,-18-17,0-1,0 18,-18-35,1 36,-54-1,54-35,-36 0,35 0,0 0,-17 0,-18 0,0-18,0-17,18 17,-18-17,18 35,17-35,18 17,-35-35,35 18,0-53,0 70,0-35,18 18,70-18,35 0,-17 18,-35 35,-1 0,-17 0,-35 0,17 0,-17 0,-1 0,19 0,-1 53,0 0,-35 53,35-18,-35-35,0 0,0-36,18-17,-18 36,53-19,-53 1,18-18,35 17,-18-17,-18 0,1 0,35-17,-53-18,53-18,-35 0,17 0,0 0,-35 0,18 18,-18-18,0 35,0 0,0 1,-18 17,18-18,-17 18,-1 0,-35-35,35 35,-35 0,18 0,-18-18,36 18,-36 0,35 0,-35 0,18 0,17 0,-35 0,36 0,-19 0,19 0,-1 36</inkml:trace>
  <inkml:trace contextRef="#ctx0" brushRef="#br0" timeOffset="-184552.73">12048 2770,'17'0,"1"17,0 72,-18 52,35 17,-35 19,0-71,0 17,0-70,0 35,0-70,0 35,0-18,0-17,0-1,0-34,0-19,0 19,0-1,0 0,0-17,0 18,-18-19,18 19,0-1,0 0,0-17,0 17,0 1,0-1,0-17,0 17,0 1,18-19,17 19,-35-1,0 0,18 1,-1 17,1-18,17 18,-17 18,17-18,1 35,16-17,-34-18,0 17,-18 1,35 0,0-1,-35 1,-17-18,-1 0,0 0,-17 0,17 0,1 0,-18 0,17 0,-17 0,17 0,0-18,1 18,-1-17,0-1,1 0,17 1,-18 17,18-18,18 18,-1 0,1 35,17-17,-35 0,18-18,-18 17,18-17,-18 18,17 0,19-18,-19 35,18-18,-17 1,17 35,-17-35,17 17,-17-17,0-1,-18 1,17-1,1-17,-18 18,17-18,-17 18,18-18,-18 17,18 1,-1 0,19-1</inkml:trace>
  <inkml:trace contextRef="#ctx0" brushRef="#br0" timeOffset="-36394.73">15117 2734,'-18'-17,"1"17,-19 0,-17 0,0 0,36 0,-1 0,-35 17,-17 1,34 17,1 18,-35 18,34-36,1 18,17 18,18-19,-35 1,35 0,-35 0,35 0,0-35,0 35,0-18,0 18,0-18,0 53,0-35,0 0,0 53,0-53,0 0,0 0,0-36,0 36,17 0,-17-35,36 35,-19 0,1 0,-18-18,35-17,1 52,-19-17,19-35,-19 17,1 0,-1 1,1-19,-18 18,18-17,-1 0</inkml:trace>
  <inkml:trace contextRef="#ctx0" brushRef="#br0" timeOffset="-35550.73">13917 4604,'36'0,"17"0,0 0,-1 18,1 17,36-17,-19 17,1 0,-1-17,18 35,-17-36,-53-17,70 36,-71-19,1-17,17 18,-17 0,0-18,17 0,-17 0,-1 17,1-34,-18-36,0 35,0-17,0 17,0 1,0-19,0 1,0 17,0-17,0 17,0 1,0-18,0 17,0-35,0 35,0 1,0-19,0 19,0-1,0-17,0 17,0-35,0 36,0-1,0-17,0 17,0 0,0-17,0 18,0-1,0 0</inkml:trace>
  <inkml:trace contextRef="#ctx0" brushRef="#br0" timeOffset="-29190.73">24995 1941,'17'17,"-17"36,0 0,0 35,0 1,0-37,0 37,0 16,0-52,0 0,0 0,0-35,0 35,0-36,0 1,0 17,0-17,0 0,0-1,0 19,0-19,0 1,0-1,0 1,0 0</inkml:trace>
  <inkml:trace contextRef="#ctx0" brushRef="#br0" timeOffset="-28221.73">25118 3511,'0'35,"0"18,0-18,0 18,0-18,0-17,0 52,0-52,35 53,-35-54,0 71,0-70,0 17,18 18,-18-35,0 35,18 17,-1-52,-17 17,0 18,0-35,0 35,0-18,0-17,0 35,0-36,0 1,36-18</inkml:trace>
  <inkml:trace contextRef="#ctx0" brushRef="#br0" timeOffset="64829.27">688 4939,'0'-17,"0"-1,0-17,0 17,0-35,0 36,-17-1,-1 18,0 0,-17 0,17 0,-35 0,1 0,-72 88,18-17,-17 34,88-69,-1 70,1-53,17 17,18-17,0-35,0 35,0-36,0 1,0-1,18 1,0-18,-1 0,19 0,-19 0,36 0,35 0,0 0,36-35,-36-53,71-36,-71-17,-17 70,-36-34,18-72,0 54,0-71,-53 53,0 52,17 19,-17 17,0 71,36 70,-36 53,35 0,-35-35,0-18,0 18,0-18,0 53,0 0,-53-35,53 18,-35-54,35-35,17-35</inkml:trace>
  <inkml:trace contextRef="#ctx0" brushRef="#br0" timeOffset="65673.27">1482 4745,'0'0,"0"18,0 158,0 36,0 88,-53-89,18 1,0-18,-18-70,35-1,-17-70,35-35,0 17,0-17,0-54,-36-87,36-18</inkml:trace>
  <inkml:trace contextRef="#ctx0" brushRef="#br0" timeOffset="66048.27">1764 4463,'0'0,"35"-18,-17 18,17 0,1 36,17-1,17 18,-52-53,-1 0,-17 18,0 17,0 53,0-35,0 35,-88 18,-18-36,-35 19,71-36,-36 17,35-35,18-17,53 0,-17-18,-1 17</inkml:trace>
  <inkml:trace contextRef="#ctx0" brushRef="#br0" timeOffset="66407.27">2470 4410,'0'-18,"17"18,1-17,0-1,-1 18,1 0,17 0,36-17,-71-1</inkml:trace>
  <inkml:trace contextRef="#ctx0" brushRef="#br0" timeOffset="66657.27">2681 4322,'-35'70,"0"72,-53-1,17 17,36-52,35-18,0-35,-18 18,18-18,0-18,0 0,0 1,35-19,-17-17,35 0,-18 36,18-36,0 0,35 0,-35 0</inkml:trace>
  <inkml:trace contextRef="#ctx0" brushRef="#br0" timeOffset="66970.27">3158 4869,'17'0,"-17"17,0 72,0-1,0-18,0 1,0-18,0-18,0 18,0-35,0-1,0 1</inkml:trace>
  <inkml:trace contextRef="#ctx0" brushRef="#br0" timeOffset="67345.27">3387 4040,'18'-18,"-1"18,19 35,-36 1,0-19,0 1,0 35,0-36,17 36</inkml:trace>
  <inkml:trace contextRef="#ctx0" brushRef="#br0" timeOffset="67673.27">3599 4216,'0'0,"35"0,18 0,0 0,0 0,0 0,0 0,-36 0,1 0,-1 0,19 0,-19 0,19 0,-19 0,1 18,17 52,-17-17,-1-18,19 1,-36-1,17 36,-17-18,0 35,0 53,0-53,-53 18,18 0,-18-18,36-35,-19-36,1 36,17-17,1-19,-18 1,17 0,0-18,1 0,-19 0,19 0</inkml:trace>
  <inkml:trace contextRef="#ctx0" brushRef="#br0" timeOffset="68376.27">4763 3828,'53'18,"0"-1,-18-17,35 36,-34-36,-19 0,1 0,0 0,-1 17,1-17</inkml:trace>
  <inkml:trace contextRef="#ctx0" brushRef="#br0" timeOffset="68673.27">5027 4040,'0'0,"-53"141,1-35,52-1,-36 19,-17 17,-17 0,-1 0,36-53,0 18,17-53,18 0,0 0,0 0,0-18,18 1,17-19,-17-17,17 0,53 0,-35 0,0 0,0 0,35 0,-35 0</inkml:trace>
  <inkml:trace contextRef="#ctx0" brushRef="#br0" timeOffset="69061.27">5186 5027,'0'-52,"0"34,35-70,-17 70,17 0,18-52,-17 35,-1-1,-35 1,17 35,1-53,17 0,-17 18,-18 17,18-17,-1 17,-17 1,0-36,0 35,0 1,18 69,-36 72,-17 70,-53 18,53-18,-18-36,0 19,17 17,-52-71,53 1,-36-18,71-18,-53-53,1 18,34 0,-17-53,-36 70,36-34,0-19,-18-17,-18 36,53-36,1 0,-18 0,17 17,0-17,-17 0,17 0,1-35,-19 17,1-35,17 18,-17 0,35-53,0-53,0 88,0-71,124 1</inkml:trace>
  <inkml:trace contextRef="#ctx0" brushRef="#br0" timeOffset="70045.27">5433 3969,'18'18,"-18"-1,17 19,1-1,-18 18,0-18,18 18,-18-35,35 17</inkml:trace>
  <inkml:trace contextRef="#ctx0" brushRef="#br0" timeOffset="70436.27">5751 4040,'35'0,"-17"0,-1 0,1 0,17 0,-17 0,35 0,-36 0,1 0,17 0,0-18,-17 0,0 18,-1 0,1 0,17 0,-17 0,0 0,-1 0,-17 18,0 35,0-35,0 17,0 18,0-36,0 1,0 0,0 17,0-17,0-1,0 19,0 16,0-34,0 0,0-1,0 36,0-17,0 17,0-36,0 1,0-1,0 19,0-19,0 19,0-19,0 36,0-35,0-1,0 1,0 17,0-17,0 0,-17 17,17-17,0-1,0 18,0-17,0 0,0 17,-18-17,18-1,0 1,0 17,0-17,0 0,-18 17,1 0,-1-35,-17 18,17-18,0 0,-17 0,18 0,-1 0,-17 0,17 0,0 0,1 0,-19 0,19 0,-1 0,-17 0,17 0,1 0,-1 0,-17 0,17 0,0 0,-35-18,36 0</inkml:trace>
  <inkml:trace contextRef="#ctx0" brushRef="#br0" timeOffset="73949.27">4939 3916,'0'-35,"18"35,-1 0,1 0,17 0,-17 0,0 0,-1 0,36 0,-17 0,-19 0,1 0,17 0,-17 0,-1 0</inkml:trace>
  <inkml:trace contextRef="#ctx0" brushRef="#br0" timeOffset="75012.27">5080 3828,'-17'0,"17"18,0 17,0-17,0-1,-18 1,18 17,-35-17,17 17,18-17,-18-1,18 19,-17-36,-1 17,18 19,-17-36,-1 17,18 18,-18 1,18-19,0 1,-35 0,35-1,0 19,0-19</inkml:trace>
  <inkml:trace contextRef="#ctx0" brushRef="#br0" timeOffset="136171.27">8308 1570,'0'0,"0"141,36-17,34-1,18 36,0-35,18 34,53-52,35 18,-35-54,-18 18,-35-52,0-19,-18 19,-71-19,1 1</inkml:trace>
  <inkml:trace contextRef="#ctx0" brushRef="#br0" timeOffset="136952.27">6633 4093,'35'0,"35"-36,-17 36,0 0,0 0,0-17,35 17,0-18,-88 0,18 18,35 0</inkml:trace>
  <inkml:trace contextRef="#ctx0" brushRef="#br0" timeOffset="137577.27">6738 4181,'-17'35,"17"0,0 18,0-35,0 35,-36 0,36 0,-17 0,-18 17,35-52,0 35,0-36,0 36,0-35,0 17,0 18,0-35,0-1,0 19,0-1,-36 0,36-17,0 17,0-17,0-1,0 1,0 17,0-17,0 0,0 17,0-17,18-18,0 0,17 0,-18 0,1 0,0 0,17 0,-17 0,-1 0,19 0,-19 0,1 0,17 0,-17-18</inkml:trace>
  <inkml:trace contextRef="#ctx0" brushRef="#br0" timeOffset="143624.27">7532 4216,'0'106,"0"35,0 71,-35 52,-53 89,-1-106,54-35,-35-36,34-88,19 36,-1-89,0 18,18-35,-17-1,17-52,0-18</inkml:trace>
  <inkml:trace contextRef="#ctx0" brushRef="#br0" timeOffset="144671.27">7673 4040,'36'0,"-19"0,18 0,-17 0,0 0,35 0,-36 0,19 0,16 0,-34 0,0 0,17 17,-17-17,-1 0,19 36,-19-36,1 17,-1 1,1 0,0-1,-18 1,17 17,-17-17,0-1,0 1,0 0,0 17,0-17,0-1,0 18,0-17,0 0,0-1,0 1,0 0,-17-1,-1-17,0 36,1-36,-18 17,17-17,0 0,1 0,-36 18,0-18,18 18,-1-1,1-17,17 0,1 0,-1 0,-17 0,17 0,1 0,-1 0,0 0,1 0,-1 0,18-17,-35-1,17-17</inkml:trace>
  <inkml:trace contextRef="#ctx0" brushRef="#br0" timeOffset="145999.27">8149 3475,'0'0,"18"0,17 0,18 0,-35 0,35 0,-35 0,34 0,1 0,0 36,-17-36,16 0,1 0,0 0,-35 17,70-17,-35 35,0-35,18 0,-36 0,18 0,-53 36,0-19,0 1,0 17,0 18,0 0,-18 0,18 35,0 18,0-18,-18 71,1-71,17 0,-35 18,-1 35,19-70,17-18,-53 53,35-71,0 0,18-17,-17 17,-1-17,0-1,1 19,-1-1,1-17,-36-1,53 1,0 0,-18-18,18 17,0 1,-35-18,17 17,0-17,-17 0</inkml:trace>
  <inkml:trace contextRef="#ctx0" brushRef="#br0" timeOffset="148531.27">9120 2928,'-18'0,"0"0,1 0,-19 0,19 0,-36 0,35 0,-35 0,36 0,-19 0,-17 0,36 0,-1 0,-17 0,0 0,-1 0,1 0,0 0,17 0,-17 0,17 0,-35 0,36 0,-1 0,-17 0,17 0,1 0,-36 0,17 0,19 0,-19 18,19 0,-19-18,19 0,-18 0,17 0,-17 0,17 17,0-17,-17 0,-18 18,18-18,0 0,-18 0,17 18,1-1,18-17,-19 18,-17-18,0 35,36-35,-36 18,18-18,17 0,0 0,1 0,-19 17,19 1,-1-18,0 18,-34-1,16 1,1 17,0-35,-36 53,54-35,-19 17,19-17,-1-1,0 1,-17 0,17 17,-35-17,36-1,-18 19,17-19,-17 18,17-17,-17 17,-1 1,36-19,-17 19,17-19,-35 36,17-35,-17 35,17-18,18-17,-18 17,18-17,0-1,-35 1,35 17,0 0,-18 1,1 17,17-36,0 1,0 70,0-35,0 0,0 0,0 0,0 35,0-70,0 70,17-18,1-34,-18 16,18 1,-1 18,1-18,0 0,17 0,35 105,-34-69,-19-36,19-1,-1 19,-35-53,18-1,-1 1,1 17,-1-17,1-18,35 35,0-17,-35-18,35 35,-1-35,-16 18,-19-18,1 0,17 0,-17 0,0 0,-1 0,18 0,18 0,0 0,-17 0,34 0,-17 0,0 0,0 0,0 0,0 0,-36 0,36 0,0 0,0 0,0-36,18 1,-19 17,37 18,-19-35,-17 0,0 17,18-17,17 0,-53 17,53-17,-52 17,16 1,1-36,0 35,-17-17,52 17,-35-52,17 34,-34 36,16-70,19 34,-36 1,-17 17,52-52,-52 52,35-17,-18 17,-17-17,17 0,1 17,16-35,-34 36,0-19,17 19,-35-1,35-35,-17 18,17 0,-35 17,18-35,17 18,-17-1,-18 1,0 0,35 17,-35-17,0 0,0-1,0 19,0-1,0-35,0 0,0 36,0-36,-18 18,18 17,-17-17,17 17,-18 0,18-17,-35-18,17 18,1 0,-1-18,0 0,-17 35,35 0,-18-52,-52 17,70 35,-18-17,-17 17,35-34,-35 34,35 0,-36 1,36-19,-35 19,17-19,-17 36,17-17,1-19,-18 19,17 17,-17-35,17 35,0-18,-35 18,18-18,18 18,-19-17,19 17,-19-18,36 0</inkml:trace>
  <inkml:trace contextRef="#ctx0" brushRef="#br0" timeOffset="167652.27">15152 4057,'0'0,"106"0,53 0,35 0,0 53,0-17,-53-1,-18 18,-34-36,-37 19,-16-19,-19-17,-17 18,18 0</inkml:trace>
  <inkml:trace contextRef="#ctx0" brushRef="#br0" timeOffset="170121.27">22031 4657,'-17'0,"17"-18,35 1,-35-1,35 18,0 0,-17-35,0 35,-1-35,1 35,17-18,-17 0,70-35,-70 36,-1-19,1 36,0-17,-18-1,17-17,-17 17,18 1,-18-19,0 19,18 17,-1 0,1-18,0 0,-18 36,0 35,0-18,0 18,-36-18,36 1,0-19,-17 54,17-53,-36 35,36-1,-35 1,35-17,-18 17,1-18,17 18,-18-18,1-17,-1-1,-17 36,17-18,-35 18,18-35,17 35,0-35,-34 17,16-17,19-1,-1-17,-17 35,17-35,0 0,-17 0,18 0,-1 0,0 0,-17 0,17 0,-17-35,35 18,0-1,0-35,0 0</inkml:trace>
  <inkml:trace contextRef="#ctx0" brushRef="#br0" timeOffset="171558.27">22754 3511,'18'17,"-18"18,0 1,-18-19</inkml:trace>
</inkml:ink>
</file>

<file path=ppt/ink/ink16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3:17.88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211 329,'0'0,"0"104,0-18,0-35,0 35,0 18,0-18,0 17,0-51,0 0,0 34,0-69,0 0</inkml:trace>
  <inkml:trace contextRef="#ctx0" brushRef="#br0" timeOffset="468">457 70,'0'0,"35"-16,17 16,1 0,0 0,-1 0,0 0,37 0,-72 0,35 0,1 0,35 0,-36 0,1 0,0 0,0 0,-1 0,-35 0,19 0,-19 0,1 0,17 0,-17 0,17 0,-18 0,1 34,17-34,-18 52,1-36,0 2,-1-1,19 35,-36-35,17 35,-17-17,0 51,0-35,0-34,0 52,0-34,0 16,0-33,0 16,0 18,0-36,0 36,0-34,0 16,0 1,0-1,0-16,0-1,0 17,-35-17,35 1,0 16,-18-16,18-2,0 2,0-1,0 0,-17 1,17-2,-18-16,18 18,-18-1,1 0,-1-17,1 0,-1 0,18 18,-34-18,16 17,0-17,1 0,-19 0,-17 0,36 0,0 0,-36 0,0 0,0 0,2 0,15 0,-17 0,36 0,-36 0,35 0,2 0,-37 0,0 0,17 0,19 0,-35 0,-1 0,35 0,-35 0,18 0,17 0,-33 0,33 0,0 0,-17 0,17 0,1 0,-1 0,-16 0,16 0,1 0,-19 0,1 0,17-17</inkml:trace>
  <inkml:trace contextRef="#ctx0" brushRef="#br0" timeOffset="7601">772 398,'35'0,"-17"35,17 16,-17-16,16 16,-34-16,18-18,-18 0,17 18,-17-18,0 0,18 1,17-18,-17 0,17-52,-17 17,16-17,-16 1,17 16,-17-17,17 36,-35-2,0-16,18 16,-18 2,17-2</inkml:trace>
  <inkml:trace contextRef="#ctx0" brushRef="#br0" timeOffset="12586">2107 36,'34'0,"-16"0,34 0,1 0,-35 0,34 0,1 0,35 0,-36 0,36 0,-35 0,-1 0,1 0,0 0,0 0,-1 0,1 0,17 0,-35 0,35 0,0 0,-34 0,16 0,-35 0,1 0,17 0,-17 0,0 52,-1-52,-17 52,0 34,0-52,0 1,0 51,0-52,0 18,0-18,0 35,0-34,0-1,0-17,0 18,0-18,0 17,0 0,0 2,0-20,0 2,0-1,0 35,-35-35,17-17,1 17,-19 18,19-35,-53 17,52-17,-17 34,0-34,17 0,1 0,-18 0,-18 0,-17 34,-17-34,69 0,-35 0,-17 0,35 0,-53 0,35 0,1 0,35 0,-19 0,19 0,-1 0,-17 0,17 0,1 0,-1 0,-16 0,16 0,0 0,18 18,-53-18,36 0,-1 0,-17 0,17 0,-16 0,-37 18,18-18,18 34,-17-34,-1 0,0 0,1 0,35 17,-1-17,-35 0,18 35,17-35,1 0</inkml:trace>
  <inkml:trace contextRef="#ctx0" brushRef="#br0" timeOffset="14112">2107 536,'0'0,"16"0,20 0,-1 0,0 51,-17 53,17-53,-1 1,-16 17,-18-52,18-17,34-34,19-18,34-51,18-18,-35 52,0 17,-54-16,1 50,-35 2,18-19,0 18</inkml:trace>
  <inkml:trace contextRef="#ctx0" brushRef="#br0" timeOffset="15112">1140 553,'0'17,"0"0,0 1,0-1,0 17,-51 1,-20-35,18 0,0 0,19 0,-1 0,17-52,18 35,0 0,0-35,0 0,0 35,0-34,71 16,-71 18,16 17,19 0,-35 34,0 0,0-16,0 34,0-35,0 34,0-33,0 33,-17-16</inkml:trace>
  <inkml:trace contextRef="#ctx0" brushRef="#br0" timeOffset="15878">632 812,'53'0,"-19"0,1 0,1 0,-1-36,-17 36,-1 0,1 0</inkml:trace>
  <inkml:trace contextRef="#ctx0" brushRef="#br0" timeOffset="16222">825 674,'18'52,"-18"-36,0 36,0 0,0-18,0 18,0-35,0 1,0-1,0 17</inkml:trace>
  <inkml:trace contextRef="#ctx0" brushRef="#br0" timeOffset="16534">843 1018,'-36'0,"-52"0,1 35,-53-35,105 34,-18-34</inkml:trace>
  <inkml:trace contextRef="#ctx0" brushRef="#br0" timeOffset="16753">474 812,'0'0,"70"0,-53 0,1 34,70-17,-36 18,-34-18,52 17,-52-16,53 16,-37-17,72 52,-53-51,51 16,-15 18,-2-18,1-17</inkml:trace>
  <inkml:trace contextRef="#ctx0" brushRef="#br0" timeOffset="18003">1720 1448,'0'0,"17"0,36 70,-18 16,-35 17,36 35,-36-34,17-1,1-17,-18-17,17-34,-17-1,35 17,-18-33,-17 16,18-34,-18 18,18-18,-1 0,19 34,33-34,2 0,87 0,-17 0,16 0,-69 0,17 0,-17 0,-71 0,36 0,0 0,-35-18,17 18,17 0,-17 0,-17-16,-1 16,1 0,35-18,-36 18,18 0,-17-17,-1 0,1-18,17 18,-17-34,51-19,-33 18,-36 1,0-35,35-18,-35 18,0-51,0 33,0-34,0 52,0 35,0 16,0-16,0 16,-18 35,1-35</inkml:trace>
  <inkml:trace contextRef="#ctx0" brushRef="#br0" timeOffset="18847">2440 1673,'0'0,"53"52,-19-18,-16 0,17 18,0-34,-35-2,18-16,-18 18,35-18,-17 0,34 0,36-18,17-84,-17 50,-35-35,-18 36,-35 34,0-35,0 18</inkml:trace>
  <inkml:trace contextRef="#ctx0" brushRef="#br0" timeOffset="19690">0 1621,'0'0,"35"52,-35-18,35 18,-35 0,0 0,0 16,0 18,0-34,0 35,0-1,0-18,-17 19,17-36,0 0,0-33,0 0,0-2,0 19,0-18,0 0,0 18,0-18,0 17,17 1,18-18,-18 1,1-18,53 34,-18 0,-2-34,2 0,36 18,51-18,0 0,35 0,-16 0,34 0,-53 0,0-18,-16-34,-89 36,17-2,1 18,-18-34,-17 34,17 0,-1-18,-16 18,17 0</inkml:trace>
  <inkml:trace contextRef="#ctx0" brushRef="#br0" timeOffset="20691">719 1983,'35'17,"-17"52,17 34,1-51,-19 0,19-18,-36 18,16-17,2-35,52 0,-17-87,-1 35,-17-50,54 15,15-16,-68 34,52-51,-53 68,-18 17,18 18,-17 17</inkml:trace>
</inkml:ink>
</file>

<file path=ppt/ink/ink16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0:15.29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2362 53,'-35'0,"17"-18,1 18,-19 0,-17 0,36 0,-1 0,-35 0,0 0,0 0,18 0,-18 0,36 0,-36 0,0 0,-35 0,70 0,-35 0,-53 36,53-1,18-35,0 0,-53 18,17 17,-17-35,17 18,-17-1,53-17,-36 53,36-53,-18 0,0 35,-17-35,34 18,1 17,-18-35,0 18,18 0,17-1,-35 1,0-18,36 35,-1-35,-52 18,52 17,-53 0,36 1,17-19,-34 54,52-36,-36 36,36-18,0 35,0-35,0 35,0-35,0 0,0 0,0-36,36 19,-19-19,18 1,-17 17,17 0,1 1,-19-36,36 17,0-17,18 18,-18 0,35-18,0 0,0 0,18 0,-18 0,53 0,-35 0,35 0,-17 0,-18 0,-1 0,37 0,-90 0,72 0,-36 0,18 0,-36 0,1-18,35-17,-36 35,1 0,35-36,0 36,-18 0,-35-17,53 17,-1-36,-52 36,0 0,0-35,-18 18,18-1,-35 0,17 1,-17-1,17 18,18-35,-35 17,-1 0,1 1,0-1,-1 0,1-17,0 35,-1-17,1-1,-18 0,35 1,-35-1,0 0,0-17,0 17,0 1,0-1,0-17,0 17,0 1,0-19,0-17,0 36,-17-36,-1 18,18 17,-18 0,-17 1,17-19,-17 19,17-19,1 36,-19-17,36-1,-35 18,0-17,0 17,17-18,0 18,-17 0,35-18,-18 18,-17 0,0-17,17-1,1 18,-1 0,-17 0,-18 0,35 0,-17 0,17-18,-17 18,-53 0,0-35,17 35,-35 0,18-35,-18 35,18-35,-18 35,36-36,-72 36,19-35,-53 0,52-1,-17 36,88-17,-53 17,53 0,36 0,-1-18,0 18</inkml:trace>
  <inkml:trace contextRef="#ctx0" brushRef="#br0" timeOffset="2733">3385 1253,'18'0,"0"0,-1 17,54 36,-36-18,0-17,18 35,-35 0,52 0,-52 0,35 35,-35-18,17 19,0-19,-35 18,0-17,0-18,0-36,0 36,0-17,-17-1,-1-35,-17 70,-1-52,1 35,17-53,1 35,-1-17,1-18</inkml:trace>
  <inkml:trace contextRef="#ctx0" brushRef="#br0" timeOffset="3202">3456 2240,'53'36,"0"34,0-35,-36 36,19-36,-19 1,18-19,-35 18,0-17,18-53,17-71,36 0,-36 0,36 0,-1 54,-52-19,17 18,0 0,-17 18,-18 17,35 1,-35-19,18 19,-18-1,0 36,0 88,0 35,0-53,-18 18,1-18,-1-71,0 36,18-70,0-36</inkml:trace>
</inkml:ink>
</file>

<file path=ppt/ink/ink16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1:01.56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123 0,'0'0,"-53"70,18 36,0-88,70-1,106-17,71 0,0 0,35 0,-18 0,-17 0,-71 0,-88 0,-36 0</inkml:trace>
</inkml:ink>
</file>

<file path=ppt/ink/ink16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5:08.76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3938,'18'0,"52"53,71 88,-70-52,35-19,-36-17,-34-35,-1 35,-18-18,19-17,-36-1,17 19,-17-19,36 1,-36 35,17-53,-17 17,0 19</inkml:trace>
  <inkml:trace contextRef="#ctx0" brushRef="#br0" timeOffset="844">1782 922,'17'0,"-17"-17,18-1,-1 18,1 0,-18-18,35 18,1-35,-1 17,-17 1,-1-1,1 0,17-17,0 35,1-35,-19 0,72-1,-54-17,35 1,-52 16,53-17,-19 18,-34 17,17-17,-17 17,0 1,-18-1,17 1,-17-1,0-17,0 17,0 0,0 1,0-19,-17 1,-1 35,0 0,-17-35,17 17,18 1,-52 17,34-18,-17 18,17 0,0 0,1 0,-19 0,19 0,-1 0,-17 0,17 0,1 0,-19 0,36 18,-17-1,-1 1,-17 0,17 17,1-18,-1 19,-17-1,35 18,0 0,0-36,0 36,0-35,0 17,0 18,0-35,17 0,1 17,17 18,-17-36,35 72,-18-54,0 18,1 17,-19-17,36 35,-18-52,1 17,-1 0,-17-18,-18-18,35 36,-35 0,17-53,-17 18,18 17,-18-17,0-1,0 19,0-19,0 1,0 0,0 17,-18 0,1-17,-18-1,17-17,0 0,-35 0,36 36,-19-36,1 0,0 0,17 0,-17 0,17 0,1 0,-36 0,35 0,-52 17,52-17,-17 0,17 0,0 0,1 0,-1 0,0-17,1-1,-18-17,35 0,-18-36,18 18,-35-35,35 35,-36 0,36 0,0 36,0-36,0 17,0 19,0-1,0 0,0-17,18 0,0 17,-1 1,1 17,17-18,-17 18,35-35,-36 35,-17-18,18 18,17 0</inkml:trace>
</inkml:ink>
</file>

<file path=ppt/ink/ink16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2:13.70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17 176,'18'0,"52"-17,19 17,16-18,-16-17,69-1,-105 1,-35 35,17 0,18 0,-35 0,-1 0,36-35,-17 35,-19 0</inkml:trace>
  <inkml:trace contextRef="#ctx0" brushRef="#br0" timeOffset="421">0 547,'17'0,"1"0,35 0,-36 0,54 0,-18 0,17 0,36 0,-53 0,0 0,-35 0,-1 0,19 0,-19 0,1 0,0 0</inkml:trace>
</inkml:ink>
</file>

<file path=ppt/ink/ink16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4:25.51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1678 3652,'0'0,"88"0,18 17,0 89,18-53,-54 0,1 53,-18-18,35 0,-53 0,-17-17,17-36,-17 18,17-35</inkml:trace>
  <inkml:trace contextRef="#ctx0" brushRef="#br0" timeOffset="10470">1202 935,'0'-17,"0"-1,18 18,-18-18,0 1,0-1,17 1,-17-1,0 0,0 1,0-36,0 0,0 0,0 0,0 0,0 0,0 35,0-17,0 18,-17-1,-1 0,-17-17,-1 0,19 35,-1 0,-17 0,-18 0,0 0,-35 17,35 19,-35 52,0-53,17 18,-17 0,35-18,-18-17,-34 52,52-34,-18 34,36-70,-1 53,1-35,35-1,-17-17,17 18,0 0,0 35,17-18,1-17,-1-1,1 1,0-1,-1 1,19 17,-19-17,19 0,-19-1,19-17,-1 18,0 0,-17-18,-1 0,1 0,17 0,-17 0,0 0,-1 0,18 0,-17 0,35 0,-18 0,-17 0,17-18,0 18,-17-35,17 17,-17 18,0 0,17-35,0 35,-35-18,71-17,-54 0,19 17,-36 0,17 18,1-17,0-1,17 0,-17-17,-1 17,18-17,-35 18,0-1,18 18,-18-18,0 1,18 17,-18 35,17 0,-17 36,0-1,0 18,0 54,0-37,0 37,0-54,0 53,0-35,0-18,0 18,0 35,0-53,0 0,0-35,0 0,0 0,0 0,0-18,18-35,0 0</inkml:trace>
  <inkml:trace contextRef="#ctx0" brushRef="#br0" timeOffset="12822">2278 0,'0'53,"0"36,0-1,0-35,0 35,0 18,0 17,0-52,0 17,0 18,0-53,0 0,0 35,0-35,0 0,0 0,0-1,0 1,0 0,0 0,0-35,0 0,0-1,0 18,0-17,0 0</inkml:trace>
</inkml:ink>
</file>

<file path=ppt/ink/ink16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1:52.15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7009 2416,'0'0,"53"194,-18 18,1-53,-19-106,1 35,0-53,-1-17,-17-1,36 19,-36-19,0 1,17-18,-17 18,0 17,0-17,0-1</inkml:trace>
  <inkml:trace contextRef="#ctx0" brushRef="#br0" timeOffset="750">3746 370,'0'0,"18"141,17 0,18 18,-18-18,0-17,-35-1,0-70,18 35,-18 1,0 16,0-87,0 70,0-70,18 0</inkml:trace>
  <inkml:trace contextRef="#ctx0" brushRef="#br0" timeOffset="1469">765 1323,'-18'0,"-17"0,18-18,-1 18,0 0,-52 0,-1 0,-88 18,106 52,-70 36,17-35,71 17,0-35,35 53,0-53,0-1,0 1,0-17,17-36,19 0,-1 0,-18 0,36 0,0 0,35-36,18-69,35-72,-17 36,-36 0,-70 35,35-53,-18 36,-35 17,18 0,-18 18,0 35,0 0,0 0,0 36,0 105,0 106,0 18,0-1,0-34,0-36,52 0,-52-53,18-53,-18-17,18 17,-18-17,17-18,1 0,70 0</inkml:trace>
  <inkml:trace contextRef="#ctx0" brushRef="#br0" timeOffset="2138">1559 1376,'35'35,"-35"88,0 71,0 0,0 53,0-35,0-53,0-18,0-53,35-17,-35-18,18-36,-18 1,0-71,0-35,0-53,0 0,0-1</inkml:trace>
  <inkml:trace contextRef="#ctx0" brushRef="#br0" timeOffset="2497">1788 1376,'0'0,"18"-36,17 36,18 0,0 0,-35 0,-1 0,1 0,35 0,-18 18,0 53,1 34,-36 19,0-54,0-17,0 0,0-35,-18 17,-106 18,19-18,-19 18,-17-17,18-19,34 1,19 17,52-35,1 0,-1 0</inkml:trace>
  <inkml:trace contextRef="#ctx0" brushRef="#br0" timeOffset="2872">2600 1076,'0'0,"17"-18,36 1,-18-1,1 18,-19 0,1 0,17 0,-17 0</inkml:trace>
  <inkml:trace contextRef="#ctx0" brushRef="#br0" timeOffset="3107">2494 1323,'0'0,"-71"141,1-18,-1 18,36 1,-1-90,36 54,-17-53,17-35,0-1,0 1,0 0,17-18,36 0,18 35,17 0,-53-35,18 0,36 0,-37 0,37 0,-1 0,18 0</inkml:trace>
  <inkml:trace contextRef="#ctx0" brushRef="#br0" timeOffset="3388">3146 1887,'0'88,"0"1,0-37,0 1,0 0,0 0,0-17,0-19,0-52,0-53</inkml:trace>
  <inkml:trace contextRef="#ctx0" brushRef="#br0" timeOffset="3716">3252 1041,'18'-18,"-1"18,1 0,35 35,-35 18,-18 0,53 18,-36-36,1 0,17 18,-35-35,18 17,-18 18,35 17,-35-34,0 34,-18 1</inkml:trace>
  <inkml:trace contextRef="#ctx0" brushRef="#br0" timeOffset="3966">3393 1958,'18'0,"35"0,-36 0,1 0,70 0,-52 0,16 0,1 0,0 0,-35 0,35-18,-35 0,17-17,18 18,17-54,-52 53,17-17</inkml:trace>
  <inkml:trace contextRef="#ctx0" brushRef="#br0" timeOffset="4185">4116 1676,'18'0,"17"0,-35 52,0 37,0-1,0-35,0-36,0 19,0-19,0 1,18 0,17-18,-17-53</inkml:trace>
  <inkml:trace contextRef="#ctx0" brushRef="#br0" timeOffset="4482">4469 1146,'0'0,"0"-17,18-19,17 1,-17-18,-18 18,70 17,-70 1,18 17,35 0,0 0,0 0,0 0,-36 53,19 52,-36-16,0 52,0-35,0-36,0 54,0-89,-18 35,18-34,-18-1,1 0,-1 36,0-71,1 17,-19 19,19-19,-1 1,1-18,-1 0,0 0,-17 0,17 0</inkml:trace>
  <inkml:trace contextRef="#ctx0" brushRef="#br0" timeOffset="5123">5140 1005,'0'0,"35"-17,0 17,18-36,0 36,0-17,-36 17,36 0,-17 0</inkml:trace>
  <inkml:trace contextRef="#ctx0" brushRef="#br0" timeOffset="5357">5386 1199,'0'0,"-17"159,-18-18,17-53,18 1,-18-37,18-16,0-1,18-35,-18 18,18-18,-1 0,1 17,-1-17</inkml:trace>
  <inkml:trace contextRef="#ctx0" brushRef="#br0" timeOffset="10326">5951 0,'18'0,"17"35,-35 53,0 53,35-35,-35 35,0 0,0 1,0-1,0 0,0 0,0-53,0 18,0-53,0 0,0 53,-18-71,18 18,0 0,0-18,0 18,0-35,0-1,0 1,-17 35,-1-71,1-17,17-18,0-35,0 35,0 0,0-35,0 35,0 35,0-17,0 0,0-18,35 0,-35 35,0-17,17-18,1 18,0-18,-1 17,1 1,0-35,17 52,-17-17,-1-18,18 35,-35-35,53 18,-35 0,0 35,17 0,-17 0,35 0,-36 0,36 0,-35 0,17 0,0 35,-35-17,18 17,-18 0,0 18,0 0,0-35,0 35,0-1,0-16,0-1,-18-17,1 17,-19-35,-17 53,36-36,-1 19,-35-36,18 17,17-17,-17 36,17-36,1 0,-19 17,-16-17,-1 0,35 0,0 0,1 0,-1 0,-17 0,17 0,1 0,-1-17,18 34,35 19,-17-19,70-17,-17 71,-19-1,-16-52,34 35,-34-35,-19-1,1 1,0-1,-1-17,1 18,17 17,-17-35,-1 0,1 0</inkml:trace>
  <inkml:trace contextRef="#ctx0" brushRef="#br0" timeOffset="11826">6886 829,'0'0,"35"-18,-35 1,18 17,-18-18,35 18,-17 0,-1 0,1 0,17 0,-17 0,-1 0,19 0,-19 0,19 18,-36-1,17 18,19-17,-36 35,0 18,17 17,-17 0,0 18,0 0,0-36,0 36,0-53,0 18,-35-36,0 35,17-52,0 0,-17 17,17 0,-17-17,0-18,17 0,1 0,-1 0,-17 0</inkml:trace>
</inkml:ink>
</file>

<file path=ppt/ink/ink17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2:05.01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17 106,'0'-18,"0"1,36 17,-1-18,18 18,0 0,-36 0,1 0,35 0,0-35,-18 35,-17 0,0 0,-1 0,1-18,-1 18,1 0</inkml:trace>
  <inkml:trace contextRef="#ctx0" brushRef="#br0" timeOffset="954">70 194,'18'35,"-18"18,0 18,0 35,0-71,-35 36,35-36,0 0,0 36,0-18,-18 0,18-18,0 18,0 0,-35-36,35 1,17-18,1 0,35 0,-18 0,36 0,-1 0,-17-18,0-17,-17 35,-19-18,18 18,-35-17,18 17,-18-18</inkml:trace>
  <inkml:trace contextRef="#ctx0" brushRef="#br0" timeOffset="4641">705 106,'0'0,"0"106,0 35,0 0,0 35,0 18,0-52,0-54,0 18,0-53,0-1,0-34,0 0</inkml:trace>
  <inkml:trace contextRef="#ctx0" brushRef="#br0" timeOffset="5220">794 88,'0'-17,"35"17,-18 0,36 0,-17 0,34 0,-17 0,0 0,-35 0,-1 0,19 0,-19 35,1-35,0 35,17 18,-18 18,-17-36,0 0,0 18,0 0,0-35,0 35,0-36,-35 54,-18-36,0 0,0-35,1 18,16 0,1-1,-18-17,0 18,18-18,17 0,1 0,-19 0</inkml:trace>
  <inkml:trace contextRef="#ctx0" brushRef="#br0" timeOffset="5970">1570 459,'17'0,"36"0,-17 0,-19 0,1 0,17 0,-17 0,35 0,-36 0,1 0,17 0</inkml:trace>
</inkml:ink>
</file>

<file path=ppt/ink/ink17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2:07.67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20,'18'0,"0"0,35 0,35 0,-53 0,18 0,-35 0,-1 0,18 0,-17 0,0 0,-1 0,1 0,17 0,-35-18,18 18,0 0,-1 0,1 0,-18 53,0-17,0-19,0 36,0 0,0 0,0-18,0 36,0-18,0 0,0 0,0-36,0 36,0-18,0-17,0 0,-35 17,17-17,0 17,1-17,17-1,0 1,-18-18,18 35,-35 0,-1 18,36-35,-17-18,-1 18,-17 17,17-35,-17 17,17-17,1 0,-1 0,0 0,-17 0</inkml:trace>
</inkml:ink>
</file>

<file path=ppt/ink/ink17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4:12.81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229 0,'0'0,"0"141,0 35,0 0,-35-17,35-35,-35-1,-36 1,71-89,-35 71,17-18,-17-18,35-52</inkml:trace>
  <inkml:trace contextRef="#ctx0" brushRef="#br0" timeOffset="360">882 564,'0'0,"-18"106,-17 70,0-52,-1-71,36 35,0-53,0-17,0-1,18 1,0-18,-1 0,36-18,18-17,105-53,-105 35,-1 0,18-17,-35-1,-35 53,-18 1,0-1,0-35,0 35,0-17,0 18,0-19,-18 19,1 17,-54-53,36 35,0 18,-18 0,35-18,0 18,-17 0</inkml:trace>
  <inkml:trace contextRef="#ctx0" brushRef="#br0" timeOffset="969">1764 546,'0'0,"0"53,0 0,0 0,0 35,0-35,0-35,0 35,0-18,0-17,0-1,0 1,35-18,-17 0,-1 0,19 0,-1-53,-18 18,-17 17,0-17,0-18,36 18,-36 17,0 0,0-17,0 17,-36 1,1 17,35-18,-35 1,17 17,1 0,-1 0,0-18</inkml:trace>
  <inkml:trace contextRef="#ctx0" brushRef="#br0" timeOffset="1563">2363 264,'0'0,"36"0,17 35,17 36,-17-53,18 52,-36-35,-17 1,17 17,0 0,-17-36,-18 18,17-17,1 53,0-54,-1 1</inkml:trace>
  <inkml:trace contextRef="#ctx0" brushRef="#br0" timeOffset="1954">2981 211,'0'18,"0"0,0 17,0 18,-35-36,35 36,-18 0,-17 18,-1-54,36 1,-17 17,17 18,-36 0,19-35,-19 52,19-52,-1 17,18-17</inkml:trace>
</inkml:ink>
</file>

<file path=ppt/ink/ink17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4:40.9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264 106,'0'0,"18"17,35 71,-18-52,1 17,-1 0,18-18,-18 0,0 18,18 18,-35-36,17-18,0 19,18 17,-53-18,36-17,-1 34,-17-52,34 53,-52-35,0 0,18-18</inkml:trace>
  <inkml:trace contextRef="#ctx0" brushRef="#br0" timeOffset="688">811 0,'-17'0,"-19"0,-34 53,52 0,-88 70,71-70,-18 35,-35-17,70 17,-35-35,-17 53,17-53,18 17,-18-17,35 0,-17-35,17 35,1-18,-1-35</inkml:trace>
</inkml:ink>
</file>

<file path=ppt/ink/ink17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4:56.48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 0,'-17'0,"17"18,0 17,0-17,0-1,17-17,-17 35,18-17,-18 0,18-1</inkml:trace>
</inkml:ink>
</file>

<file path=ppt/ink/ink17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7:21.9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 0,'-18'-18,"18"71,0 35,0 0,0 36,0 35,0-18,0 0,0-35,0-53,0-36,0 1,-17-1</inkml:trace>
</inkml:ink>
</file>

<file path=ppt/ink/ink17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8:46.70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0,'0'0,"18"0,0 0,52 70,-35-17,36 53,-71-53,35 0,18 70,-53-87,0 17,35 17,-35-17,18-35,-18-1,0 19,0 17,0-36,0 1,0-1,0 19,0-19,0 1,0 17,0-17,0 0,0-1,0 18</inkml:trace>
</inkml:ink>
</file>

<file path=ppt/ink/ink17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8:48.8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1098 733,'0'18,"0"17,-18 36,18-18,0-1,0 1,-35 36,35-37,0 37,-17-19,17-17,0 0,0 0,0-18,-36 36,36-54,-17 54,-1-36,18 18,0-18,0 1,-18-1,18-17,0 35,0-18,0-17,-35 17,35-18</inkml:trace>
  <inkml:trace contextRef="#ctx0" brushRef="#br0" timeOffset="4547">2527 680,'0'18,"0"17,0-17,0-1,0 1,0 17,0-17,0 0,0-1,0 19,0 16,0-34,0 0,0 35,0-18,0-17,0 34,0-34,0 0,0 17,0 18,0-35,0 35,0-36,0 18,0 1,0-1,0 18,0-35,0-1,0 18,0 18,0 0,0-35,0 0,0-1,0 18,0-17,0 0,0 17,0-17,0-1,0 1,0 17,0-17,0 0,0 17,0 18,0-36,0 36,0-35,0 0,0 17,0-18,0 1,0 0,0 17,0-17,0-1</inkml:trace>
  <inkml:trace contextRef="#ctx0" brushRef="#br0" timeOffset="10171">2227 133,'0'-17,"-18"17,-17-18,0 18,-53 0,35 0,-36-35,1 35,35 0,-52-35,16 35,36-18,-52 18,87 0,-35 0,0 0,0 0,36 0,-36 0,35 0,-35 0,0 0,18 0,17 0,1 0,-54 0,18 0,0 35,-17-35,34 18,-17 17,-52 0,69 1,-52 17,35-18,-17 18,-18 0,70 0,-53 52,36-34,17 0,-35 17,53 0,0 18,0-18,0 0,0-35,0 35,0-35,18 18,17 17,1 18,-19-53,19 53,-1-36,35 1,-34 17,-19-35,19-18,-19 18,36 18,-18-36,1-18,-19 1,19 17,-19-17,36 0,-53-1,35-17,-17 18,0-18,35 0,0 35,-18-35,18 0,-36 0,36 0,0 0,-35 0,35 0,0 0,0 0,-18 0,18 0,35 0,-70 0,35 0,0 0,-1 0,-34 0,53 0,-36-17,35-1,-17 18,-17-18,34 1,-52-1,35 18,17-35,-52 17,53 0,17-34,-35 16,17 36,-17-17,18-36,-18 35,-18-35,53 0,-53 36,1-19,-19 1,71 0,-70-1,-18 19,35-18,-17-1,0 1,-1 0,19 17,-19-52,36 34,-53 19,0-19,18 19,-18-1,17-17,-17 17,36-35,-36 0,0 18,17 0,-17 17,0-35,0 18,0 17,0-17,0 0,0 17,0-17,0 17,0 1,0-19,0 19,0-1,0-17,0 17,0 0,-35-17,35 18,-18-1,-17-35,35 35,-18 18,1-35,-1 35,18-18,-17-17,-19 17,36 1,-35-1,0 1,35-1,-36 0,19 18,-18-17,-1-19,1 36,-18-35,-53 17,36 1,52-1,-35 1,18-1,0 0,-18 18,35 0,-53-17,19 17,34 0,0 0,1-36,-19 36,19-17</inkml:trace>
</inkml:ink>
</file>

<file path=ppt/ink/ink17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7:24.72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1434,'17'0,"1"0,35 88,-18 36,-35-1,0 18,0-52,0 52,0-35,0-18,0-35,0 0,0-1,0-16,-18-19</inkml:trace>
  <inkml:trace contextRef="#ctx0" brushRef="#br0" timeOffset="1500">52 58,'0'18,"0"0,-17 34,17-34,0 17,0-17,0 0,0 17,0-17,0-1,0 1,0 17,0 18,0 0,0-35,0-1,0 19,0 16,0-34,0 0,0-1,0 19,0-19,0 1,0 0,0 17,0-18,0 1,0 17,17-35,1 18,17-18,-35 18,18-18,0 0,-1 0,1 0,17 0,-17 0,0 0,-1 0,18-18,1 0,-36 1,0-1,17 18,1-35,-18 17,35 1,-35-1,0 0,0-17,0 17,0 1,0-19,0 19,0-1,0 1,0-19,0 19,0-1,0-17,0 17,0 0,0 1,0-18,0 17,0 0,0-17,0 17,0 1,-17-1,17-17,-18 17,18 0,0 1,0-18,-18 17,1 0,-1 18,18-17,-18 17,18-18,-35 0,18 18,-1 0,0 0,-17 0,17 0,1 0,-1 0</inkml:trace>
</inkml:ink>
</file>

<file path=ppt/ink/ink17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9:50.84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0,'0'18,"0"-1,0 36,35-17,-17-1,-1 0,1 0,-1 1,-17-19,18 19,-18-19,0 1,0 35,0-36,0 36,35-17</inkml:trace>
</inkml:ink>
</file>

<file path=ppt/ink/ink18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1:02.59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0,'53'0,"71"0,-89 0,-18 0</inkml:trace>
</inkml:ink>
</file>

<file path=ppt/ink/ink18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1:40.61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0 228,'35'-17,"-17"17,17 0,53 0,-35-35,35 35,-17 0,17 0,53-34,-35 34,0-36,-18 36,-35 0,53 0,-36 0,-17 0,35 0,18 0,-18 0,-35 0,35 0,18 0,-53 0,35 0,1 0,-19 0,54 0,-36 0,18 0,-18 0,18 0,-18 0,-35 0,35 0,18 0,-54 0,54 0,17 0,-35 0,36 0,-18 0,-54 0,37 0,-36 0,-1 0,37 0,-36 0,52 0,-16-34,-36 34,-1 0,37 0,-36 0,-1 0,-16 0,34 0,-17 0,-17 0,52 0,-71 0,36 0,0 0,0 0,-35 0,35 0,0 0,-1 0,1 0,36 0,-36 0,-1 0,1 0,-17 0,17 0,-36 0,36 0,-35 0,-1 0,36 0,-17 0,-19 0,1 0,17 0,-17 0,-1 18,1-2,17 54,-35-52,0 34,18-35,-18 35,0 0,0 0,0 0,35 1,-35-1,0 17,0 1,18-2,-18-15,0-1,0 0,0 18,0-1,0-17,0 18,0-1,0-17,0 0,0-34,0 34,0 0,0-1,0 1,0 18,0-35,0 17,0 0,0-17,-71 52,71-52,-35 33,35-15,-18 33,-17-16,35-18,-35 0,17 17,-17-17,0 1,35-1,-18 0,18 0,-35 18,35-19,-36 37,19-36,-18 51,-1 19,36-87,-35 17,0 70,17-71,18-33,0 34,0-34,0 68,-18-69,1-17,-1 52,18-34,-17 52,17-53,0 0,0 36,-53 15,35-50,18 34,0-17,-18-1,-17 18,35 1,0-1,0 0,0-34,-18 34,18-18,0-16,-35 16,35-16,0-1,-18 17,18-16,0 0,0-2,0 37,0-18</inkml:trace>
</inkml:ink>
</file>

<file path=ppt/ink/ink18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21:43.44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0,'0'17,"0"1,0 52,0-34,0-19,0 36,0 0,0 0,0-18,0 18,0-18,0 1,0-19,0 1,0 35,0-35,0 17,0-17,0-1,0 18,0-17,18-18,0 0,-1 0,1 0,17 0,-17 0,-1 0,19 0,17 0,0 0,-18 0,0 0,36-18,-36 1,53 17,0 0,-17 0,17 0,-35 0,35 0,-35 0,18 0,-1 0,1 0,-1 0,36 0,-53 0,35 0,0 0,-35 0,36 0,16 0,-16 0,-36 0,35 0,18 0,-54 0,1 0,36 0,-36 0,-1 0,37 0,-36 0,-1 0,37 0,-36 0,52 0,-34 0,-18 0,35 0,18 0,-71 0,36 0,-54 0,36 0,0 0,0 0,0 0,0 0,35 0,-53 0,1 0,-1 0,18 0,0 0,0 0,0 0,0 0,-1 0,1 0,0 0,0 0,-35 0,35 0,-18 0,36 0,-18 0,-18 0,35 0,-52 0,35 0,-18 0,18 0,-35 0,35 0,-36 0,36 0,0 0,-35 0,17 0,-17 0,-1 0,1 0,17 0,-17 0,0 0</inkml:trace>
</inkml:ink>
</file>

<file path=ppt/ink/ink18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4:10.163"/>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0 246,'0'-17,"18"-18,-1 35,36-18,18-17,-1-1,1 36,17-35,-17 17,-19 18,54 0,-53 0,0-35,-35 35,-1 0,19 0,-19 0,-17-17,18 17,0 0,-1 0,19 0,-19 0</inkml:trace>
</inkml:ink>
</file>

<file path=ppt/ink/ink18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4:11.13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0,'0'0,"88"0,18 0,35 53,-18-35,-52-1,35 19,-18-19,-53-17,-17 0,35 0,-35 35,17-35,18 0,35 0,-35 18,0-18,0 0</inkml:trace>
</inkml:ink>
</file>

<file path=ppt/ink/ink18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4:12.36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0 210,'35'0,"-17"0,0 0,-1 0,36 0,-18 0,-17 0,17 0,1 0,16 0,1 0,-35 0,35 0,53 0,-89 0,36 0,-35 0,35 0,0 0,0 0,0 0,17 0,1 0,-18 0,17 0,1 0,35 0,-53 0,-1 0,1 0,0 0,-35 0,35 0,0 0,0 0,-36 0,36 0,-35 0,35 0,-18 0,-17 0,35 0,0 0,-1 0,-34 0,35 0,0-36,0 36,-18 0,0 0,1-17,-19 17,19 0,-19 0,1 0,35 0,-18-36,-17 36,-1 0,1 0,17 0,-17 0,0 0,-1 0,-17-17,35 17,-17 0,0 0,-1 0,19 0,-19 0,36 0,0 0,-35 0,35 0,0 0,0 0,-18 0,0 0,-17 0,35-18,-36 18,36 0,-35 0,35 0,0 0,0 0,-1 0,1 0,0 0,0 0,0-35,0 35,0 0,0 0,0 0,0 0,0 0,0 0,35 0,-35 0,-18 0,36 0,-54 0,36 0,0 0,0 0,0 0,35 0,-35 0,0 0,35 0,-35 0,0 0,17 0,19 0,-36 0,-1 0,1 0,-17 0,-1 0,35 0,-34 0,17 0,-36 0,36 0,18 0,-36 0,18 0,0 0,17 0,-34 0,34 0,18 0,-52 0,34 0,19 0,-1 0,-35 0,35 0,-35 0,0 0,17 0,-35 0,18 0,0 0,0 0,35 0,-35 0,0 0,35 0,-35 0,36 0,16 0,-16 0,16 0,-16 0,-36 0,35 0,-35 0,0 0,-1 0,1 0,0 0,-35 0,35 0,0 0,0 0,-18 0,0 0,1 0,-19 0,1 0,17 0,-17 0</inkml:trace>
  <inkml:trace contextRef="#ctx0" brushRef="#br0" timeOffset="35174">3916 5184,'0'0,"35"0,-17 0,35 35,-36 0,54 71,-54 0,36-35,-17 87,34 1,-34 18,-1-19,35-52,-70 35,18-70,17-18,-35-36,0 19,18-1,-18 0</inkml:trace>
  <inkml:trace contextRef="#ctx0" brushRef="#br0" timeOffset="42550">11218 3773,'18'0,"17"17,-17-17,0 0,34 0,-34 0,17 0,-17 18,35-18,-35 0,-1 0,36 0,0 0,-18 18,36-1,-18-17,53 36,-53-36,35 17,-35-17,0 35,-1-35,1 0,0 0,0 36,0-36,0 0,0 0,-18 0,18 17,0-17,0 0,0 0,0 0,35 0,-35 0,35 0,-35 0,35 0,0 0,-52 0,17 0,0 36,-1-36,1 0,-35 0,35 17,0-17,-18 0,0 0,1 0,-19 36,36-36,-35 0,35 0,0 0,-18 0,18 0,-35 0,34 0,-34 0,35 0,-35 0,35 0,-18 0,-18 0,1 0,17 0,-17 0,0 0,-1 0,19 0,-19 0,36 0,-35 0,17 0,18 0,-35 0,-1 0,19 0,-19 0,1 0,-1 0,19 0,-19 0,1 0,0 0,17-18,-17 18,17 0,35-18,-17 1,-53-1,36 0,-19 18,1 0,0 0,-18-17,17 17,1-18,17 0,-17 18,17-17,-35-1,35 1,-17-1,0 18,17-35,-18 17,19-17,-19 17,19 0,-19-17,1 35,-18-17,18-1,-1 0,1-17,-18 17,0 1,0-1,0 0,0-17,0 18,0-1,0 0,0-17,0 17,0 1,0-19,0 19,0-1,0 0,-18-17,-17 18,17-1,-17-35,0 35,17-17,0 35,18-18,-17 18,-54-17,18 17,0-35,1-1,-54 19,53-19,-35 19,17-1,36 0,-36-17,36 35,-18 0,0-35,-17 17,34 18,-17-17,18-1,-18 18,0 0,36-18,-36 18,0 0,35 0,-35 0,18 0,17-35,-35 35,0 0,36 0,-36 0,0 0,0 0,0 0,0 0,0 0,0 0,-35 0,35 0,0 0,0 0,1 0,-1 0,0 0,0 0,-35 0,35 0,-53 0,35 0,1 0,17 0,-35 0,70 0,-35 0,0 0,0 0,0 0,0 0,-35 0,35 0,-17 0,-1 0,18 0,0 0,-35 0,35 0,0 0,0 0,-35 0,0-18,17 18,19 0,-19-17,0-1,18 18,-52-35,16 35,-16 0,16 0,-52-35,71 35,-18 0,-1 0,1 0,-18 0,18 0,-18 0,-70 0,-18 0,53 0,-53 0,17 0,36 0,-53 0,53-36,-35 1,70 35,-35 0,0 0,17 0,-35 0,54 0,-36 0,52 0,-69-35,87 17,0 0,-34-17,52 35,-35 0,35 0,-71 0,71 0,-35 0,-18-35,0 35,18 0,35 0,0 0,36 0,-36 0,17 0,-16 0,-1 0,0 0,0 0,0 0,18 0,-18 0,17 0,-16 0,34 0,-35 0,0 0,18 0,-1 0,-52 0,53 0,-36 0,19 0,16 0,-17 0,0 0,1 0,-1 0,0 0,0 0,0 0,0 0,35 0,1 0,-36 0,17 0,19 0,-36 0,0 0,0 0,0 0,-35 0,35 0,0 18,-35-18,-18 35,88-35,-70 17,53-17,-18 36,0-36,0 35,0-17,0-18,0 35,18-35,-18 18,36-18,-36 35,17-35,-16 0,34 17,0-17,-52 36,52-19,-52 1,34 0,1-1,-18 19,35-19,-52 19,17-1,-35 0,52 18,19-53,-18 18,17 17,-53-35,71 35,-53-17,53-1,-35 19,35-19,-17 36,-19-17,36-19,-17 18,17-17,0 17,0 1,0-19,0 1,0 17,0-17,0 17,0-17,17-18,1 17,0-17,-1 18,-17 0,35-1,-17-17,17 18,-17-18,0 18,-1-18,19 0,-36 17,17 1,18-18,-17 0,17 18,1-1,-1-17,0 35,18-17,-35-18,35 35,53 1,-71-19,18-17,-36 0,1 36,0-36,17 0,-17 0,17 17,18-17,-18 0,71 0,-53 35,0-35,0 0,0 18,17-18,36 0,-36 35,72-35,-37 0,-16 36,16-36,1 35,-70-35,16 0,54 0,-53 0,0 0,35 0,1 0,34 35,-52-35,52 18,0 0,-34-18,17 0,-36 0,1 0,17 0,-35 0,53 0,-54 0,37 0,-1 0,-35 0,35 0,-35 0,0 0,35 0,-35 0,-35 0,34 0,1 0,0 0,0 0,35 0,1 0,-19 0,-17 0,35 0,-35 0,18 0,-1 0,-52 0,35 0,35 0,-35 0,0-36,53 36,-53 0,0-35,-36 35,36 0,0 0,0 0,35 0,-35 0,88 0,-53 0,1 0,16 0,-52 0,36 0,16-35,-52 35,35 0,-35 0,-35 0,35 0,-18 0,0 0,18 0,-17 0,17 0,-36 0,1 0,35 0,-36 0,36 0,0 0,-17 0,16 0,1 0,0 0,-35 0,0 0,34 0,-34 0,17 0,18 0,-35 0,0 0,17 0,-17 0,-1 0,1 0,17 0,18 0,-35 0,35 0,-36 0,1 0,35 0,-18 0,-17 0,-1 0,19 0,-19 0,1 0,-1 0,36 0,-17 0,-19 0,1 0,17 0,-17 0,35 0,-36 0,1 0,17 0,-17 0,0 0,35 0,-36 0,18 0,-17 0,0 0,-1 0,36 0,-17 0,-19 0,1 0,17 0,-17 0,-1 0,1 0,17 0,-17 0</inkml:trace>
</inkml:ink>
</file>

<file path=ppt/ink/ink18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4:50.52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0,'17'0,"1"0,-1 18,1 17,-18 1,18-1,-1 0,-17-17,0 35,0-18,0 18,0 0,0-36,0 36,0 0,0-35,0-1,0 19,0-19,0 1,0 0,0 17,0-17,0-1,18-34,17-1,1-17,-1-1,18-17,17-17,-17 17,35-35,-52 70,17-17,-18 17,0 1,18-1,-18-17,1 17,-1 0,0-17,-17 18,0 17,-1-36,1 36,-1 0</inkml:trace>
</inkml:ink>
</file>

<file path=ppt/ink/ink18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30.6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14411 110,'0'-18,"-18"18,-70-35,0 35,35 0,-18-18,-17 1,35 17,0 0,0 0,0 0,0 0,0 0,36 0,-18 0,-1 0,19 0,-36 0,-18-18,54 18,-36 0,0 0,0 0,17 0,1 0,18 0,-36 0,17 0,19 0,-1 0,-35 0,18 0,-36 0,18 18,1-18,34 35,-35-17,18-18,-1 17,19 1,-19 0,1-18,0 35,0-18,17-17,-35 18,35-18,1 18,-1-1,1-17,-1 0,0 0,-17 0,17 0,1 0,-36 0,35 0,-17 0,17 0,1 0,-19 0,1 0,0 0,17 0,-17 0,-18 53,18-17,17-1,-17 35,-1-34,36 17,0-36,0 71,0-70,0 35,0-18,0-17,0 35,0-36,0 1,0 35,0-35,18 52,-18-52,18 0,-18 34,35-16,-17-19,-18 1,35 17,-35 1,18-19,-1 18,18 18,-17-35,0 0,-1 35,19-53,-36 35,17 0,1-17,0 17,35-35,-53 53,52-53,-52 18,18-1,35 1,-18 17,1-35,-19 0,36 35,0 1,-35-36,70 17,-53 19,18-19,-18-17,1 0,-1 0,-17 0,-1 36,18-36,1 0,34 0,-17 0,18 17,-36-17,-17 0,-1 0,19 0,16 0,-34 0,35 0,-35 0,35 0,0 0,-1 0,1 0,0 0,0 0,0 0,-18 0,36 0,-18 0,0 0,0 0,35 0,-35 0,-18 0,18 0,-35 0,-1 0,19 0,-19 0,1 0,17 0,-17 0,35 0,-36 0,19-17,-1-1,18 18,-53-18,53 18,-18-17,-17 17,-1 0,1 0,35-36,-36 36,19 0,-19-17,1 17,17 0,-17-36,0 36,17 0,0 0,-35-17,35-1,-17 18,0 0,-1 0,19-35,-19 35,18 0,-17-18,0 18,-1-17,19 17,-19-36,19 19,-19 17,19-18,-1-17,-18 17,19-17,-19 17,1 1,0-1,-18 0,17-17,-17 0,0-1,0 19,0-1,0-17,0 17,36-17,-36 17,0 1,0-1,0-17,0 17,0 1,0-1,0-17,0-1,-36 1,36 17,0 1,0-1,0-35,-17 53,-1-35,18 17,0 1,-35-1,35-35,0 35,-18 18,0-35,1 0,-18 17,-1 1,36-1,-17 18,-1-18,0-17,1 35,-19-18,36 1,-35-1,17 18,-17-17,18 17,-19-18,36 0,-53 1,36 17,-71-36,70 19,-17 17,-1-18,1 0,0 1,17 17,-17-18,17 18,1 0,-1-35,-17 35,17-18,0 18,-17-17,17 17</inkml:trace>
  <inkml:trace contextRef="#ctx0" brushRef="#br0" timeOffset="5125">1252 1503,'35'0,"18"0,-35 0,35 0,-36 0,36 0,-17 0,-19 0,1 0,0 0,17 0,-18 0,1 0,0 0,17 0,-17 0,-1 0,1 0,0 0,17 0,-18 0,1 0,0 0,17 0,-17 0,-1 0,19 0,-19 0,1 0,0-35,17 35,-18 0,1 0,17 0,-17 0,0-18,17 18,-17 0,-1 0,1 0,17 0,-17 0,-1 0,36 0,-17 0,16 0,1 0,36 0,-36 0,-1 0,1 0,0 0,-35 0,0 0,-1 0,18 0,-17 0,0 0,17 0,-17 0,-1 0,1 0,17 0,-17 0,-1 0,1 0,17 0,-17 0,0 0,17 0,-17 0,-1 0,1 0,17 0,-17 0,35 0,-36 0,19 0,-19 0,1 0,0 0,17 0,-18 0,1 0,0 18,17-18,-17 0,17 18,-17-1,-1-17,1 0,-1 0,-17 18,36-18,-19 0,1 0,0 0,17 0,-17 0,-1 18,19-18,-19 0,1 0,-1 0,19 0,-19 0,1 17,0-17,17 0,-17 0,-1 0,18 0,-17 0,0 0,17 0,-35-17,18 17</inkml:trace>
  <inkml:trace contextRef="#ctx0" brushRef="#br0" timeOffset="120299">4797 1433,'0'-18,"36"18,17 0,35 0,-35 0,0 0,53 0,-36 0,1 0,17 0,-35 0,35 0,-35 0,35 0,-53 0,36 0,-36 0,18 0,0 0,0 0,0 0,0 0,0 0,0 0,-1 0,1 0,0 0,-35 0,0 0,-1 0,19 0,-19 0,1 0,17 0,-17 0,-1 0,1 0,17 0,-17 0,0 0,17 0,-18 0,1 0,0 0,17 0,-17 0,-1 0,1 0</inkml:trace>
  <inkml:trace contextRef="#ctx0" brushRef="#br0" timeOffset="125181">9825 3056,'17'-18,"36"18,88 0,-70 0,35 0,-1 0,-16 0,16 0,-16 0,16 0,-16 0,-1 0,18 0,-18 0,18 0,-36 0,18 0,-17 0,-18 0,88 0,-88 0,70 0,-52 0,0 0,70 0,-35 0,-18 0,0 0,18 0,-53 0,0 0,35 0,-35 0,0 0,35 0,-35 0,0 0,35 0,0 0,18 0,0 0,-18 0,-18 0,1 0,-53 0,35 0,-1 0,37 0,-36 0,35 0,18 18,-18-18,0 0,-17 0,-19 0,1 0,-35 0,0 0,35 0,-18 0,0 0,18 0,0 0,18 0,-19 0,37 0,-72 0,36 0,0 0,0 0,-35 0,35 0,-1 0,1 0,-17 0,-1 0,0 0,18 0,-35 0,-1 0,19 0,17 0,0 0,-1 0,1 0,0 0,35 0,-35 0,0 0,0 0,0 0,0 0,0 0,18 0,-36 0,18 0,0 0,0 0,-36 0,1 0,-1 0,19 0,-19 0,1 0,17 0,-17 0,0 0,-1 0,19 0,-1 0,0 0</inkml:trace>
  <inkml:trace contextRef="#ctx0" brushRef="#br0" timeOffset="144948">6403 2720,'17'0,"36"0,0 0,35 0,-17 0,52 0,-35 0,36 0,-53 0,17 0,-35 0,0 0,35-17,18 17,-18 0,18 0,-53 0,35 0,-35 0,0 0,-1 0,-34 0,35 0,0 0,-35 0,34 0,1 0,-17 0,17 0,-36 0,71 0,-35 0,0 0,0 0,0 0,0 0,-35 0,35 0,-1 0,-34 0,17 0,-17 0,0 0,17 0,-17 0,-1 0,19 0,-19 0,1 0,-1 0,19 0,-36 17,17-17,1 0,0 0,17 0,18 0,-36 0,1 36,35-36,-18 0,-17 17,0-17,34 36,-16-36,17 0,-36 17,1-17,35 18,-35-18,17 0,-18 0,1 0,0 0,-1 18,1-1,0-17,17 0,-35 18,18-18,17 0,-18 18,1-18</inkml:trace>
  <inkml:trace contextRef="#ctx0" brushRef="#br0" timeOffset="154639">0 2809,'0'0,"17"0,1 0,0 17,-1 1,-17 0,0 17,0 35,36 1,-1 0,-35-36,17 35,19-17,-19 18,1-36,0 0,-18 18,17-17,-17-19,18-34,17-36,-35-36,35 37,-17-19,17 53,-17-17,-18 17,35 1,-35-18,18 17,0 0,-1-17</inkml:trace>
  <inkml:trace contextRef="#ctx0" brushRef="#br0" timeOffset="161499">2840 3338,'17'0,"18"0,-17 0,0 0,-1 0,19 0,-19 0,1 0,17 0,-17 0,-1 0,1 0,17 0,-17 0,0 0,17 0,-17 0,-1 0,1 0,0 0,17 0,-18 0,1 0,17 0,-17 0,0 0,-1 0,19 0,-19 0,1 0,-1 0,19 0</inkml:trace>
  <inkml:trace contextRef="#ctx0" brushRef="#br0" timeOffset="163702">2434 4555,'17'0,"1"0,17 0,-17 0,0 0,35 0,-36 0,36 0,-18 0,54 0,-36 0,-1 0,-34 0,35 0,0 0,-35 0,34 0,1 0,-17 0,17 0,-36 0,71 0,-70 0,0 0,17 0,-17 0,-1 0,36 0,-18 0,-17 0,0 0,-1 0,1-18,0 18,-1 0,1 0,0 0,17 0,-18 0</inkml:trace>
</inkml:ink>
</file>

<file path=ppt/ink/ink18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8:03.39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958 600,'0'123,"-36"18,36-17,-35-1,35 18,0-88,0 0,0 0,0-35,0-1,0 1,0 17,0-17</inkml:trace>
  <inkml:trace contextRef="#ctx0" brushRef="#br0" timeOffset="297">2863 0,'17'0,"-17"18,0 52,0 36,0 0,0 35,0-53,0 53,0-35,0 35,0-70,0-18,0-18,0-17,0 17,0-17,0-1,0 1</inkml:trace>
  <inkml:trace contextRef="#ctx0" brushRef="#br0" timeOffset="1344">2880 1305,'18'18,"-18"52,17 19,19-36,-36 0,0-1,0 1,0 0,0 0,0 35,0-17,-71 35,-35 17,-17-70,-18 0,0 18,0-36,17-17,36-1,0-17,35 35,-53-35,53 0,0 0,0 0,0 0,-35 0,35 0,0-17,0 17,-35 0,71-18,-36 18,35-17,-17-19,17 19,-17-19,17 19,0-19,1 1,17-35,0 34,0-17,-35 0</inkml:trace>
  <inkml:trace contextRef="#ctx0" brushRef="#br0" timeOffset="1797">958 1940,'0'53,"-71"71,36-18,-1-1,19-87,-18 35,17 17,-35 1,35-36,18 1,-17-19,17-105,0-35,88-1,18-35</inkml:trace>
  <inkml:trace contextRef="#ctx0" brushRef="#br0" timeOffset="2047">1310 1605,'18'-35,"0"35,35 0,-1 0,1 0,-35 0,17 18,18-1,-35-17,70 53,-53-35,1-1,-36 36,17-17,-17 16,0 37,0-1</inkml:trace>
  <inkml:trace contextRef="#ctx0" brushRef="#br0" timeOffset="2391">164 2787,'-18'88,"-35"71,0-36,18 36,35-71,0 18,0-88,0-1,0 1</inkml:trace>
  <inkml:trace contextRef="#ctx0" brushRef="#br0" timeOffset="2609">905 2840,'0'0,"17"70,19 36,-19-53,18 53,-35-53,0-35,36 17,-36-18,0 1</inkml:trace>
  <inkml:trace contextRef="#ctx0" brushRef="#br0" timeOffset="3156">1116 123,'0'-17,"-17"17,-1 0,-35 0,-35 35,17 53,-34 36,69-71,19 53,-36-18,0 0,-18 18,36-18,0 0,-1 18,1-18,0 36,0-19,35 1,0-17,-36 16,36-52,0 18,0-1,0 19,0-37,0 19,0 0,0-18,0-1,0 19,0 17,0 53,0-88,18 53,-18-71,18 36,-1-36,1 36,-1-1,19-17,-1 0,-35 0,35 18,1-19,-36 1,53 36,-18-36,-18-18,1 0,17 18,-35-35,18-18,0 0,-1 35,36-35,-53 18,18-18,17 0,-17 0,-1 0,19 0,-19 0,1 0,0 0,17 0,18 0,17 0,-52-18,53-53,-54 18,36-35,0 35,-35 18,17-71,0 53,-17 0,-18-52,35 52,-35-36,0-16,18-19,-1 54,19-54,-36 54,0 17,17-36,-17 37,0-1,36-18,-36 18,0-35,0 35,35 0,-35-35,0 35,0 0,0-35,0 35,0 0,0 0,0-35,0 35,-18-18,-17 19,35 34,-18-88,18 53,-35 36,17-54,-17 36,17-36,18 18,-70 0,70 36,-18-19,1 1,-1 0,0-18,-17 18,17 17,1-17,-1 35,1-18</inkml:trace>
</inkml:ink>
</file>

<file path=ppt/ink/ink18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45.53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36 388,'0'0,"0"53,0 0,0 35,0 71,0-1,0 36,0 0,0-17,0-36,0-35,-18-18,18-35,0 35,-18-53,18-17,0 0</inkml:trace>
  <inkml:trace contextRef="#ctx0" brushRef="#br0" timeOffset="454">935 1164,'0'70,"0"54,0 17,-17 0,17-53,0-35,0 0,0-18,17-17,-17 0,18-18,17 0,-17 0,35 0,-36 0,19 0,52 0,-18-36,-52 19,17-19,-17 19,17-18,-17-18,-18 35,17-17,-17-1,0 19,36-18,-36 17,17-17,-17 17,0 0,0 1,0-1,0 0,-17 1,-19-1,19-17,-1 17,-17 1,17-19,-17 19,35-1,-18 18,18-18,-35 18,17 0,1-17,-19 17,19 0,-36-36,35 36,-17 0,-18-35,35 18,-17 17,18 0,-1 0</inkml:trace>
  <inkml:trace contextRef="#ctx0" brushRef="#br0" timeOffset="2313">2434 0,'0'35,"0"-17,0-1,0 1,0 35,0-18,0-17,0 35,0-36,0 36,0 0,0-35,0 35,0-18,0-17,-17 17,-1 0,18 18,-17 0,17-18,-53 71,35-71,18 36,-53 17,53-70,-35 88,35-54,-35 19,17 17,-17 0,35-35,0 18,-36 17,36-35,0-35,0 52,-17-17,-1-18,18 18,0 0,0 0,-18 0,18-18,0 18,0-35,-17 17</inkml:trace>
</inkml:ink>
</file>

<file path=ppt/ink/ink19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52.61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0,'0'88,"0"35,0 18,18-17,-18-1,0-17,0 18,0-36,0 0,0-17,0-36,-18 0,18-17</inkml:trace>
</inkml:ink>
</file>

<file path=ppt/ink/ink19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53.15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0,'18'0,"0"53,-18 35,0 18,0-18,0-53,0 1,0 17,0 0,0-18,0-17,0 17,35-35,0 35,0-35,-17 0,35 0,-35 0,35 0,35-35,-71 17,1-17,-18 17,0 1,18-1,-1-17,-17-18,0 35,0-35,0 0,0 0,0 36,0-19,0 19,0-36,0 35,0-17,-17 35,-19 0,1-18,35 1</inkml:trace>
</inkml:ink>
</file>

<file path=ppt/ink/ink19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53.93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265 0,'0'89,"-18"17,-17 35,0 17,-1-52,1-18,18-17,-36 0,35-36,0 35,18-52,0 0,0 17</inkml:trace>
</inkml:ink>
</file>

<file path=ppt/ink/ink19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55.2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88 59,'18'0,"-18"36,0 16,0 1,0 0,0 0,18 18,-1-71,-17 53,0-36,0 1,18-18,-18 35,18-17,17-18,0-18,0-17,-17 35,17 0,18-53,-17 35,-19 1,1 17,-1-53,1 53,-18-18,0 1,18-1,-18 0,0-17,0 17,0 1,0-1,0-17,0 17,-18 1,0-1,-17 18,35-18,-17 18,-19 0,19 0,-1-17,-17 17,17 0,-17-18,17 0,1 18,-1 0,-17 0,17 0,0 0,1 0,-19 0,19 0,-1 0,1 0,-19 0,36 18</inkml:trace>
</inkml:ink>
</file>

<file path=ppt/ink/ink19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04.9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176 0,'0'70,"0"36,0 17,0 19,0-54,0 71,0-71,0-53,0 36,36-54,-19 71,1-70,0 17,-18-17,17-18,-17 35,18-17,-1-18,1 0,0 0,-1 0,19-35,-19 35,36-71,-53 18,18 18,17-36,-35 36,18-36,17 54,-35-36,0 18,0-18,0 17,-18 1,18 18,0-36,-17 17,-19-17,-16 0,34 36,-53-36,36 35,17 18,1 0,-18 0,17 0,-17 0,-1 0,1 0,17 0,-35 0,18 0,18 0,17 18,-18 0</inkml:trace>
</inkml:ink>
</file>

<file path=ppt/ink/ink19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05.77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1097 179,'0'0,"-71"70,36 36,18 18,-19-36,19 0,17-35,0 0,0-35,0-1,0 1,35-18,18 0,0 0,53-53,-54 0,19 18,-18-36,0 36,-36-18,19-35,-36 52,0-16,0-37,0 36,-18 18,-17-18,-18 53,35-35,-17 17,0-17,-1 17,19 18,-18 0,-18 0,35 0,-70 0</inkml:trace>
  <inkml:trace contextRef="#ctx0" brushRef="#br0" timeOffset="641">268 179,'0'0,"-35"35,-1 0,-34 54,35-54,17 35,-17 36,-1-18,36 18,0-53,0 0,0-35,0-1,18 1,0-18,-1 0,1 0,17 0,18 0,35-18,-52-17,34 0,-17-18,0 0,-53 18,35-36,-35 36,0-18,0 0,0 18,0 17,0-52,-35 34,35 19,-35-19,-18 1,35 17,-17 1,0-36,17 53,-17-18,17 18,-35 0,35 0</inkml:trace>
</inkml:ink>
</file>

<file path=ppt/ink/ink19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09.84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335 0,'0'17,"0"19,0-19,0 1,0 17,0-17,0-1,0 1,0 17,0-17,0 0,0 17,0-17,0 34,0-34,0 17,0 18,0-35,0 0,-36 17,36-17,0 70,0-35,-17 0,-19 52,36-52,0 0,0 35,-35-35,35 0,-35 0,17 53,1-35,-1-19,-17 1,35 18,-18-53,18 17,0 0,-18 0,18-17,-17 0,-1-1,18 1,0 0,0 35,-17-53,17 17</inkml:trace>
</inkml:ink>
</file>

<file path=ppt/ink/ink19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20.15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64 89,'18'17,"-18"1,0-1,0 19,-18 17,18 0,-17-18,17 0,0 18,-36 18,36-54,0 54,0-36,0 18,0-35,0 52,0-35,0 1,0-19,0 1,18 0,0-18,17 0,-17-18,-1 0,18 1,1-1,-19-35,1 36,0-1,-1 0,1 1,-18-1,18-17,-18 17,0 0,0-17,35 0,-35 17,0-17,0 17,0-17,0 17,0 1,0-19,0 19,0-1,0-35,0 36,-18-54,-17 53,-36-34,54 16,-19 1,1 35,18-18,-1 18</inkml:trace>
</inkml:ink>
</file>

<file path=ppt/ink/ink19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21.35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707 1222,'0'0,"0"-88,0-18,0 71,0-18,18 17,-1 36,1-35,0 35,17-17,0 17,-17 0,17 52,0 54,-35-53,36 0,-36-18,0 18,0 0,0-35,0 17,-36 0,1 18,0-53,17 18,1-18,-19 0,1-71,35-70,0-70,0-19,0 36,35 71,18 35,18-18,-54 88,1 1,17-1,-17 18,35 0,17 0,1 106,-36-53,1 53,-36-54,0 72,0-71,0 53,-53-18,35-71,-35 72,35-72,-17 1,17-18,-17-106,35-70,0-18,53-18,71 53,-19 71,-16 0,-72 88,19 0,-19 0,1 0,-1 0,36 53,-17 17,-36 19,0 16,0 37,0-54,0 0,-53 35,-18-17,1-53,-1 18,53-54,-17 19,18-19,-19 19,-34-1</inkml:trace>
  <inkml:trace contextRef="#ctx0" brushRef="#br0" timeOffset="1734">425 305,'-18'-18,"1"18,-36 0,17 0,-17 35,36 1,-54-1,54 18,-19-35,36 17,-35 0,35-17,-18 35,1 17,-1-52,18 35,-17-36,17 36,0-35,0 17,0-17,0-1,0 1,0 0,17-1,1-17,-1 0,19 0,-19 0,1 0,0 0,-1-17,1-1,35 18,-36-18,1-17,17 18,-17-1,17-17,-17 17,35-53,-18 54,-35-1,18-17,-18 17,35 1,-35-19,18-17,-18 36,0-18,35 17,-35 0,0 1,0-19,0 19,0-1,0 0,-18 18,1 0,-19 0,19-17</inkml:trace>
</inkml:ink>
</file>

<file path=ppt/ink/ink19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32.65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876 88,'18'0,"0"18,-18 52,0 1,0 17,0-35,0 35,0-17,0 17,0 0,0-35,0 0,0-35,0 17,0-18</inkml:trace>
  <inkml:trace contextRef="#ctx0" brushRef="#br0" timeOffset="766">1600 106,'0'0,"17"53,-17 35,0 18,0-18,0 18,0-53,0-18,0 0,0 18,0-35,0 17,0-17,0-1,0 1,0 0</inkml:trace>
  <inkml:trace contextRef="#ctx0" brushRef="#br0" timeOffset="1313">2058 159,'0'35,"0"18,0-36,0 72,0-72,18 19,-1-19,-17 36,0-35,0-1,0 1,18-18,-18 35,35-35,-17 0,0 0,-1 0,19 0,-19 0,-17-35,18 35,-1-18,1 1,-18-1,18-17,-18 17,0 1,17-1,-17-17,0 17,0 0,0 1,0-19,0 19,0-1,0-17,-17 35,17-18,-18 18,0 0,1 0,-1-17,18-1,-35 18,17 0,1 0,-1 0,-17 0,17 0</inkml:trace>
  <inkml:trace contextRef="#ctx0" brushRef="#br0" timeOffset="4844">206 1164,'0'0,"35"35,-35 36,36-1,-36 19,0-1,0 53,0-88,0 35,0-35,0 0,0-35</inkml:trace>
  <inkml:trace contextRef="#ctx0" brushRef="#br0" timeOffset="5782">1053 1235,'0'70,"0"1,0-1,0 18,0 18,0-53,0 0,0 0,0-35,0-1</inkml:trace>
  <inkml:trace contextRef="#ctx0" brushRef="#br0" timeOffset="6266">1882 1217,'-18'0,"0"53,-17 35,0 71,35-106,0 35,0-35,0-35,0-1,0 18,18-35,34 0,-34 0,0 0,35 0,-18 0,36-52,-54 34,18-17,-35-18,0 0,18 35,-18 0,0-17,0 18,0-1,0-17,0 17,0-35,0 35,-18 1,1-1,-18 18,17 0,0 0,1 0,-19 0</inkml:trace>
  <inkml:trace contextRef="#ctx0" brushRef="#br0" timeOffset="6907">2111 1358,'18'18,"-18"17,17 18,-17 0,0 0,18 0,0-53,-18 17,17-17,1 36,0-36,-1 0,1 0,-1 0,19 0,-19 0,19-18,-36 0,0-17,0-18,0 0,0 36,0-36,0 35,0-17,0-18,0 35,-36-17,19 35,-1 0,-17 0,17 0,1 0,-1 0</inkml:trace>
  <inkml:trace contextRef="#ctx0" brushRef="#br0" timeOffset="8813">12 264,'0'18,"0"70,0-35,0 35,0 1,0-36,0 17,18-35,-18-17,17 0,1-18,17 0,1 0,34 0,-52-36,52 1,-52-18,17 36,-35-1,18-17,-1 17,1-17,-18-1,18-16,17-1,-35 0,0 0,0 0,18 18,-1-1,-17 19,0-19,0 1,-17 17,-19 1,19 17,-19-18,19 1,-1 17,1 0,-19 0,19-18,-1 18</inkml:trace>
  <inkml:trace contextRef="#ctx0" brushRef="#br0" timeOffset="10829">1141 2558,'0'52,"0"19,0 35,0-53,0 35,0-35,0 0,0 0,0-18,0-17</inkml:trace>
  <inkml:trace contextRef="#ctx0" brushRef="#br0" timeOffset="11235">1670 2575,'0'71,"0"-18,0 35,0-35,18-18,-18-17,17-1,1-17,0 0,17 0,-17-17,17-1,-18 0,19-35,-36 36,0-36,17 18,-17-18,18 53,0-18,-18-17,0 0,0 17,0 0,0 1,-18 17,0 0,-17 0,17 0,1 0,-18 0,17 0</inkml:trace>
  <inkml:trace contextRef="#ctx0" brushRef="#br0" timeOffset="11923">2111 2575,'0'18,"0"35,0-18,0 18,0 0,0-36,0 1,0 17,0-17,18 0,-1-18,1 0,17 0,-17 0,35 0,0 0,-18 0,-35-18,35-17,-35 17,18 0,-18-17,0-18,0 36,0-1,0 0,0-17,0 17,0 1,-18-1,1 18,-1 0,0 0,-17 0,17 0,1 0,-18 0,17 0,-17 0,17 18</inkml:trace>
</inkml:ink>
</file>

<file path=ppt/ink/ink20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6:57.0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13,'35'7,"-17"-7,17 0,18 13,-18-13,18 0,0 0,0 0,35 0,0 0,18 0,0 0,17 0,-17 0,-18 0,0 0,18 0,-53 0,35 0,-35 0,36 0,-1 0,18 0,-54 0,37 0,-19 0,-17 0,18 0,17 0,-35 0,35 0,18 0,-18 0,18 0,-18 0,-35 0,35 0,-35 0,35 0,18 0,-18 0,-17 0,52 0,-34 0,52 0,0 0,0 0,53 0,-106 0,106 0,-53 0,0 0,18 0,-18 0,36 0,-19 0,1 0,-35 0,-1 0,-35 0,53 0,-35 0,-18 0,-35 0,35 0,-17-6,17 6,-35-14,-18 14,-17 0,0 0,35 0,-36 0,1 0,-18-7,35 7,0 0,-35-6</inkml:trace>
</inkml:ink>
</file>

<file path=ppt/ink/ink20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37:40.46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0 935,'53'-18,"35"18,54 0,52-53,35 18,106 0,-70-18,-18 18,35 35,-53-36,-35 36,0-35,-35 18,17-1,18-35,-17 18,17-1,53 1,-53 0,70-18,-52 18,0-1,-1 36,19-35,-36 0,0-18,-36 35,-34-35,-18 18,-89 35,72-18,-37 18,-34 0,17-35</inkml:trace>
</inkml:ink>
</file>

<file path=ppt/ink/ink20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0:10.91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900 80,'-18'0,"0"0,-17 0,17 18,1 0,-18 35,35 53,-18-54,18 1,-35 0,-1 53,19-35,17 17,-36-18,1 36,0 18,0-71,17 17,18-17,-53-18,53-17,-35 17,35-17,-18-18,0 35,1-35,-1 0,1 0,-1 0,-17 0,-1 0,-17-17,36-19,-54-52,54 18</inkml:trace>
  <inkml:trace contextRef="#ctx0" brushRef="#br0" timeOffset="406">0 804,'18'-53,"17"35,18 18,0-35,0 35,17-18,1 18,-18 0,0 0,0 0,-1 0,1 0,-35 0,53-35,-54 35,36 0,-35-35,17 35,-17 0,17-18,-17 18,17-18</inkml:trace>
  <inkml:trace contextRef="#ctx0" brushRef="#br0" timeOffset="656">1094 504,'0'0,"35"0,-17 0,-1 0,18 0,-17 0,0 0,-1 0,1 0</inkml:trace>
  <inkml:trace contextRef="#ctx0" brushRef="#br0" timeOffset="875">1182 592,'0'0,"-18"35,18 18,0-35,0-1,0 36,-35-17,35-19,0 1,0 17,0-17,18-18,-1 35,1-35,17 0,0 0,-17 18,0-18,-1 17</inkml:trace>
  <inkml:trace contextRef="#ctx0" brushRef="#br0" timeOffset="1406">2611 327,'17'0,"1"0,0 0,17 0,0 18,-17 0,-1 17,-17-17,0-1,0 1,0 17,0-17,0 35,0-36,-17 19,-1-1,0-35,-17 18,18 17,-36-18,17-17,1 18,17 0</inkml:trace>
  <inkml:trace contextRef="#ctx0" brushRef="#br0" timeOffset="1952">3140 257,'0'0,"35"0,-17 0,17 0,0 0,18 0,-35 0,17 0,-17 0,17 0,-17 0</inkml:trace>
  <inkml:trace contextRef="#ctx0" brushRef="#br0" timeOffset="2201">3193 486,'0'0,"0"35,0 18,0-35,0 35,0-35,0 17,0-18,0 1,17 17,1-17,0-18,-1 0,-17 18,18-18</inkml:trace>
  <inkml:trace contextRef="#ctx0" brushRef="#br0" timeOffset="2827">4586 151,'35'0,"1"0,-19 0,1 0,0 0,17 0,-17 0,17 18,-18-1,-17 1,18 35,-18 0,35-36,-35 1,0 17,0-17,0 17,-17 1,17-1,0 0,-18-35,18 35,-18-17,1 17,-1-17,1 0,17-1,-36-17,19 0,-1 0,-17 0,17 0,0 0</inkml:trace>
  <inkml:trace contextRef="#ctx0" brushRef="#br0" timeOffset="3670">5186 257,'18'0,"17"0,0 0,18 0,-18 0,1 0,16 0,1 0,-35 0,17 0,-17 0,0 0,-1 0</inkml:trace>
  <inkml:trace contextRef="#ctx0" brushRef="#br0" timeOffset="3925">5345 469,'0'0,"-36"52,19-34,-1 17,0 18,18-17,0-19,0 1,0 17,0-17,0-1,0 1,0 0,18-18,-18 17,53-17,35 0</inkml:trace>
  <inkml:trace contextRef="#ctx0" brushRef="#br0" timeOffset="4409">6791 222,'0'0,"18"0,17 0,-17 0,-1 0,18 0,-17 0,0 0,35 17,-36-17,1 36,0-19,-18 1,0 17,0 0,35-17,-35 35,0-35,0 34,0-16,0-19,0 36,-18-35,18 17,0-17,-17 17,-1-17,0-1</inkml:trace>
  <inkml:trace contextRef="#ctx0" brushRef="#br0" timeOffset="45954">1976 327,'0'36,"0"17,0 35,0-35,0-18,0 0,17-17,1-18,0 0,17 0,-18 0,1 0,17 0,-17 0,0 0,17 0,0-18,-35-17,18 17,-18-17,0-18,0 18,-18 0,-17 35,17-18,-17 18,35-18,-53 18,53-17,-18 17,1 0</inkml:trace>
  <inkml:trace contextRef="#ctx0" brushRef="#br0" timeOffset="46741">4110 98,'-35'53,"35"0,-53 70,53-87,0 17,0 0,0-1,0-34,0 0,0-1,35-17,18 0,0 0,0 0,35-53,-18 1,-34-1,34 0,-70 17,18-16,17 34,-35-17,0-18,0 35,18 0,-18-17,0 17,0 1,0-1,-35 1,17-1,-17 18,17 0,-17 0,-18 0,35 0,-35 0,36 0,-1 0,-17 0,17 0</inkml:trace>
</inkml:ink>
</file>

<file path=ppt/ink/ink20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0:29.93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1857 942,'0'0,"0"36,0 52,0 0,0 53,0-35,0 35,0-53,0-35,36 0,-19-35,1-18,0 0,17 0,18 0,35-53,-17 0,17-35,-35 17,0-17,-36 53,1-18,0-18,-1 54,-17-36,0 0,0 35,0 0,0 1,0-18,0-1,-17 36,-19-17,19 17,-1 0,-35 0,0 0,36 0,-54 0,-17 0,35 0,-18 0,1 0,52 0,-35 0,0 0,36 0</inkml:trace>
  <inkml:trace contextRef="#ctx0" brushRef="#br0" timeOffset="884">2775 925,'0'53,"-18"105,-17 1,0-35,35-19,0-52,0-35,0 0,17-1,1-17,35 0,35-35,-18-36,-34 36,52-53,-53 70,-17-52,-18 52,0-35,0 36,0-1,0-17,0-1,-53 19</inkml:trace>
  <inkml:trace contextRef="#ctx0" brushRef="#br0" timeOffset="1368">3692 1083,'35'0,"-35"18,0 35,0 0,0 0,0-18,0-17,53-1,-35-17,52 0,1-70,-53 17,17 0,0-35,-35 70,18 1,-18-1,0-17,-36 17,36 0,-35 18,18-17,-1 17,-17 0,17 0,0 0,1 0,-19 0,19 0,-1 0</inkml:trace>
  <inkml:trace contextRef="#ctx0" brushRef="#br0" timeOffset="2806">5720 448,'18'18,"-18"70,0 18,0-53,0 0,0 35,0-35,0 18,0-1,0-17,0-35,0-1,0 19,0-1,0 0,0-17</inkml:trace>
  <inkml:trace contextRef="#ctx0" brushRef="#br0" timeOffset="3462">5914 43,'-35'0,"18"0,-1 0,-70 0,52 0,-17 0,-35 0,-53 0,0-36,0 36,-18 0,-17 0,-1 0,-17 0,18 0,-18 0,0 0,53 0,0 18,-53-18,35 35,-17 1,52-36,1 35,-36-17,18-1,0 1,17 0,-35 17,71-35,-53 35,0-35,-18 35,18 1,-53 17,71-18,-36 35,35-34,36-36,-35 70,52-35,1-17,-19 17,37 18,-19 0,0 0,36-18,-53 54,35-36,53 17,-18 1,18-18,0-1,0 37,0-1,36-53,52 53,-18-35,19 0,34 0,53 35,19 0,16-52,18 34,71 19,-53-54,-17 53,87-35,-70-53,-18 35,71 0,-70-35,-36 0,35 0,-35 0,35 0,-88 0,71 0,0 0,-36 0,0-17,-17-18,-35 35,-1 0,-70-36,53 1,-53 17,35-17,53 0,71 0,176-71,0-53,-124 159,-122-71,16 36,-70 0,-35 35,18-35,0 35,-36-18,35 0,-52 1,0-1,17 0,0-17,-17 35,17-35,0 0,-35 17,36-17,-36-18,17 17,19-52,-36 71,35-54,-35 53,0-35,0 1,0 34,0-35,0 0,-18 18,-35-18,36 18,-1-1,-17 19,-18-19,18 1,-1 0,-17 35,-35-35,18-1,17 19,-53 17,0-36,35 1,-52 0,17 35,18 0,-18-35,18 35,35-36,-53 36,18 0,17-17,-17 17,18 0,-19-36,72 36,-54 0</inkml:trace>
  <inkml:trace contextRef="#ctx0" brushRef="#br0" timeOffset="6259">5685 360,'0'0,"18"0,-1 0,1 18,0 0,-1-1,-17 1,0 17,0-17,0-1,0 19,0-19,0 1,0 0,0 34,0-34,0 17,0-17,0 0,0 17,-17 0,17-17,0 17,0-17,0-1,0 19,0-19,0 1,0 0,0 17,0-17,0-1,0 1,0 17,0-17,0-1,0 1,0 17,17-17,-17 0,0-1,18 18,-18-17,0 0,0-1,18 36,-1-53,-17 18,0 17,0-17,0 17,18-17</inkml:trace>
</inkml:ink>
</file>

<file path=ppt/ink/ink20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0:59.43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54 17,'0'0,"0"36,-35-19,17 54,18-54,0 36,0-35,18 17,17-17,-35-1,18-17,0 36,17-36,18 0,-18 0,18 0,0 0,-35 0,-1 0,36-18,-53 0,0-17,0-18,0 0,0 36,0-19,-35 19,17 17,1-35,-19 35,-17-18,0-17,36 35,-1 0</inkml:trace>
</inkml:ink>
</file>

<file path=ppt/ink/ink20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1:02.667"/>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36 17,'-18'0,"18"-17,-18 17</inkml:trace>
</inkml:ink>
</file>

<file path=ppt/ink/ink20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0:02.01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1171 882,'36'0,"-19"0,1 0,0 0,70 0,-53 17,18-17,-35 0,-1 0,19 0,16 0,-34 18,0-18,35 0,-18 0,0 18,-35-1,18-17</inkml:trace>
  <inkml:trace contextRef="#ctx0" brushRef="#br0" timeOffset="2266">2371 952,'17'0,"19"0,-19 0,1 0,35 0,-35 0,17 0,18 0,-36 0,36 0,-35 0,17 0,-17 0,35 0,-36 0,36 0,-35 0,17 0,-17 0,0 0,34 0,-34 0,17 0,-17 0,0 0,-1 0,19 0,-19 0,1 0,0 0,17 0,-18 0,1 0,17 0,-17 0,0 0,-1 0,19 0,-19 0,1 0,17 0,-17 0,-1 0,36 0,-35 0,17 0,-17 0,-1 0,1 0,17 0,-17 0,0 0,17 0,-17 0,-1 0,1 0,17 0,-17 0,-1 0,1 0,17 0,-17 0,35 0,-35 0,34 0,-34 0,17 0,-17 0,0 0,17 0,18 0,-36 0,1 0,0 0,17 0,-17 0,35 0,-36 0,19 0,-19 0,1 0,-1 0,19 0,-19 0,1 0,0 0,17 0,-17 0,-1 0,18 0,-17 0,0 0,-1 0,19 0,-19 0</inkml:trace>
  <inkml:trace contextRef="#ctx0" brushRef="#br0" timeOffset="4922">6622 423,'17'0,"-17"18,36-1,-19 19,19-19,-36 1,17 35,19-18,-36-17,0-1,0 19,0-19,0 1,0 17,17-35,18 0,1-53,-19 18,19 0,-19 17,19-53,-1 54,-17-36,17 0,18 0,-18 18,-17 0,17-18,18-18,-53 53,35 1,-35-1,18 18,-18-35,70-36,-52 54</inkml:trace>
  <inkml:trace contextRef="#ctx0" brushRef="#br0" timeOffset="40685">4646 952,'0'0,"36"0,-19 0,1 0,-1 0,19 0,-19 0,1 0,17 0,-17 0,0 0,-1 0,18 0,-17 0,0 0,-1 0,19-35,-19 35,1 0,0 0,-1-18,19 1,-19 17,18-36,-17 19,17 17,-17-18,0 0,-18 1,17 17,-17-18,36 1,-36-1,17 0,1 18,-1-35,1 35,0-35,17 17,-35 0,18-35,-18 36,0-18,0 17,0 0,0-17,-36 17,36 1,-17 17,-1-18,-17 18,35-18,-18 18,-17-17,17 17,1 0,-19 0,19-35,-1 35,-17 0,17 0,1 0,-1 0,18-18,-18 18,-17 0,17 0,1 0,-19 0,19 0,-1 0,0 0,18-18,-17 18,-18 0,17 0,0 0,1 0,-19 0,19 0,-1 0,0 0,-17 0,18 0,-1 0,-17 0,17 0,0 0,1 0,-36 0,18 0,17 0,0 0,-35 0,0 0,0 0,18 0,-18 0,0 0,18 0,0 0,17 0,1 0,-19 0,1 0,0 0,-18 0,-18 0,36 0,-18 0,0 0,0 0,36 0,-19 0,-17-35,36 35,-36 0,18 0,-1-18,-17 18,0 0,1 0,16-17,19 17,-36 0,35 0,-35 0,18 0,17 0,-35 0,36 0,-36 0,35 0,-17 0,17 0,1 0,-19 0,19 0,-1 0,0-18,18 0,-53 18,36 0,-36 0,35 0,-17 0,-18 0,35 0,1 0,-36 0,18 0,17 0,-35 0,35 0,-35 0,1 0,34 0,-35 0,18 18,17-18,0 0,-34 0,16 18,-17-18,36 0,-36 0,35 0,-35 35,0-35,0 0,-17 18,52-18,1 0,-1 0,-17 0,-18 0,35 0,0 35,-17-35,18 0,-1 18,-17-18,35 17,-18-17,0 0,1 0,-36 18,53-1,-53 1,35 17,-17-35,17 18,1 0,-1-1,-17 19,17-19,-17 18,17-17,18 17,0-17,0 0,0-1,0 1,0 0,0-1,0 1,35 17,-17-35,0 0,-18 18,17-1,1-17,17 18,-17-18,0 35,17-35,-18 0,1 0,0 0,-1 0,1 18,0-18,-1 0,1 0,17 0,-17 18,0-18,17 0,-18 35,1-35,17 0,-17 0,0 0,-1 0,19 0,-19 0,1 0,-1 0,1 0,-18 18,35-18,-17 0,0 0,17 0,-17 17,-1-17,1 0,35 0,-18 0,-17 0,-1 18,19-18,-19 0,1 0,17 0,-17 0,-18 17,17 1,1-18,0 0,17 0,-17 0,-1 0,19 0,-19 0,1 18,17-18,-17 0,-1 0,1 0,17 0,-17 0,0 0,17 0,-18 0,1 0,0 0,17 0,-17 0,-1 17,19-17,-1 0,18 0,17 0,1 0</inkml:trace>
  <inkml:trace contextRef="#ctx0" brushRef="#br0" timeOffset="59289">25 494,'-18'-18,"18"0,0 1,0-19,36 19,-19-1,1-52,17 52,0-17,-17 17,0 0,-1 1,1-1,35 0,-53 1,17-1,19 18,17-17,-36 17,19 0,-19-36,1 36,-1 0,19 0,-19 0,1 0,0 36,-1-36,-17 17,0 18,0-17,0 35,0 0,0-35,0 17,-17 0,-1-35,18 18,0 35,-35-36,35 1,-18-18,0 18,18 17,-17-35,17 35,0-17,0-1,0 1,0 17,0-17,0 0</inkml:trace>
</inkml:ink>
</file>

<file path=ppt/ink/ink20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3:42.78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0 494,'71'70,"-18"106,70 19,-17-19,-53-35,17-18,-34-52,-1 17,-35-35,18-53,17-88,0-106,1 0,16 18,54-19,-35 19,-1 70,1-35,-36 88,-17 18,17 17</inkml:trace>
  <inkml:trace contextRef="#ctx0" brushRef="#br0" timeOffset="516">1658 564,'18'0,"52"53,1 88,-36 0,54 18,-54-53,-18-53,1-36,0-17,70-105,-35-72,35 1,-17 17,52-17,-35 17,36 71,-54 17,-34 36,-19 17,54-52</inkml:trace>
</inkml:ink>
</file>

<file path=ppt/ink/ink20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3:43.96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0 335,'53'35,"17"71,-35 0,36 35,-36-35,1 0,-19-1,1-52,17 0,-35-35,0-1,0 1,53-18,18-70,17-54,53-52,-18-18,36 17,-53 36,0 53,17-18,-70 71,18-36,-71 54,17 17</inkml:trace>
</inkml:ink>
</file>

<file path=ppt/ink/ink209.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1:18.152"/>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11976 247,'36'0,"-19"0,19 0,-19 36,18-19,-17 19,35 34,-18-35,-35 1,18-19,0 19,-1-1,-17-17,18-1,-1-17,-17 18,18 17,17-35,18-18,0-17,53-35,-71 17,36 0,-18-18,35 18,-53 18,1 17,16-17,-34 18,35-1,-53 0,18 18,-1-35,1 35,-18-18,18 18,17-17,-35-1,18 18,-18-18,35 18,-18-53,1 53</inkml:trace>
  <inkml:trace contextRef="#ctx0" brushRef="#br0" timeOffset="13936">0 935,'17'0,"1"-35,35 35,-36 0,1 0,0 0,-1 0,1 0,17 0,-17 0,-1 0,1 0,17 0,-17 0,0 0,-1 0,36 0,-17 0,-19 0,1 0,-1 0,19 0,-19 0,1 0,17 0,-17 0,0 0,-1 0,18 0,-17 0,0 0</inkml:trace>
  <inkml:trace contextRef="#ctx0" brushRef="#br0" timeOffset="18124">1834 1041,'18'0,"17"0,-17 0,-1 0,36 0,-35 0,17 0,-17 0,-1 0,19 0,16 0,-34 0,0 0,17 0,0 0,1 0,-19 0,19 0,-1 0,-18 0,19 0,17 0,-36 0,1 0,35 0,-18 0,18 0,-35 0,-1 0,1 0,35 0,-18 0,-17 0,-1 0,19 0</inkml:trace>
  <inkml:trace contextRef="#ctx0" brushRef="#br0" timeOffset="23921">1499 1641,'0'0,"17"0,36 0,-35 0,17 0,-17 0,35 0,-35 0,34 0,-34 0,17 0,18 0,-17 0,-1 0,-18 0,36 0,0-18,-17 18,16 0,1 0,-35 0,70 0,-35 0,0 0,0 0,18 0,-1 0,-17 0,0 0,0 0,-36 0,36 0,-17 0,-19 0,36 0,-35 0,35 0,0 0,0 0,0 0,-1 0,-34 0,35 0,-18 0,18 0,-35 0,35 0,-18 0,0 0,-17 0,17 0,-17 0,0 0,17 0,-18 0,36 0,0 0,-35 0,17 0,0 0,18 0,-17 0,17 0,-36 0,36 0,-35 0,35 0,-36 0,36 0,0 0,0 0,-18 0,18 0,-35 0,17 0,0 0,1 0,-19 0,36 0,-35 0,0 0,17 0,0 0,18 0,-35 0,17 0,-17 0,-1 0,1 0,17 0,-17 0,-1 0,1 0,17 0,-17 0,35 0,-35 0,17 0,-18 0,1 0,0 0,17 0,-17 0,-1 0,19 0,-19 0,1 0,-1 0,36 0,-17 0,-19 0,1 0,17 0,-17 0,35 0,-36 0,1 0,17 0,-17 0,0 0,-1 0,19 0,-19 0,1 0,17 0,-17 0,-1 0,1 0,17 0,-17 0,0 0,-1 0</inkml:trace>
  <inkml:trace contextRef="#ctx0" brushRef="#br0" timeOffset="26588">7690 1711,'106'-17,"123"17,-35 0,0 0,-53 0,36 0,-71 0,-18 0,-35 0,0 0,-36 0,36 0,0 0,0 0,35 0,18 0,0 0,17 0,18 0,1 0,-1 0,0 0,0 0,-35 0,0 0,-18 0,53 0,-53 0,0 0,18 0,-53 0,0 0,0 0,0 0,35 0,-35 0,35 0,53 0,-53 0,18 0,-18 0,18 0,-53 0,35 0,1 0,16 0,-16 0,-36 0,-1 0,1 0,0 0,0 0,35 0,-17 0,-1 0,-17 0,0 0,0 0,-17 0,16 0,-34 0,0 0,-1 0,19 0,-1 0,0 0,18 0,-35 0,-1 0,36 0,-17 0,16 0,-34 0,0 0,17 0,-17 0,35 0,-36 0,1 0</inkml:trace>
  <inkml:trace contextRef="#ctx0" brushRef="#br0" timeOffset="40386">2434 1888,'0'-18,"-36"18,-16 0,-37 0,19 0,-18 0,-1 0,72 0,-36 0,0 0,0 0,18 0,-36 0,1 0,17 0,-36 0,37 0,-1 0,35 0,-35 0,35 18,-52-1,-1 1,1 35,17-18,18-17,-18 35,-36 17,89-52,-17 17,17 1,0-19,0 1,0 17,0-17,0-1,0 36,17-17,-17-19,18-17,-18 18,18-18,-18 18,17-18,1 17,0 1</inkml:trace>
  <inkml:trace contextRef="#ctx0" brushRef="#br0" timeOffset="44355">2416 1888,'0'0,"18"0,35-35,-36 35,36 0,-35 0,17 0,18 0,35 0,-53 0,36 0,17 0,18 0,-53 0,70 0,-52 0,35 0,-36 0,-17 0,36 0,-1 0,18 0,-54 0,37 0,-19 0,1 0,-18 0,0 0,0 0,-1 0,-34 0,53 0,-36 0,18 0,0 0,0 0,0 0,-1 0,1 0,0 0,-35 0,35 0,0 0,0 0,-18 0,-17 0,17 0,0 0,0 0,-17 0,0 0,17 0,-17 0,-1 0,1 0,17 0,-17 0,-1 0,1 0,17 0,-17 0,0 0,-1 17,1 1,0 17,35-35,-36 35,1-35,-18 18,17 0,1-1,0 1,-1-18,-17 18,18-1,17-17,-35 36,0-19,18-17,0 35,-18 1,0-19,0 1,0 0,0 17,0-17,0-1,0 1,0 17,0-17,0-1,0 1,-18 0,18-1,-18-17,18 18,-17-18,-1 0,0 0,1 18,-19-1,19 1,-1-18,-17 0,17 17,1-17,-19 0,36 18,-17 0,-1-18,-35 17,35-17,-34 0,34 18,-17-18,17 0,-17 35,17-35,0 0,-17 0,18 18,-1-18,0 0,-17 18,17-18,1 35,-19-35,19 18,-1-18,-17 35,17-35,1 0,-19 0,19 0,-1 17,-17-17,-18 36,35-36,1 0,-19 0,1 0,35 17,-35-17,17 0,-17 18,0-18,-1 18,19-1,-1-17,0 0,-17 0,17 0,1 0,-36 0,0 0,0 0,0 0,-35 0,17 18,18-18,1 0,16 18,36-1,-53-17,36 0,-1 0,-17 0,17 0,-35 0,36 0,-36 0,-18 18,53-18,-34 0,34 0,0 0,-17 0,17 0,1 35,-19-35,19 0,-1 0,-35 0,0 0,0 0,1 0,-1 0,0 0,0 0,17 0,1 0,-18 0,18 0,0 0,-1 0,19 0,-1 0,-35 0,18 0,17 0,1 0,-19 0,19 0,-1 0,1 0,-19 0,19 0,-1 0,-35 0,35 0,-35-18,18 18,-18 0,18 0,0-17,17 17,0 0,-17-35,18 35,-1 0,-17 0,17-18,0 18,-17 0,17 0,-34 0,34 0,-17 0,17-35,0 35,-17 0,17 0,1 0,-1 0,-17 0,17-18,1 18,-1 0,-35-18,18-17,17 35,0 0,-17-18,18 18,-1 0,-17 0,17-35,0 35,-17-17,17 17,-17-36,18 36,-36-17,17-1,19 18,-19-18,19-17,-1 35,0-18,1 18,-1-17,18-1,-17 18,17-18,0-17</inkml:trace>
</inkml:ink>
</file>

<file path=ppt/ink/ink210.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2:51.48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1386 474,'17'52,"-17"1,0 53,0 18,0 17,0-53,0 53,0 53,0-106,0 53,0-88,36 18,-36-53,17 34,19-34,-36 17,0-17,0 35,0-35,0 35,0-18,0 18</inkml:trace>
  <inkml:trace contextRef="#ctx0" brushRef="#br0" timeOffset="406">1527 2202,'0'124,"0"34,0-16,-18 52,-17 0,35-18,0-70,-35-53,35-36,0 19,0-19</inkml:trace>
  <inkml:trace contextRef="#ctx0" brushRef="#br0" timeOffset="922">1862 121,'-35'-18,"35"1,-36-1,19 18,-1-35,-17 35,17 0,-17 0,17-18,1 18,-36 0,0 0,18 0,-1 0,-17 0,0 0,36 0,-36 0,0 0,0 0,0 0,18 0,-18 0,0 0,35 0,-17 0,-35 18,-1-1,18 19,-35 34,17 1,-17-36,0 53,17-17,54-54,-18 36,-1 0,19-35,-19 52,19-34,-1-1,0 18,-17 0,35 53,-18-54,18 54,-35-18,35-35,-35 89,35-72,0 1,0 70,0-53,0 18,0-18,0 53,0 0,0 0,0-35,0 53,0-36,0-34,0 34,0 0,0-34,0 17,0-36,18 1,-18 34,17-52,18 53,1-53,-19 0,19 18,-1-18,-17-1,17-16,-17-1,-1-17,1-1,-1 1,1 17,0-35,-18 18,35-1,-17 1,-1 0,1-18,-18 17,18-17,17 18,-18-18,19 0,-1 35,-17-35,35 18,-36-18,36 0,0 18,-53-1,18-17,17 0,-17 0,35 0,-36 0,36 0,-35 0,17 0,18 0,-35 0,-1 0,36 0,-18 0,18 0,-35 0,35 0,0 0,-18 0,0 0,-17 0,35 0,-18 0,18 0,0 0,-35 0,35 0,-36-17,36-1,-18 18,18-35,-17 17,-1-17,0 35,-17-18,17-17,36 17,-54 1,19-19,-19 19,18-36,-17 0,17 18,-17 17,17-35,-17 18,35-18,-53 17,35-16,0-1,-35 0,18 17,-18 1,0-18,0 0,0 0,35-17,-35 17,0 0,0 0,0 0,0-35,0 70,0-35,0 1,0-1,0 35,0-35,0 35,0-34,0-1,0 0,0 0,0 0,0 0,0 18,0 17,-17-35,17 0,0 0,-36-35,36 35,-17-17,-19 17,36 0,-17 0,17 0,-18-18,1 36,-19-71,36 71,-17 0,-1-1,0 1,18-35,-17 52,-1-35,18 35,-18-52,1 35,17-1,-35-17,17 0,-17 18,35 18,0-19,-18 19,0-19,18 19,-17-1,-1 0,18 1,0-1,-18 18,1-35,-1 0,0-1,1 1,-18 17,17-17,-17 17,-1 1,1-18,0 17,17 18,1-35,-1 35,-17-18,-18 18,35-18,-17 1,-18-1,18 0,-1 1,-17-1,36 1,-1 17,-17-18,17 18,1 0,-19-35,19 35,-1 0,-17 0</inkml:trace>
  <inkml:trace contextRef="#ctx0" brushRef="#br0" timeOffset="17129">3820 1938,'0'35,"0"53,0 18,0 35,0-53,0 36,0-54,0 18,0 18,0-53,0 35,0-35,0-35,0 0,53-71</inkml:trace>
  <inkml:trace contextRef="#ctx0" brushRef="#br0" timeOffset="17801">4667 615,'17'0,"-17"70,0 1,0 35,36-18,-36 18,17-18,1 18,-18-53,35 0,-35-36,0 36,0-18</inkml:trace>
  <inkml:trace contextRef="#ctx0" brushRef="#br0" timeOffset="19004">5972 350,'0'53,"18"18,-18-19,0 37,35-19,-35 18,0 1,0 16,0-52,0 0,0 35,0-70,0 17,0 1,0-1,0-17,0-1</inkml:trace>
  <inkml:trace contextRef="#ctx0" brushRef="#br0" timeOffset="20223">7118 2132,'0'17,"0"1,0 35,0 0,0 0,0 0,0-1,0 37,0-36,-35 0,35-1,0-16,0-1,0 0,0 53,0-35,0 0,0-35,0 35,0 0,0-36,0 1,0 17,0 18,0-35,0 0,0-1,0 18,0-17,0 0,0-1</inkml:trace>
  <inkml:trace contextRef="#ctx0" brushRef="#br0" timeOffset="21895">4684 368,'0'17,"0"1,0 0,0-1,0 19,0-19,0 1,0 17,0-17,0 17,0-17,0-1,0 1,18 0,-18 17,0-17,0-1,0 18,0-17,0 0,0-1,35 19,-35-19,0 1,0 17,0-17,0-1,18 19,-18-19,0 1,0 17,0-17,0 0,0-1,0 18,0-17,0 0,17-1,-17 36,0-35,0 17,0-17,18-18,0 18,-18-1,0 1,0 17,0-17,0-1,0 19,0-19,0 1,0 0,0-1</inkml:trace>
  <inkml:trace contextRef="#ctx0" brushRef="#br0" timeOffset="23989">2091 4019,'0'0,"36"0,17 0,-1 0,37 0,-36 35,52 1,-52-1,18-18,-1 1,-34 0,17-18,-18 17,18-17,-36 0,36 0,18 0,88 0,52 0,1 0,70 0,-70-17,52-19,-70-16,-52 52,-1-36,35 36,-17-35,-18 35,-18 0,1 0,17 0,-53 0,53 0,-88 0,35 0,18 0,-53 0,0 0,0 0,0 0,-35 0,34 0,1 0,0 0,0 0,-35 0,17 0,-17 0,-1 0</inkml:trace>
</inkml:ink>
</file>

<file path=ppt/ink/ink211.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3:45.615"/>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1041 195,'-18'-18,"1"18,-19-18,19 18,-1 0,-17 0,17 0,-17 0,0 0,-1 0,1 0,-53 0,35 0,0 0,-35 53,53 0,-54-18,54 18,-36 0,36 0,-35 0,70-18,-18-17,0 0</inkml:trace>
  <inkml:trace contextRef="#ctx0" brushRef="#br0" timeOffset="500">88 0,'0'18,"0"35,0 71,-35-19,35 36,-35 1,35-54,-18 0,18-70,35-18,18 0,-35 0,35 0</inkml:trace>
</inkml:ink>
</file>

<file path=ppt/ink/ink212.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3:48.116"/>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17,'0'-17,"35"17,-17 0,35 0,-18 0,-17 0,-1 0,54 0,-53 0,34 0,-34 35,35-17,-18-1,18 1,-35 0,17-1,-17 1,-1-1,1 19,0-19,17 54,-17-53,-18-1,35 36,-35-18,0 18,17-35,-17 35,0-36,0 36,0-17,0-19,0 1,0 17,0-17,0 0,0-1,0 18,0 1,0-1,0-17,-17-1</inkml:trace>
  <inkml:trace contextRef="#ctx0" brushRef="#br0" timeOffset="640">265 776,'35'0,"18"88,17-17,-34 17,16-18,-34-34,17-1,-17 0,0-35,17 0,-17-35,-1 0,1-1,-18 1,0 0,35-1,-35 19,18-18,-18-1,0 19,17-19,-17 19,18-19,0 36</inkml:trace>
</inkml:ink>
</file>

<file path=ppt/ink/ink213.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2:58.391"/>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3563 2593,'53'0,"-35"0,0 0,17 0,-18 0,1 0,0 0,17 0,-17 0,-1 0,36 0,-18 0,-17 0,0 0,-1 0,19-18,-19 18,1 0,35 0,-18 0,-17 0,35 0,-36 0,1 0,17 0,-17 0,0 0,17 0,-18 0,1 0,0 0,35 0,-36 0,1 0,17 0,-17 0,-1 0,36 0,0 0,0 0,-18 0,18 0,-35 0,53 18,-36-1,0-17,18 0,-35 0,-1 0,1 0,17 0,18 0,-35 0,-1 0,1 0,35 0,-18 0,18 0,-35 0,-1 0,19 0,17 0,-36 0,1 0,0 0,17 0,-17 0,-1 0,36 0,-18 0,-17 0,0 0,-1 0,36 0,-18 0,18 0,-35 0,35 0,-18 0,0 0,-17 0,17 0,1 0,-1 0,18 0,-35 0,17 0,18 0,17 0,-34 0,16 0,-34 0,35 0,0 0,-35 0,34 0,1 0,0 0,18 0,-1 0,-17 0,0 0,35 0,-35 0,0 0,35 0,-35 0,18 0,0 0,-19 0,-16 0,17 0,-18 0,0 0,0 0,1 0,-1 0,18 0,-35 0,-1 0,1 0,17 0,18 0,-35 0,35 0,-18 0,0 0,-17 0,17 0,-17 0,-1 0,19 0,-19 0,1 0,35 0,-36 0,19 0,-19 0,1 0,17 0,-17 0,0 0,-1 0,18 0,-17 0,0 0,17 0,-17 0,-1 0,1 0,17 0,-17 0,0 0,-1 0,18 0,-17 0,35 0,-35 0,17 0,-17 0,34 0,-34 0,0 0,17 0,-17 0,-1 0,36 0,-18 0,-17 0,0 0,-1 0,19 0,-19 0,19 0,-1 0,-17 0,34 0,1 0,0 0,0 0,53 0,-88 0,35 0,-1 0,1 0,0 0,-35 0,35 0,0 0,0 0,-18 0,0 0,53 0,-35 0,0 0,0 0,-18 0,18 0,-35 0,0 0,35 0,-36 0,36 0,-18 0,18 0,-35 0,35 0,-35 0,17 0,-18 0,1 0,35 0,0 0,0 0,0 0,0 0,35 0,18 0,-18 0,0 0,53 0,0 0,0 0,1 0,52 0,-53 0,53 0,-18 0,18 0,0 0,-35 0,0 0,-18 0,53 0,-53 0,0 0,0 0,0 0,-53 0,18 0,-18 0,18 0,-53 0,35 0,1 0,52 0,-35 0,-18 0,53 0,-88 0,0 0,0 0,0 0,-1 0,1 35,0-35,-17 0,-1 0,18 0,17 18,-17-18,35 35,1-35,-1 18,-18 0,36-18,-18 35,18-35,-53 0,35 18,-35-18,0 0,-18 0,36 0,-53 0,52 35,-17-35,0 0,0 0,0 0,0 0,-36 0,1 0,0 0,17 0,-17 0,35 0,-36 0,36 0,-18 0,18 0,-17 0,-1 0,-18 0,1 0,0 0,17 0,-17 0,17 0,35 0,72 0,-37 0,37 0,-37 0,72 0,-36 0,0 0,35 0,1 0,-18 0,-1 0,-34 0,-36 0,35 0,1 0,17 0,0 0,53 0,-53 0,0 0,0 0,-35 0,18 0,17 0,-88 0,70 0,-70 0,35 0,18 0,-53 0,0 0,35 0,-35 0,35 0,1 0,-37 0,37 0,-36 0,-1 0,90 0,-89 0,35 0,-35 0,0 0,52 0,-34 0,-18 0,-18 0,36 0,-54 0,36 0,35 0,-35 0,0 0,53 0,-18 0,-35 35,18-35,-36 0,18 0,-35 0,35 0,-36 0,18 0,-17 0,0 0,17 0,18 0,-35 0,-1 0,18 0,1 0,-1 0,-17 0,-1 0,36 0,-35 0,17 0,18 0,-35 0,-1 0,1 0,0 0,17 0,-17 0,-1 0,18 0,18 0,-35 0,35 0,0 0,-36 0,36 0,0 0,0 0,-35 0,52 0,-34 0,17 0,-18 0,-17 0,-1 0,18 0,-17 0,0 0,-1 0,1 0</inkml:trace>
  <inkml:trace contextRef="#ctx0" brushRef="#br0" timeOffset="61163">2540 3316,'18'0,"17"0,-17 0,17 0,-17 0,35 0,-36 0,1 0,35 0,0 0,-18 0,18 0,0 0,35 0,-35 0,35 0,-35 0,0 0,-35 0,17 0,0 0,0 0,18 0,-35 0,35 0,0 0,0 0,0 0,35 0,-70 0,-1 0,18 0,-17 0,35 0,-35 0,17 0,-17 0,-1 0,1 0,17 0,-17 0,-1 0,19 0,-1 0,36 0,-36 0,18 0,0-36,52 36,-69 0,87-35,-35 35,36 0,-18-35,-53 35,0 0,52 0,107 0,17 0,-88 0,-52 0,-54 0,18 0,0 0,70 0,-35 0,18 0,-53 0,-35 0,-1 0,-17-18,53 18,0 0,18 0,-1 0,-52 0,35 0,-35 0,17 0,-17 0,-1 0,18 0,-17 0,0 0,-1 0,1 0,0 0,-1 0,1 0,0 0,17 0,-18 0,1 0,0 0,17 0,-17 0,-1 0,19 0,-19 0,1 0,-1 0,19 0,-19 0,1 0,0 0,17 0,18 0,-35 0,-1 0,18 0,-17 0,0 0,35 0,-36 0,36 0,-18 0,-17 0,35 0,-35 0,17 0,-17 0,-1 0,1 0,35 0,-18 0,-17 0,-1 0,1 0,17 0,-17 0,0 0,17 0,-18 0,1 0,0 0,17 0,0 0,1 0,-19 0,18 0,-17 0,0 0,-1 0,1 0,17 0,-17 0,17 0,0 0,18 0,-35 0,35 0,-18 0,18 0,-35 0,35 0,-36 0,19 0,-19 0,1 0,0 0,34 0,-16 0,-19 0,19 0,-1 18,0-18,0 0,18 18,-35-18,17 0,18 0,0 0,0 0,0 0,0 0,0 0,0 0,0 0,-18 0,0 0,18 0,-18 0,1 0,-1 0,-17 0,35 0,-1 0,-34 0,35 0,18 35,-54-35,1 0,35 17,-18-17,18 0,-18 18,-35 0,35-18,-17 0,0 0,35 0,-36 0,19 17,-19-17,1 0,17 0,18 0,-35 0,-1 0,1 18,17-18,-17 0,0 0,-1 0,18 0,-35 18,18-18,0 0,-1 0,19 0,-19 0,1 0,0 0,17 0,-18 0,1 0,0 0,17 0,-17 0,-1 0,19 0,-19 0,1 0,0 0,17 0,-18 0,36 0,0 0,-35 0,52-36,-17 36,0 0,-35 0,35-17,-18 17,0 0,18-36,0 36,0 0,-18 0,1-17,17 17,-36 0,19 0,-1-18,0 1,-17 17,17 0,-17 0,-1 0,1 0,0 0,-1-18</inkml:trace>
  <inkml:trace contextRef="#ctx0" brushRef="#br0" timeOffset="76038">0 0,'53'17,"35"-17,18 0,-53 0,35 0,-35 0,0 0,35 0,-52 18,-1 0,18-18,0 0,0 0,0 0,-1 0,-16 0,17 0,-36 0,1 0,0 0,17 0,-17 0,-1 0,1 0,17 0,-17 0,-1 0,36 17,-17-17,-19 0,1 35,17-35,-17 0,-1 0,1 0,17 0,-17 0,0 0,17 0,-18 0,1 0,0 0,17 0,-17 0,-1 0,19 18,-19-18,1 0,0 0,17 0,-18 0,1 0,17 0,-17 35,0-35,35 0,-18 0,18 18,-36-18,36 0,-35 0,17 0,-17 0,-1 0,1 0,17 0,-17 0,0 0,17 0,-17 0,-1 0,36 0,-35 0,35 0,-18 0,-17 0,-1 0,19 0,-19 0</inkml:trace>
</inkml:ink>
</file>

<file path=ppt/ink/ink214.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2:41.70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0,'0'17,"0"1,0 35,18-18,-1 1,-17-1,18-17,-18 34,0 1,35 0,-35-35,0 35,0-18,0-17,18-1,-1 1,54-36,17-17,-17-18,-1 18,54-36,-71 54,-18-1,0-17,-17 35,17-35,0 17,-17-17,17 35,-35-18,18 0,0 18</inkml:trace>
</inkml:ink>
</file>

<file path=ppt/ink/ink215.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6:55.264"/>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5,'18'0,"-1"0,36 0,-17 0,17 0,0 0,-1 0,1 0,-35 0,17 0,-17 35,0-35,17 0,-18 18,19-18,17 35,52-17,-69-18,17 35,0-35</inkml:trace>
</inkml:ink>
</file>

<file path=ppt/ink/ink216.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6:56.150"/>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1358 0,'0'18,"0"0,0-1,-35 1,-36 17,18-17,-53 17,36 18,-54 0,54-18,-36 36,53-54,18 1,17 0,-17-18,35 17,-18-17,-17 0,17 18,1 0,-1-18,0 17,-17 1,-18 17,35-35,-34 35,-37 18,36-35,18 35,-53-53,88 18,-35-18,35 17,0 1,17 17,89 0,-53 1,71 34,-36-35,18 36,-1 0,54-1,-106-35,71 36,-1 0,-35-19,0-16,-52 17,17-36,-36 1,1 0,17-1,-17 1</inkml:trace>
</inkml:ink>
</file>

<file path=ppt/ink/ink217.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6:02.979"/>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0,'0'0,"0"53,35 53,0-18,-35 53,0 35,0-17,0-18,0 0,0-88,0-35,0 35,-17-53,17 17,0-70,0-17,0-71,0 88,0-53,52 18,19-36,0 36,-1-18,1 18,-36 53,-17 17,-1 1,1-1,-1 18,1 0,0 0,17 0,-17 0,17 0,0 53,1 0,-36 70,0-52,17 35,-17-18,0-35,0 0,0 0,0-18,0-17,0-1</inkml:trace>
  <inkml:trace contextRef="#ctx0" brushRef="#br0" timeOffset="672">1252 88,'0'0,"35"0,-17 0,35 35,-36 54,19 16,-1-16,0-19,36 36,-54-53,19 0,-36 0,17-18,1 0,0-35,-1 36,1-1</inkml:trace>
  <inkml:trace contextRef="#ctx0" brushRef="#br0" timeOffset="1015">1816 176,'-35'0,"-35"0,-1 71,18-1,0 1,-35 17,35-53,-53 71,53-71,18 1,-18 17,0-36,36 1,17 0,-18-18,18 17</inkml:trace>
  <inkml:trace contextRef="#ctx0" brushRef="#br0" timeOffset="1969">2663 353,'0'0,"35"0,54 0,-37 0,1 0,0 0,0 0,-35 0,52 17,-34 1,-19 17,1-35,-18 35,35-17,-35 0,18 35,-18-18,0 18,0-36,0 1,-18 35,1 0,-72 18,36-19,1-16,-19 17,18-18,-35 0,35 0,18-17,-18 17,-18-17,18 17,36-35,-36 18,88-18,18 0,18 0,-19 0,1 0,0 0,0 0,0 0,-35 0,17 0,18 0,-35 0,-1 0,18 0,-17 0,0 0,-1 0,19 0,-19 0</inkml:trace>
</inkml:ink>
</file>

<file path=ppt/ink/ink218.xml><?xml version="1.0" encoding="utf-8"?>
<inkml:ink xmlns:inkml="http://www.w3.org/2003/InkML">
  <inkml:definitions>
    <inkml:context xml:id="ctx0">
      <inkml:inkSource xml:id="inkSrc0">
        <inkml:traceFormat>
          <inkml:channel name="X" type="integer" max="1920" units="cm"/>
          <inkml:channel name="Y" type="integer" max="1080" units="cm"/>
        </inkml:traceFormat>
        <inkml:channelProperties>
          <inkml:channelProperty channel="X" name="resolution" value="40.33614" units="1/cm"/>
          <inkml:channelProperty channel="Y" name="resolution" value="40.29851" units="1/cm"/>
        </inkml:channelProperties>
      </inkml:inkSource>
      <inkml:timestamp xml:id="ts0" timeString="2022-01-28T08:46:07.948"/>
    </inkml:context>
    <inkml:brush xml:id="br0">
      <inkml:brushProperty name="width" value="0.05292" units="cm"/>
      <inkml:brushProperty name="height" value="0.05292" units="cm"/>
      <inkml:brushProperty name="color" value="#FF0000"/>
      <inkml:brushProperty name="fitToCurve" value="1"/>
    </inkml:brush>
  </inkml:definitions>
  <inkml:trace contextRef="#ctx0" brushRef="#br0">0 303,'18'53,"-18"0,0 35,0-35,0-18,0 0,0-17,0 17,0-17,0-53,35-18,-35-53,53 35,-18-34,18-1,-18 17,36-16,-18 87,-18 18,0 0,-17 0,0 0,17 0,-17 0,-1 0,19 0,-1 53,-35-18,0 0,0 18,0 0,0 0,0-35,0 35,0-18,0-17,0-1,0 1,-18 17,18-70,18-18,17-17,-17 52,-18-35,35 18,-17 17,-1 0,1 18,0 0,-1 18,1 35,-18 18,0-19,0 1,0 0,0 0,0 0,0 0,0-18,0 1,0-1,0-18,0 1</inkml:trace>
  <inkml:trace contextRef="#ctx0" brushRef="#br0" timeOffset="1250">759 1061,'17'0,"18"0,1 0,-19 0,19 0,-19 0,1 0,0 0,-1 0,19 0,-19 0,1 0</inkml:trace>
  <inkml:trace contextRef="#ctx0" brushRef="#br0" timeOffset="1719">1006 1079,'0'0,"0"-35,17 35,1 0,-1 0,-17 17,0 1,0 0,0-1,0 19,-17-1,-18-35,17 0,0 0,-17 0,35-53,0 0,0 18,35 17,-35 0,18 18,17 0,-17 18,-1-18,-17 35,0-17,0 0,0-1,0 19,-17-36</inkml:trace>
  <inkml:trace contextRef="#ctx0" brushRef="#br0" timeOffset="2750">1605 744,'0'0,"18"123,17 18,0-35,1 0,-36-53,35 0,-17 0,-18-36,35 19,-35-19,0 1,18-18</inkml:trace>
  <inkml:trace contextRef="#ctx0" brushRef="#br0" timeOffset="3094">1976 709,'-18'88,"-53"18,1-18,35 18,-71 35,71-71,-1-17,19-35,-1 17,18-17,-35-1</inkml:trace>
  <inkml:trace contextRef="#ctx0" brushRef="#br0" timeOffset="5750">2981 567,'35'0,"-17"-17,17 17,18 0,-35 0,17-18,-17 1,-1 17</inkml:trace>
  <inkml:trace contextRef="#ctx0" brushRef="#br0" timeOffset="7969">2893 144,'0'0,"0"88,0 53,0 53,-18-52,-52 52,34-71,1 18,35-53,-35 1,35-54,-35 18,35-36,0 1,0-53,17-53,18-18,1 18,-19-36,-17 36,36 70,-19-35,19-17,-1 52,-17-35,-1 36,1-1,35-17,-18 17,-17 18,-1 0,1 0,0-18,-1 18,1 0,17 0,18 71,-53-36,35 53,1-17,-19-18,-17-35,0 34,35-16,-35-19,0 1,0 0,0 17,0 18,0-18,-17-17,-18-18,-18 35,35-35,-35 35,-35-17,53-18,17 0,-70 0,70 0,-35 0,-17 0,34-18,-17-17,36 17</inkml:trace>
  <inkml:trace contextRef="#ctx0" brushRef="#br0" timeOffset="8719">2593 1185,'35'0,"18"0,18 53,-18-36,0-17,0 36,-1-1,1-17,36-1,-37 18,-16-17,-1 0,18-18,-35 17,17 19,-18-36,1 0,17 17,1-17,-1 36,-17-36,-1 0,19 0</inkml:trace>
  <inkml:trace contextRef="#ctx0" brushRef="#br0" timeOffset="9110">3792 885,'0'0,"18"0,17 0,36 53,-36 0,-17 17,17-17,-17-17,-1-1,1-35,-18 35</inkml:trace>
  <inkml:trace contextRef="#ctx0" brushRef="#br0" timeOffset="9422">4181 956,'0'-18,"-18"18,0 0,1 35,-19-17,1 35,17-53,1 17,-1 1,18 17,-35-17,-18 17,35-17,-17 17,17-17,-17-1,17 1</inkml:trace>
  <inkml:trace contextRef="#ctx0" brushRef="#br0" timeOffset="9922">4551 656,'0'0,"53"0,0 0,0 0,-36 0,36 0,-35 0,0 17,34 19,-34-1,-18 0,0 36,0-18,0 0,0-36,0 36,0-18,-53 18,18-35,0 35,-18-53,17 17,-17-17,-35 36,18-19,17-17,0 0,88 0,53 0,36 0,-36-17,-17 17,-1-18,18 0,-52 1,-19-1,19 18,-19 0,18-17,-17-1,0 0,-1 1</inkml:trace>
  <inkml:trace contextRef="#ctx0" brushRef="#br0" timeOffset="10547">5292 250,'17'0,"-17"35,0 53,0 36,0-54,0-34,0-1,0 0,0-17,0-71,0-35,18 17,0 1,17-18,-35 70,35-53,-35 54,18-36,-18 35,18 0,-1 18,1 0,35 36,-53 17,0 35,0-35,0 0,0 0,0 0,0-18,-18-18,18 19,0-19,0 36,-18-88,18 0,0-53,0 52,36-17,-36 0,35 1,-17 16,-18 19,17 17,1 0,0 0,-1 0,1 0,-1 0,-17 53,0-1,0 1,0 0,0 0,0-18,0 18,0 0,0-35,0 0,0-1,0 36,0-18,0-17</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rtl="0">
              <a:defRPr sz="1200">
                <a:latin typeface="微软雅黑" panose="020B0503020204020204" pitchFamily="34" charset="-122"/>
                <a:ea typeface="微软雅黑" panose="020B0503020204020204" pitchFamily="34" charset="-122"/>
              </a:defRPr>
            </a:lvl1pPr>
          </a:lstStyle>
          <a:p>
            <a:fld id="{229B22C3-6CB1-491B-AD00-E0837F23A3F3}" type="datetime1">
              <a:rPr lang="zh-CN" altLang="en-US" smtClean="0"/>
              <a:pPr/>
              <a:t>2022/3/6</a:t>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zh-CN" altLang="en-US" noProof="0" dirty="0"/>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rtl="0">
              <a:defRPr sz="1200">
                <a:latin typeface="微软雅黑" panose="020B0503020204020204" pitchFamily="34" charset="-122"/>
                <a:ea typeface="微软雅黑" panose="020B0503020204020204" pitchFamily="34"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rtl="0">
              <a:defRPr sz="1200">
                <a:latin typeface="微软雅黑" panose="020B0503020204020204" pitchFamily="34" charset="-122"/>
                <a:ea typeface="微软雅黑" panose="020B0503020204020204" pitchFamily="34" charset="-122"/>
              </a:defRPr>
            </a:lvl1pPr>
          </a:lstStyle>
          <a:p>
            <a:fld id="{0A3C37BE-C303-496D-B5CD-85F2937540FC}" type="slidenum">
              <a:rPr lang="en-US" altLang="zh-CN" smtClean="0"/>
              <a:pPr/>
              <a:t>‹#›</a:t>
            </a:fld>
            <a:endParaRPr lang="en-US" altLang="zh-CN"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2pPr>
    <a:lvl3pPr marL="9144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3pPr>
    <a:lvl4pPr marL="13716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4pPr>
    <a:lvl5pPr marL="1828800" algn="l" defTabSz="914400" rtl="0" eaLnBrk="1" latinLnBrk="0" hangingPunct="1">
      <a:defRPr sz="1200" kern="1200">
        <a:solidFill>
          <a:schemeClr val="tx1"/>
        </a:solidFill>
        <a:latin typeface="微软雅黑" panose="020B0503020204020204" pitchFamily="34" charset="-122"/>
        <a:ea typeface="微软雅黑" panose="020B0503020204020204" pitchFamily="34"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0A3C37BE-C303-496D-B5CD-85F2937540FC}" type="slidenum">
              <a:rPr kumimoji="0" lang="en-US" altLang="zh-CN" sz="1200" b="0" i="0" u="none" strike="noStrike" kern="1200" cap="none" spc="0" normalizeH="0" baseline="0" noProof="0" smtClean="0">
                <a:ln>
                  <a:noFill/>
                </a:ln>
                <a:solidFill>
                  <a:srgbClr val="514843"/>
                </a:solidFill>
                <a:effectLst/>
                <a:uLnTx/>
                <a:uFillTx/>
                <a:latin typeface="微软雅黑" panose="020B0503020204020204" pitchFamily="34" charset="-122"/>
                <a:ea typeface="微软雅黑" panose="020B0503020204020204" pitchFamily="34"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altLang="zh-CN" sz="1200" b="0" i="0" u="none" strike="noStrike" kern="1200" cap="none" spc="0" normalizeH="0" baseline="0" noProof="0" dirty="0">
              <a:ln>
                <a:noFill/>
              </a:ln>
              <a:solidFill>
                <a:srgbClr val="514843"/>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4DCE1B89-F6FA-4386-AE58-9FE75DA57933}" type="slidenum">
              <a:rPr lang="zh-CN" altLang="en-US" smtClean="0"/>
              <a:pPr/>
              <a:t>5</a:t>
            </a:fld>
            <a:endParaRPr lang="zh-CN" altLang="en-US"/>
          </a:p>
        </p:txBody>
      </p:sp>
    </p:spTree>
    <p:extLst>
      <p:ext uri="{BB962C8B-B14F-4D97-AF65-F5344CB8AC3E}">
        <p14:creationId xmlns:p14="http://schemas.microsoft.com/office/powerpoint/2010/main" val="840684223"/>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NULL"/><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NUL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2022/3/6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2022/3/6</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2022/3/6</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2022/3/6</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2022/3/6</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2022/3/6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p>
        </p:txBody>
      </p:sp>
      <p:sp>
        <p:nvSpPr>
          <p:cNvPr id="2" name="标题 1"/>
          <p:cNvSpPr>
            <a:spLocks noGrp="1"/>
          </p:cNvSpPr>
          <p:nvPr>
            <p:ph type="ctrTitle"/>
          </p:nvPr>
        </p:nvSpPr>
        <p:spPr>
          <a:xfrm>
            <a:off x="1104900" y="2292094"/>
            <a:ext cx="10096500" cy="2219691"/>
          </a:xfrm>
        </p:spPr>
        <p:txBody>
          <a:bodyPr rtlCol="0" anchor="ctr">
            <a:normAutofit/>
          </a:bodyPr>
          <a:lstStyle>
            <a:lvl1pPr algn="l" rtl="0">
              <a:defRPr sz="4400" cap="all" baseline="0"/>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898" y="4511784"/>
            <a:ext cx="10096501" cy="955565"/>
          </a:xfrm>
        </p:spPr>
        <p:txBody>
          <a:bodyPr rtlCol="0">
            <a:normAutofit/>
          </a:bodyPr>
          <a:lstStyle>
            <a:lvl1pPr marL="0" indent="0" algn="l" rtl="0">
              <a:spcBef>
                <a:spcPts val="0"/>
              </a:spcBef>
              <a:buNone/>
              <a:defRPr sz="1800"/>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sp>
        <p:nvSpPr>
          <p:cNvPr id="4" name="日期占位符 3"/>
          <p:cNvSpPr>
            <a:spLocks noGrp="1"/>
          </p:cNvSpPr>
          <p:nvPr>
            <p:ph type="dt" sz="half" idx="10"/>
          </p:nvPr>
        </p:nvSpPr>
        <p:spPr/>
        <p:txBody>
          <a:bodyPr rtlCol="0"/>
          <a:lstStyle>
            <a:lvl1pPr>
              <a:defRPr/>
            </a:lvl1pPr>
          </a:lstStyle>
          <a:p>
            <a:fld id="{A7392AAC-879E-4B39-8824-AF6B730A809E}"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pic>
        <p:nvPicPr>
          <p:cNvPr id="11" name="图 10"/>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4445" y="0"/>
            <a:ext cx="1747524" cy="2292094"/>
          </a:xfrm>
          <a:prstGeom prst="rect">
            <a:avLst/>
          </a:prstGeom>
        </p:spPr>
      </p:pic>
    </p:spTree>
    <p:extLst>
      <p:ext uri="{BB962C8B-B14F-4D97-AF65-F5344CB8AC3E}">
        <p14:creationId xmlns:p14="http://schemas.microsoft.com/office/powerpoint/2010/main" val="12329955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bg>
      <p:bgPr>
        <a:solidFill>
          <a:srgbClr val="FFFFF3"/>
        </a:solid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9BA78444-6099-4C0A-A3A9-C6F3C5D7F289}"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057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包含图片的标题幻灯片">
    <p:spTree>
      <p:nvGrpSpPr>
        <p:cNvPr id="1" name=""/>
        <p:cNvGrpSpPr/>
        <p:nvPr/>
      </p:nvGrpSpPr>
      <p:grpSpPr>
        <a:xfrm>
          <a:off x="0" y="0"/>
          <a:ext cx="0" cy="0"/>
          <a:chOff x="0" y="0"/>
          <a:chExt cx="0" cy="0"/>
        </a:xfrm>
      </p:grpSpPr>
      <p:grpSp>
        <p:nvGrpSpPr>
          <p:cNvPr id="13" name="组 12"/>
          <p:cNvGrpSpPr/>
          <p:nvPr/>
        </p:nvGrpSpPr>
        <p:grpSpPr>
          <a:xfrm rot="10800000">
            <a:off x="0" y="5645510"/>
            <a:ext cx="12192000" cy="63125"/>
            <a:chOff x="507492" y="1501519"/>
            <a:chExt cx="8129016" cy="63125"/>
          </a:xfrm>
        </p:grpSpPr>
        <p:cxnSp>
          <p:nvCxnSpPr>
            <p:cNvPr id="17" name="直接连接符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组 13"/>
          <p:cNvGrpSpPr/>
          <p:nvPr/>
        </p:nvGrpSpPr>
        <p:grpSpPr>
          <a:xfrm>
            <a:off x="0" y="1143000"/>
            <a:ext cx="12192000" cy="63125"/>
            <a:chOff x="507492" y="1501519"/>
            <a:chExt cx="8129016" cy="63125"/>
          </a:xfrm>
        </p:grpSpPr>
        <p:cxnSp>
          <p:nvCxnSpPr>
            <p:cNvPr id="15" name="直接连接符​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矩形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8" name="矩形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sp>
        <p:nvSpPr>
          <p:cNvPr id="2" name="标题 1"/>
          <p:cNvSpPr>
            <a:spLocks noGrp="1"/>
          </p:cNvSpPr>
          <p:nvPr>
            <p:ph type="ctrTitle"/>
          </p:nvPr>
        </p:nvSpPr>
        <p:spPr>
          <a:xfrm>
            <a:off x="1104900" y="2292094"/>
            <a:ext cx="5734050" cy="2219691"/>
          </a:xfrm>
        </p:spPr>
        <p:txBody>
          <a:bodyPr rtlCol="0" anchor="ctr">
            <a:normAutofit/>
          </a:bodyPr>
          <a:lstStyle>
            <a:lvl1pPr algn="l" rtl="0">
              <a:defRPr sz="4400" cap="all" baseline="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副标题 2"/>
          <p:cNvSpPr>
            <a:spLocks noGrp="1"/>
          </p:cNvSpPr>
          <p:nvPr>
            <p:ph type="subTitle" idx="1"/>
          </p:nvPr>
        </p:nvSpPr>
        <p:spPr>
          <a:xfrm>
            <a:off x="1104900" y="4511784"/>
            <a:ext cx="5734050" cy="955565"/>
          </a:xfrm>
        </p:spPr>
        <p:txBody>
          <a:bodyPr rtlCol="0">
            <a:normAutofit/>
          </a:bodyPr>
          <a:lstStyle>
            <a:lvl1pPr marL="0" indent="0" algn="l" rtl="0">
              <a:spcBef>
                <a:spcPts val="0"/>
              </a:spcBef>
              <a:buNone/>
              <a:defRPr sz="1800">
                <a:latin typeface="微软雅黑" panose="020B0503020204020204" pitchFamily="34" charset="-122"/>
                <a:ea typeface="微软雅黑" panose="020B0503020204020204" pitchFamily="34" charset="-122"/>
              </a:defRPr>
            </a:lvl1pPr>
            <a:lvl2pPr marL="457200" indent="0" algn="ctr" rtl="0">
              <a:buNone/>
              <a:defRPr sz="2000"/>
            </a:lvl2pPr>
            <a:lvl3pPr marL="914400" indent="0" algn="ctr" rtl="0">
              <a:buNone/>
              <a:defRPr sz="1800"/>
            </a:lvl3pPr>
            <a:lvl4pPr marL="1371600" indent="0" algn="ctr" rtl="0">
              <a:buNone/>
              <a:defRPr sz="1600"/>
            </a:lvl4pPr>
            <a:lvl5pPr marL="1828800" indent="0" algn="ctr" rtl="0">
              <a:buNone/>
              <a:defRPr sz="1600"/>
            </a:lvl5pPr>
            <a:lvl6pPr marL="2286000" indent="0" algn="ctr" rtl="0">
              <a:buNone/>
              <a:defRPr sz="1600"/>
            </a:lvl6pPr>
            <a:lvl7pPr marL="2743200" indent="0" algn="ctr" rtl="0">
              <a:buNone/>
              <a:defRPr sz="1600"/>
            </a:lvl7pPr>
            <a:lvl8pPr marL="3200400" indent="0" algn="ctr" rtl="0">
              <a:buNone/>
              <a:defRPr sz="1600"/>
            </a:lvl8pPr>
            <a:lvl9pPr marL="3657600" indent="0" algn="ctr" rtl="0">
              <a:buNone/>
              <a:defRPr sz="1600"/>
            </a:lvl9pPr>
          </a:lstStyle>
          <a:p>
            <a:pPr rtl="0"/>
            <a:r>
              <a:rPr lang="zh-CN" altLang="en-US" noProof="0"/>
              <a:t>单击此处编辑母版副标题样式</a:t>
            </a:r>
            <a:endParaRPr lang="zh-CN" altLang="en-US" noProof="0" dirty="0"/>
          </a:p>
        </p:txBody>
      </p:sp>
      <p:pic>
        <p:nvPicPr>
          <p:cNvPr id="10" name="图 9"/>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a:fillRect/>
          </a:stretch>
        </p:blipFill>
        <p:spPr>
          <a:xfrm>
            <a:off x="1325880" y="0"/>
            <a:ext cx="1747524" cy="2292094"/>
          </a:xfrm>
          <a:prstGeom prst="rect">
            <a:avLst/>
          </a:prstGeom>
        </p:spPr>
      </p:pic>
      <p:sp>
        <p:nvSpPr>
          <p:cNvPr id="11" name="图片占位符 10"/>
          <p:cNvSpPr>
            <a:spLocks noGrp="1"/>
          </p:cNvSpPr>
          <p:nvPr>
            <p:ph type="pic" sz="quarter" idx="13"/>
          </p:nvPr>
        </p:nvSpPr>
        <p:spPr>
          <a:xfrm>
            <a:off x="6981063" y="1310656"/>
            <a:ext cx="5210937" cy="4208604"/>
          </a:xfrm>
          <a:solidFill>
            <a:schemeClr val="tx1">
              <a:lumMod val="20000"/>
              <a:lumOff val="80000"/>
            </a:schemeClr>
          </a:solidFill>
        </p:spPr>
        <p:txBody>
          <a:bodyPr tIns="1005840" rtlCol="0"/>
          <a:lstStyle>
            <a:lvl1pPr marL="0" indent="0" algn="ctr" rtl="0">
              <a:buNone/>
              <a:defRPr>
                <a:latin typeface="微软雅黑" panose="020B0503020204020204" pitchFamily="34" charset="-122"/>
                <a:ea typeface="微软雅黑" panose="020B0503020204020204" pitchFamily="34" charset="-122"/>
              </a:defRPr>
            </a:lvl1pPr>
          </a:lstStyle>
          <a:p>
            <a:pPr rtl="0"/>
            <a:r>
              <a:rPr lang="zh-CN" altLang="en-US" noProof="0"/>
              <a:t>单击图标添加图片</a:t>
            </a:r>
            <a:endParaRPr lang="zh-CN" altLang="en-US" noProof="0" dirty="0"/>
          </a:p>
        </p:txBody>
      </p:sp>
      <p:sp>
        <p:nvSpPr>
          <p:cNvPr id="19" name="说明文字"/>
          <p:cNvSpPr/>
          <p:nvPr/>
        </p:nvSpPr>
        <p:spPr>
          <a:xfrm>
            <a:off x="12344400" y="0"/>
            <a:ext cx="1295400" cy="6858000"/>
          </a:xfrm>
          <a:prstGeom prst="roundRect">
            <a:avLst>
              <a:gd name="adj" fmla="val 9717"/>
            </a:avLst>
          </a:prstGeom>
          <a:solidFill>
            <a:srgbClr val="A6A6A6"/>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noAutofit/>
          </a:bodyPr>
          <a:lstStyle/>
          <a:p>
            <a:pPr rtl="0"/>
            <a:r>
              <a:rPr lang="zh-CN" altLang="en-US" sz="1200" b="1" i="1" noProof="0" dirty="0">
                <a:latin typeface="微软雅黑" panose="020B0503020204020204" pitchFamily="34" charset="-122"/>
                <a:ea typeface="微软雅黑" panose="020B0503020204020204" pitchFamily="34" charset="-122"/>
                <a:cs typeface="Arial" panose="020B0604020202020204" pitchFamily="34" charset="0"/>
              </a:rPr>
              <a:t>注意：</a:t>
            </a:r>
          </a:p>
          <a:p>
            <a:pPr rtl="0"/>
            <a:r>
              <a:rPr lang="zh-CN" altLang="en-US" sz="1200" i="1" noProof="0" dirty="0">
                <a:latin typeface="微软雅黑" panose="020B0503020204020204" pitchFamily="34" charset="-122"/>
                <a:ea typeface="微软雅黑" panose="020B0503020204020204" pitchFamily="34" charset="-122"/>
                <a:cs typeface="Arial" panose="020B0604020202020204" pitchFamily="34" charset="0"/>
              </a:rPr>
              <a:t>若要更改此幻灯片上的图像，请选择该图片，并将其删除。然后单击占位符中的图片图标以插入自己的图像。</a:t>
            </a:r>
          </a:p>
        </p:txBody>
      </p:sp>
    </p:spTree>
    <p:extLst>
      <p:ext uri="{BB962C8B-B14F-4D97-AF65-F5344CB8AC3E}">
        <p14:creationId xmlns:p14="http://schemas.microsoft.com/office/powerpoint/2010/main" val="19881191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grpSp>
        <p:nvGrpSpPr>
          <p:cNvPr id="8" name="组 7"/>
          <p:cNvGrpSpPr/>
          <p:nvPr/>
        </p:nvGrpSpPr>
        <p:grpSpPr>
          <a:xfrm>
            <a:off x="0" y="2514600"/>
            <a:ext cx="12192000" cy="3194035"/>
            <a:chOff x="647402" y="2514600"/>
            <a:chExt cx="10838688" cy="3194035"/>
          </a:xfrm>
        </p:grpSpPr>
        <p:grpSp>
          <p:nvGrpSpPr>
            <p:cNvPr id="9" name="组 8"/>
            <p:cNvGrpSpPr/>
            <p:nvPr/>
          </p:nvGrpSpPr>
          <p:grpSpPr>
            <a:xfrm>
              <a:off x="647402" y="2514600"/>
              <a:ext cx="10838688" cy="63125"/>
              <a:chOff x="507492" y="1501519"/>
              <a:chExt cx="8129016" cy="63125"/>
            </a:xfrm>
          </p:grpSpPr>
          <p:cxnSp>
            <p:nvCxnSpPr>
              <p:cNvPr id="14" name="直接连接符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矩形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zh-CN" altLang="en-US" noProof="0" dirty="0">
                <a:latin typeface="微软雅黑" panose="020B0503020204020204" pitchFamily="34" charset="-122"/>
                <a:ea typeface="微软雅黑" panose="020B0503020204020204" pitchFamily="34" charset="-122"/>
              </a:endParaRPr>
            </a:p>
          </p:txBody>
        </p:sp>
        <p:grpSp>
          <p:nvGrpSpPr>
            <p:cNvPr id="11" name="组 10"/>
            <p:cNvGrpSpPr/>
            <p:nvPr/>
          </p:nvGrpSpPr>
          <p:grpSpPr>
            <a:xfrm rot="10800000">
              <a:off x="647402" y="5645510"/>
              <a:ext cx="10838688" cy="63125"/>
              <a:chOff x="507492" y="1501519"/>
              <a:chExt cx="8129016" cy="63125"/>
            </a:xfrm>
          </p:grpSpPr>
          <p:cxnSp>
            <p:nvCxnSpPr>
              <p:cNvPr id="12" name="直接连接符​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标题 1"/>
          <p:cNvSpPr>
            <a:spLocks noGrp="1"/>
          </p:cNvSpPr>
          <p:nvPr>
            <p:ph type="title"/>
          </p:nvPr>
        </p:nvSpPr>
        <p:spPr>
          <a:xfrm>
            <a:off x="1104899" y="2971806"/>
            <a:ext cx="10071099" cy="1684150"/>
          </a:xfrm>
        </p:spPr>
        <p:txBody>
          <a:bodyPr rtlCol="0" anchor="ctr">
            <a:normAutofit/>
          </a:bodyPr>
          <a:lstStyle>
            <a:lvl1pPr algn="l" rtl="0">
              <a:defRPr sz="4400" cap="all" baseline="0">
                <a:solidFill>
                  <a:schemeClr val="bg1"/>
                </a:solidFill>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899" y="4655956"/>
            <a:ext cx="10071099" cy="509750"/>
          </a:xfrm>
        </p:spPr>
        <p:txBody>
          <a:bodyPr rtlCol="0">
            <a:normAutofit/>
          </a:bodyPr>
          <a:lstStyle>
            <a:lvl1pPr marL="0" indent="0" algn="l" rtl="0">
              <a:spcBef>
                <a:spcPts val="0"/>
              </a:spcBef>
              <a:buNone/>
              <a:defRPr sz="1600">
                <a:solidFill>
                  <a:schemeClr val="bg1"/>
                </a:solidFill>
                <a:latin typeface="微软雅黑" panose="020B0503020204020204" pitchFamily="34" charset="-122"/>
                <a:ea typeface="微软雅黑" panose="020B0503020204020204" pitchFamily="34" charset="-122"/>
              </a:defRPr>
            </a:lvl1pPr>
            <a:lvl2pPr marL="457200" indent="0" algn="l" rtl="0">
              <a:buNone/>
              <a:defRPr sz="2000">
                <a:solidFill>
                  <a:schemeClr val="tx1">
                    <a:tint val="75000"/>
                  </a:schemeClr>
                </a:solidFill>
              </a:defRPr>
            </a:lvl2pPr>
            <a:lvl3pPr marL="914400" indent="0" algn="l" rtl="0">
              <a:buNone/>
              <a:defRPr sz="1800">
                <a:solidFill>
                  <a:schemeClr val="tx1">
                    <a:tint val="75000"/>
                  </a:schemeClr>
                </a:solidFill>
              </a:defRPr>
            </a:lvl3pPr>
            <a:lvl4pPr marL="1371600" indent="0" algn="l" rtl="0">
              <a:buNone/>
              <a:defRPr sz="1600">
                <a:solidFill>
                  <a:schemeClr val="tx1">
                    <a:tint val="75000"/>
                  </a:schemeClr>
                </a:solidFill>
              </a:defRPr>
            </a:lvl4pPr>
            <a:lvl5pPr marL="1828800" indent="0" algn="l" rtl="0">
              <a:buNone/>
              <a:defRPr sz="1600">
                <a:solidFill>
                  <a:schemeClr val="tx1">
                    <a:tint val="75000"/>
                  </a:schemeClr>
                </a:solidFill>
              </a:defRPr>
            </a:lvl5pPr>
            <a:lvl6pPr marL="2286000" indent="0" algn="l" rtl="0">
              <a:buNone/>
              <a:defRPr sz="1600">
                <a:solidFill>
                  <a:schemeClr val="tx1">
                    <a:tint val="75000"/>
                  </a:schemeClr>
                </a:solidFill>
              </a:defRPr>
            </a:lvl6pPr>
            <a:lvl7pPr marL="2743200" indent="0" algn="l" rtl="0">
              <a:buNone/>
              <a:defRPr sz="1600">
                <a:solidFill>
                  <a:schemeClr val="tx1">
                    <a:tint val="75000"/>
                  </a:schemeClr>
                </a:solidFill>
              </a:defRPr>
            </a:lvl7pPr>
            <a:lvl8pPr marL="3200400" indent="0" algn="l" rtl="0">
              <a:buNone/>
              <a:defRPr sz="1600">
                <a:solidFill>
                  <a:schemeClr val="tx1">
                    <a:tint val="75000"/>
                  </a:schemeClr>
                </a:solidFill>
              </a:defRPr>
            </a:lvl8pPr>
            <a:lvl9pPr marL="3657600" indent="0" algn="l" rtl="0">
              <a:buNone/>
              <a:defRPr sz="1600">
                <a:solidFill>
                  <a:schemeClr val="tx1">
                    <a:tint val="75000"/>
                  </a:schemeClr>
                </a:solidFill>
              </a:defRPr>
            </a:lvl9pPr>
          </a:lstStyle>
          <a:p>
            <a:pPr lvl="0" rtl="0"/>
            <a:r>
              <a:rPr lang="zh-CN" altLang="en-US" noProof="0"/>
              <a:t>单击此处编辑母版文本样式</a:t>
            </a:r>
          </a:p>
        </p:txBody>
      </p:sp>
      <p:sp>
        <p:nvSpPr>
          <p:cNvPr id="4" name="日期占位符 3"/>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AF5F6A19-70BF-4380-9A40-68C9536408C6}"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6" name="灯片编号占位符 5"/>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pic>
        <p:nvPicPr>
          <p:cNvPr id="7" name="图 6"/>
          <p:cNvPicPr>
            <a:picLocks noChangeAspect="1"/>
          </p:cNvPicPr>
          <p:nvPr/>
        </p:nvPicPr>
        <p:blipFill>
          <a:blip r:embed="rId2" cstate="print">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453581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内容占位符 2"/>
          <p:cNvSpPr>
            <a:spLocks noGrp="1"/>
          </p:cNvSpPr>
          <p:nvPr>
            <p:ph sz="half" idx="1"/>
          </p:nvPr>
        </p:nvSpPr>
        <p:spPr>
          <a:xfrm>
            <a:off x="11049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vl9pPr algn="l" rtl="0">
              <a:defRPr/>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内容占位符 3"/>
          <p:cNvSpPr>
            <a:spLocks noGrp="1"/>
          </p:cNvSpPr>
          <p:nvPr>
            <p:ph sz="half" idx="2"/>
          </p:nvPr>
        </p:nvSpPr>
        <p:spPr>
          <a:xfrm>
            <a:off x="6172200" y="1600200"/>
            <a:ext cx="4914900" cy="4571999"/>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lgn="l" rtl="0">
              <a:defRPr>
                <a:latin typeface="微软雅黑" panose="020B0503020204020204" pitchFamily="34" charset="-122"/>
                <a:ea typeface="微软雅黑" panose="020B0503020204020204" pitchFamily="34" charset="-122"/>
              </a:defRPr>
            </a:lvl5pPr>
            <a:lvl6pPr algn="l" rtl="0">
              <a:defRPr/>
            </a:lvl6pPr>
            <a:lvl7pPr algn="l" rtl="0">
              <a:defRPr/>
            </a:lvl7pPr>
            <a:lvl8pPr algn="l" rtl="0">
              <a:defRPr/>
            </a:lvl8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r>
              <a:rPr lang="zh-CN" altLang="en-US" dirty="0"/>
              <a:t>​</a:t>
            </a:r>
            <a:fld id="{6017EB90-196C-4C15-BD31-13E0E0436C73}" type="datetime1">
              <a:rPr lang="zh-CN" altLang="en-US" dirty="0" smtClean="0"/>
              <a:pPr/>
              <a:t>2022/3/6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709857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lvl1pPr>
              <a:defRPr>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文本占位符 2"/>
          <p:cNvSpPr>
            <a:spLocks noGrp="1"/>
          </p:cNvSpPr>
          <p:nvPr>
            <p:ph type="body" idx="1"/>
          </p:nvPr>
        </p:nvSpPr>
        <p:spPr>
          <a:xfrm>
            <a:off x="110490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4" name="内容占位符 3"/>
          <p:cNvSpPr>
            <a:spLocks noGrp="1"/>
          </p:cNvSpPr>
          <p:nvPr>
            <p:ph sz="half" idx="2"/>
          </p:nvPr>
        </p:nvSpPr>
        <p:spPr>
          <a:xfrm>
            <a:off x="110490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5" name="文本占位符 4"/>
          <p:cNvSpPr>
            <a:spLocks noGrp="1"/>
          </p:cNvSpPr>
          <p:nvPr>
            <p:ph type="body" sz="quarter" idx="3"/>
          </p:nvPr>
        </p:nvSpPr>
        <p:spPr>
          <a:xfrm>
            <a:off x="6166110" y="1600200"/>
            <a:ext cx="4919472" cy="823911"/>
          </a:xfrm>
        </p:spPr>
        <p:txBody>
          <a:bodyPr rtlCol="0" anchor="ctr"/>
          <a:lstStyle>
            <a:lvl1pPr marL="0" indent="0" algn="l" rtl="0">
              <a:spcBef>
                <a:spcPts val="0"/>
              </a:spcBef>
              <a:buNone/>
              <a:defRPr sz="2400" b="1">
                <a:latin typeface="微软雅黑" panose="020B0503020204020204" pitchFamily="34" charset="-122"/>
                <a:ea typeface="微软雅黑" panose="020B0503020204020204" pitchFamily="34" charset="-122"/>
              </a:defRPr>
            </a:lvl1pPr>
            <a:lvl2pPr marL="457200" indent="0" algn="l" rtl="0">
              <a:buNone/>
              <a:defRPr sz="2000" b="1"/>
            </a:lvl2pPr>
            <a:lvl3pPr marL="914400" indent="0" algn="l" rtl="0">
              <a:buNone/>
              <a:defRPr sz="1800" b="1"/>
            </a:lvl3pPr>
            <a:lvl4pPr marL="1371600" indent="0" algn="l" rtl="0">
              <a:buNone/>
              <a:defRPr sz="1600" b="1"/>
            </a:lvl4pPr>
            <a:lvl5pPr marL="1828800" indent="0" algn="l" rtl="0">
              <a:buNone/>
              <a:defRPr sz="1600" b="1"/>
            </a:lvl5pPr>
            <a:lvl6pPr marL="2286000" indent="0" algn="l" rtl="0">
              <a:buNone/>
              <a:defRPr sz="1600" b="1"/>
            </a:lvl6pPr>
            <a:lvl7pPr marL="2743200" indent="0" algn="l" rtl="0">
              <a:buNone/>
              <a:defRPr sz="1600" b="1"/>
            </a:lvl7pPr>
            <a:lvl8pPr marL="3200400" indent="0" algn="l" rtl="0">
              <a:buNone/>
              <a:defRPr sz="1600" b="1"/>
            </a:lvl8pPr>
            <a:lvl9pPr marL="3657600" indent="0" algn="l" rtl="0">
              <a:buNone/>
              <a:defRPr sz="1600" b="1"/>
            </a:lvl9pPr>
          </a:lstStyle>
          <a:p>
            <a:pPr lvl="0" rtl="0"/>
            <a:r>
              <a:rPr lang="zh-CN" altLang="en-US" noProof="0"/>
              <a:t>单击此处编辑母版文本样式</a:t>
            </a:r>
          </a:p>
        </p:txBody>
      </p:sp>
      <p:sp>
        <p:nvSpPr>
          <p:cNvPr id="6" name="内容占位符 5"/>
          <p:cNvSpPr>
            <a:spLocks noGrp="1"/>
          </p:cNvSpPr>
          <p:nvPr>
            <p:ph sz="quarter" idx="4"/>
          </p:nvPr>
        </p:nvSpPr>
        <p:spPr>
          <a:xfrm>
            <a:off x="6166110" y="2424112"/>
            <a:ext cx="4919472" cy="3748088"/>
          </a:xfrm>
        </p:spPr>
        <p:txBody>
          <a:bodyPr rtlCol="0"/>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7" name="日期占位符 6"/>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C2EC0F41-B48F-4298-A7F6-618EB9D22195}" type="datetime1">
              <a:rPr lang="zh-CN" altLang="en-US" smtClean="0"/>
              <a:pPr/>
              <a:t>2022/3/6</a:t>
            </a:fld>
            <a:endParaRPr lang="zh-CN" altLang="en-US" dirty="0"/>
          </a:p>
        </p:txBody>
      </p:sp>
      <p:sp>
        <p:nvSpPr>
          <p:cNvPr id="8" name="页脚占位符 7"/>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9" name="灯片编号占位符 8"/>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212049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日期占位符 2"/>
          <p:cNvSpPr>
            <a:spLocks noGrp="1"/>
          </p:cNvSpPr>
          <p:nvPr>
            <p:ph type="dt" sz="half" idx="10"/>
          </p:nvPr>
        </p:nvSpPr>
        <p:spPr/>
        <p:txBody>
          <a:bodyPr rtlCol="0"/>
          <a:lstStyle>
            <a:lvl1pPr>
              <a:defRPr/>
            </a:lvl1pPr>
          </a:lstStyle>
          <a:p>
            <a:fld id="{7DB2D836-56E8-4B15-857C-14B1A5B3B67B}" type="datetime1">
              <a:rPr lang="zh-CN" altLang="en-US" smtClean="0"/>
              <a:pPr/>
              <a:t>2022/3/6</a:t>
            </a:fld>
            <a:endParaRPr lang="zh-CN" altLang="en-US" dirty="0"/>
          </a:p>
        </p:txBody>
      </p:sp>
      <p:sp>
        <p:nvSpPr>
          <p:cNvPr id="4" name="页脚占位符 3"/>
          <p:cNvSpPr>
            <a:spLocks noGrp="1"/>
          </p:cNvSpPr>
          <p:nvPr>
            <p:ph type="ftr" sz="quarter" idx="11"/>
          </p:nvPr>
        </p:nvSpPr>
        <p:spPr/>
        <p:txBody>
          <a:bodyPr rtlCol="0"/>
          <a:lstStyle/>
          <a:p>
            <a:pPr rtl="0"/>
            <a:endParaRPr lang="zh-CN" altLang="en-US" noProof="0" dirty="0"/>
          </a:p>
        </p:txBody>
      </p:sp>
      <p:sp>
        <p:nvSpPr>
          <p:cNvPr id="5" name="灯片编号占位符 4"/>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26780109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rtlCol="0"/>
          <a:lstStyle>
            <a:lvl1pPr>
              <a:defRPr/>
            </a:lvl1pPr>
          </a:lstStyle>
          <a:p>
            <a:fld id="{038D929F-7D8C-4CC3-8AC7-BB9B8FE2DEBF}" type="datetime1">
              <a:rPr lang="zh-CN" altLang="en-US" smtClean="0"/>
              <a:pPr/>
              <a:t>2022/3/6</a:t>
            </a:fld>
            <a:endParaRPr lang="zh-CN" altLang="en-US" dirty="0"/>
          </a:p>
        </p:txBody>
      </p:sp>
      <p:sp>
        <p:nvSpPr>
          <p:cNvPr id="3" name="页脚占位符 2"/>
          <p:cNvSpPr>
            <a:spLocks noGrp="1"/>
          </p:cNvSpPr>
          <p:nvPr>
            <p:ph type="ftr" sz="quarter" idx="11"/>
          </p:nvPr>
        </p:nvSpPr>
        <p:spPr/>
        <p:txBody>
          <a:bodyPr rtlCol="0"/>
          <a:lstStyle/>
          <a:p>
            <a:pPr rtl="0"/>
            <a:endParaRPr lang="zh-CN" altLang="en-US" noProof="0" dirty="0"/>
          </a:p>
        </p:txBody>
      </p:sp>
      <p:sp>
        <p:nvSpPr>
          <p:cNvPr id="4" name="灯片编号占位符 3"/>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16620187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带题注的内容">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vl1pPr>
          </a:lstStyle>
          <a:p>
            <a:pPr rtl="0"/>
            <a:r>
              <a:rPr lang="zh-CN" altLang="en-US" noProof="0"/>
              <a:t>单击此处编辑母版标题样式</a:t>
            </a:r>
            <a:endParaRPr lang="zh-CN" altLang="en-US" noProof="0" dirty="0"/>
          </a:p>
        </p:txBody>
      </p:sp>
      <p:sp>
        <p:nvSpPr>
          <p:cNvPr id="3" name="内容占位符 2"/>
          <p:cNvSpPr>
            <a:spLocks noGrp="1"/>
          </p:cNvSpPr>
          <p:nvPr>
            <p:ph idx="1"/>
          </p:nvPr>
        </p:nvSpPr>
        <p:spPr>
          <a:xfrm>
            <a:off x="5641848" y="1600199"/>
            <a:ext cx="5445252" cy="4572001"/>
          </a:xfrm>
        </p:spPr>
        <p:txBody>
          <a:bodyPr rtlCol="0">
            <a:normAutofit/>
          </a:bodyPr>
          <a:lstStyle>
            <a:lvl1pPr algn="l" rtl="0">
              <a:defRPr sz="2000"/>
            </a:lvl1pPr>
            <a:lvl2pPr algn="l" rtl="0">
              <a:defRPr sz="1600"/>
            </a:lvl2pPr>
            <a:lvl3pPr algn="l" rtl="0">
              <a:defRPr sz="1600"/>
            </a:lvl3pPr>
            <a:lvl4pPr algn="l" rtl="0">
              <a:defRPr sz="1400"/>
            </a:lvl4pPr>
            <a:lvl5pPr algn="l" rtl="0">
              <a:defRPr sz="1400"/>
            </a:lvl5pPr>
            <a:lvl6pPr algn="l" rtl="0">
              <a:defRPr sz="1400"/>
            </a:lvl6pPr>
            <a:lvl7pPr algn="l" rtl="0">
              <a:defRPr sz="1400"/>
            </a:lvl7pPr>
            <a:lvl8pPr algn="l" rtl="0">
              <a:defRPr sz="1400"/>
            </a:lvl8pPr>
            <a:lvl9pPr algn="l" rtl="0">
              <a:defRPr sz="1400"/>
            </a:lvl9pPr>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文本占位符 3"/>
          <p:cNvSpPr>
            <a:spLocks noGrp="1"/>
          </p:cNvSpPr>
          <p:nvPr>
            <p:ph type="body" sz="half" idx="2"/>
          </p:nvPr>
        </p:nvSpPr>
        <p:spPr>
          <a:xfrm>
            <a:off x="1104900" y="1600200"/>
            <a:ext cx="4384548" cy="4572000"/>
          </a:xfrm>
        </p:spPr>
        <p:txBody>
          <a:bodyPr rtlCol="0">
            <a:normAutofit/>
          </a:bodyPr>
          <a:lstStyle>
            <a:lvl1pPr marL="0" indent="0" algn="l" rtl="0">
              <a:spcBef>
                <a:spcPts val="1200"/>
              </a:spcBef>
              <a:buNone/>
              <a:defRPr sz="1800"/>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vl1pPr>
          </a:lstStyle>
          <a:p>
            <a:fld id="{F7892ACC-8BC8-4C9E-9D2B-0669DA5038B6}" type="datetime1">
              <a:rPr lang="zh-CN" altLang="en-US" smtClean="0"/>
              <a:pPr/>
              <a:t>2022/3/6</a:t>
            </a:fld>
            <a:endParaRPr lang="zh-CN" altLang="en-US" dirty="0"/>
          </a:p>
        </p:txBody>
      </p:sp>
      <p:sp>
        <p:nvSpPr>
          <p:cNvPr id="6" name="页脚占位符 5"/>
          <p:cNvSpPr>
            <a:spLocks noGrp="1"/>
          </p:cNvSpPr>
          <p:nvPr>
            <p:ph type="ftr" sz="quarter" idx="11"/>
          </p:nvPr>
        </p:nvSpPr>
        <p:spPr/>
        <p:txBody>
          <a:bodyPr rtlCol="0"/>
          <a:lstStyle/>
          <a:p>
            <a:pPr rtl="0"/>
            <a:endParaRPr lang="zh-CN" altLang="en-US" noProof="0" dirty="0"/>
          </a:p>
        </p:txBody>
      </p:sp>
      <p:sp>
        <p:nvSpPr>
          <p:cNvPr id="7" name="灯片编号占位符 6"/>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spTree>
    <p:extLst>
      <p:ext uri="{BB962C8B-B14F-4D97-AF65-F5344CB8AC3E}">
        <p14:creationId xmlns:p14="http://schemas.microsoft.com/office/powerpoint/2010/main" val="30481781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带题注的图片">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nchor="b"/>
          <a:lstStyle>
            <a:lvl1pPr algn="l" rtl="0">
              <a:defRPr sz="3200">
                <a:latin typeface="微软雅黑" panose="020B0503020204020204" pitchFamily="34" charset="-122"/>
                <a:ea typeface="微软雅黑" panose="020B0503020204020204" pitchFamily="34" charset="-122"/>
              </a:defRPr>
            </a:lvl1pPr>
          </a:lstStyle>
          <a:p>
            <a:pPr rtl="0"/>
            <a:r>
              <a:rPr lang="zh-CN" altLang="en-US" noProof="0"/>
              <a:t>单击此处编辑母版标题样式</a:t>
            </a:r>
            <a:endParaRPr lang="zh-CN" altLang="en-US" noProof="0" dirty="0"/>
          </a:p>
        </p:txBody>
      </p:sp>
      <p:sp>
        <p:nvSpPr>
          <p:cNvPr id="3" name="图片占位符 2"/>
          <p:cNvSpPr>
            <a:spLocks noGrp="1"/>
          </p:cNvSpPr>
          <p:nvPr>
            <p:ph type="pic" idx="1"/>
          </p:nvPr>
        </p:nvSpPr>
        <p:spPr>
          <a:xfrm>
            <a:off x="4654671" y="1600199"/>
            <a:ext cx="6430912" cy="4572001"/>
          </a:xfrm>
        </p:spPr>
        <p:txBody>
          <a:bodyPr tIns="1188720" rtlCol="0">
            <a:normAutofit/>
          </a:bodyPr>
          <a:lstStyle>
            <a:lvl1pPr marL="0" indent="0" algn="ctr" rtl="0">
              <a:buNone/>
              <a:defRPr sz="2000">
                <a:latin typeface="微软雅黑" panose="020B0503020204020204" pitchFamily="34" charset="-122"/>
                <a:ea typeface="微软雅黑" panose="020B0503020204020204" pitchFamily="34" charset="-122"/>
              </a:defRPr>
            </a:lvl1pPr>
            <a:lvl2pPr marL="457200" indent="0" algn="l" rtl="0">
              <a:buNone/>
              <a:defRPr sz="2800"/>
            </a:lvl2pPr>
            <a:lvl3pPr marL="914400" indent="0" algn="l" rtl="0">
              <a:buNone/>
              <a:defRPr sz="2400"/>
            </a:lvl3pPr>
            <a:lvl4pPr marL="1371600" indent="0" algn="l" rtl="0">
              <a:buNone/>
              <a:defRPr sz="2000"/>
            </a:lvl4pPr>
            <a:lvl5pPr marL="1828800" indent="0" algn="l" rtl="0">
              <a:buNone/>
              <a:defRPr sz="2000"/>
            </a:lvl5pPr>
            <a:lvl6pPr marL="2286000" indent="0" algn="l" rtl="0">
              <a:buNone/>
              <a:defRPr sz="2000"/>
            </a:lvl6pPr>
            <a:lvl7pPr marL="2743200" indent="0" algn="l" rtl="0">
              <a:buNone/>
              <a:defRPr sz="2000"/>
            </a:lvl7pPr>
            <a:lvl8pPr marL="3200400" indent="0" algn="l" rtl="0">
              <a:buNone/>
              <a:defRPr sz="2000"/>
            </a:lvl8pPr>
            <a:lvl9pPr marL="3657600" indent="0" algn="l" rtl="0">
              <a:buNone/>
              <a:defRPr sz="2000"/>
            </a:lvl9pPr>
          </a:lstStyle>
          <a:p>
            <a:pPr rtl="0"/>
            <a:r>
              <a:rPr lang="zh-CN" altLang="en-US" noProof="0"/>
              <a:t>单击图标添加图片</a:t>
            </a:r>
            <a:endParaRPr lang="zh-CN" altLang="en-US" noProof="0" dirty="0"/>
          </a:p>
        </p:txBody>
      </p:sp>
      <p:sp>
        <p:nvSpPr>
          <p:cNvPr id="4" name="文本占位符 3"/>
          <p:cNvSpPr>
            <a:spLocks noGrp="1"/>
          </p:cNvSpPr>
          <p:nvPr>
            <p:ph type="body" sz="half" idx="2"/>
          </p:nvPr>
        </p:nvSpPr>
        <p:spPr>
          <a:xfrm>
            <a:off x="1104900" y="1600200"/>
            <a:ext cx="3396996" cy="4572000"/>
          </a:xfrm>
        </p:spPr>
        <p:txBody>
          <a:bodyPr rtlCol="0">
            <a:normAutofit/>
          </a:bodyPr>
          <a:lstStyle>
            <a:lvl1pPr marL="0" indent="0" algn="l" rtl="0">
              <a:spcBef>
                <a:spcPts val="1200"/>
              </a:spcBef>
              <a:buNone/>
              <a:defRPr sz="1800">
                <a:latin typeface="微软雅黑" panose="020B0503020204020204" pitchFamily="34" charset="-122"/>
                <a:ea typeface="微软雅黑" panose="020B0503020204020204" pitchFamily="34" charset="-122"/>
              </a:defRPr>
            </a:lvl1pPr>
            <a:lvl2pPr marL="457200" indent="0" algn="l" rtl="0">
              <a:buNone/>
              <a:defRPr sz="1400"/>
            </a:lvl2pPr>
            <a:lvl3pPr marL="914400" indent="0" algn="l" rtl="0">
              <a:buNone/>
              <a:defRPr sz="1200"/>
            </a:lvl3pPr>
            <a:lvl4pPr marL="1371600" indent="0" algn="l" rtl="0">
              <a:buNone/>
              <a:defRPr sz="1000"/>
            </a:lvl4pPr>
            <a:lvl5pPr marL="1828800" indent="0" algn="l" rtl="0">
              <a:buNone/>
              <a:defRPr sz="1000"/>
            </a:lvl5pPr>
            <a:lvl6pPr marL="2286000" indent="0" algn="l" rtl="0">
              <a:buNone/>
              <a:defRPr sz="1000"/>
            </a:lvl6pPr>
            <a:lvl7pPr marL="2743200" indent="0" algn="l" rtl="0">
              <a:buNone/>
              <a:defRPr sz="1000"/>
            </a:lvl7pPr>
            <a:lvl8pPr marL="3200400" indent="0" algn="l" rtl="0">
              <a:buNone/>
              <a:defRPr sz="1000"/>
            </a:lvl8pPr>
            <a:lvl9pPr marL="3657600" indent="0" algn="l" rtl="0">
              <a:buNone/>
              <a:defRPr sz="1000"/>
            </a:lvl9pPr>
          </a:lstStyle>
          <a:p>
            <a:pPr lvl="0" rtl="0"/>
            <a:r>
              <a:rPr lang="zh-CN" altLang="en-US" noProof="0"/>
              <a:t>单击此处编辑母版文本样式</a:t>
            </a:r>
          </a:p>
        </p:txBody>
      </p:sp>
      <p:sp>
        <p:nvSpPr>
          <p:cNvPr id="5" name="日期占位符 4"/>
          <p:cNvSpPr>
            <a:spLocks noGrp="1"/>
          </p:cNvSpPr>
          <p:nvPr>
            <p:ph type="dt" sz="half" idx="10"/>
          </p:nvPr>
        </p:nvSpPr>
        <p:spPr/>
        <p:txBody>
          <a:bodyPr rtlCol="0"/>
          <a:lstStyle>
            <a:lvl1pPr>
              <a:defRPr>
                <a:latin typeface="微软雅黑" panose="020B0503020204020204" pitchFamily="34" charset="-122"/>
                <a:ea typeface="微软雅黑" panose="020B0503020204020204" pitchFamily="34" charset="-122"/>
              </a:defRPr>
            </a:lvl1pPr>
          </a:lstStyle>
          <a:p>
            <a:fld id="{7118C275-B304-48F5-8C4F-015CBCF4E7C1}" type="datetime1">
              <a:rPr lang="zh-CN" altLang="en-US" smtClean="0"/>
              <a:pPr/>
              <a:t>2022/3/6</a:t>
            </a:fld>
            <a:r>
              <a:rPr lang="zh-CN" altLang="en-US" dirty="0"/>
              <a:t>​</a:t>
            </a:r>
          </a:p>
        </p:txBody>
      </p:sp>
      <p:sp>
        <p:nvSpPr>
          <p:cNvPr id="6" name="页脚占位符 5"/>
          <p:cNvSpPr>
            <a:spLocks noGrp="1"/>
          </p:cNvSpPr>
          <p:nvPr>
            <p:ph type="ftr" sz="quarter" idx="11"/>
          </p:nvPr>
        </p:nvSpPr>
        <p:spPr/>
        <p:txBody>
          <a:bodyPr rtlCol="0"/>
          <a:lstStyle>
            <a:lvl1pPr>
              <a:defRPr>
                <a:latin typeface="微软雅黑" panose="020B0503020204020204" pitchFamily="34" charset="-122"/>
                <a:ea typeface="微软雅黑" panose="020B0503020204020204" pitchFamily="34" charset="-122"/>
              </a:defRPr>
            </a:lvl1pPr>
          </a:lstStyle>
          <a:p>
            <a:endParaRPr lang="zh-CN" altLang="en-US" noProof="0" dirty="0"/>
          </a:p>
        </p:txBody>
      </p:sp>
      <p:sp>
        <p:nvSpPr>
          <p:cNvPr id="7" name="灯片编号占位符 6"/>
          <p:cNvSpPr>
            <a:spLocks noGrp="1"/>
          </p:cNvSpPr>
          <p:nvPr>
            <p:ph type="sldNum" sz="quarter" idx="12"/>
          </p:nvPr>
        </p:nvSpPr>
        <p:spPr/>
        <p:txBody>
          <a:bodyPr rtlCol="0"/>
          <a:lstStyle>
            <a:lvl1pPr algn="r">
              <a:defRPr>
                <a:latin typeface="微软雅黑" panose="020B0503020204020204" pitchFamily="34" charset="-122"/>
                <a:ea typeface="微软雅黑" panose="020B0503020204020204" pitchFamily="34" charset="-122"/>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12482860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标题和竖排文本">
    <p:spTree>
      <p:nvGrpSpPr>
        <p:cNvPr id="1" name=""/>
        <p:cNvGrpSpPr/>
        <p:nvPr/>
      </p:nvGrpSpPr>
      <p:grpSpPr>
        <a:xfrm>
          <a:off x="0" y="0"/>
          <a:ext cx="0" cy="0"/>
          <a:chOff x="0" y="0"/>
          <a:chExt cx="0" cy="0"/>
        </a:xfrm>
      </p:grpSpPr>
      <p:sp>
        <p:nvSpPr>
          <p:cNvPr id="2" name="标题 1"/>
          <p:cNvSpPr>
            <a:spLocks noGrp="1"/>
          </p:cNvSpPr>
          <p:nvPr>
            <p:ph type="title"/>
          </p:nvPr>
        </p:nvSpPr>
        <p:spPr/>
        <p:txBody>
          <a:bodyPr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8791AA9-DDCB-4BA8-AD1D-963A3AA00622}"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zh-CN" altLang="en-US" dirty="0"/>
          </a:p>
        </p:txBody>
      </p:sp>
    </p:spTree>
    <p:extLst>
      <p:ext uri="{BB962C8B-B14F-4D97-AF65-F5344CB8AC3E}">
        <p14:creationId xmlns:p14="http://schemas.microsoft.com/office/powerpoint/2010/main" val="3709916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 name="垂直标题 1"/>
          <p:cNvSpPr>
            <a:spLocks noGrp="1"/>
          </p:cNvSpPr>
          <p:nvPr>
            <p:ph type="title" orient="vert"/>
          </p:nvPr>
        </p:nvSpPr>
        <p:spPr>
          <a:xfrm>
            <a:off x="9372600" y="365125"/>
            <a:ext cx="1714500" cy="5811838"/>
          </a:xfrm>
        </p:spPr>
        <p:txBody>
          <a:bodyPr vert="eaVert" rtlCol="0"/>
          <a:lstStyle/>
          <a:p>
            <a:pPr rtl="0"/>
            <a:r>
              <a:rPr lang="zh-CN" altLang="en-US" noProof="0"/>
              <a:t>单击此处编辑母版标题样式</a:t>
            </a:r>
            <a:endParaRPr lang="zh-CN" altLang="en-US" noProof="0" dirty="0"/>
          </a:p>
        </p:txBody>
      </p:sp>
      <p:sp>
        <p:nvSpPr>
          <p:cNvPr id="3" name="竖排文字占位符 2"/>
          <p:cNvSpPr>
            <a:spLocks noGrp="1"/>
          </p:cNvSpPr>
          <p:nvPr>
            <p:ph type="body" orient="vert" idx="1"/>
          </p:nvPr>
        </p:nvSpPr>
        <p:spPr>
          <a:xfrm>
            <a:off x="1104900" y="365125"/>
            <a:ext cx="8098896" cy="5811838"/>
          </a:xfrm>
        </p:spPr>
        <p:txBody>
          <a:bodyPr vert="eaVert" rtlCol="0"/>
          <a:lstStyle/>
          <a:p>
            <a:pPr lvl="0" rtl="0"/>
            <a:r>
              <a:rPr lang="zh-CN" altLang="en-US" noProof="0"/>
              <a:t>单击此处编辑母版文本样式</a:t>
            </a:r>
          </a:p>
          <a:p>
            <a:pPr lvl="1" rtl="0"/>
            <a:r>
              <a:rPr lang="zh-CN" altLang="en-US" noProof="0"/>
              <a:t>第二级</a:t>
            </a:r>
          </a:p>
          <a:p>
            <a:pPr lvl="2" rtl="0"/>
            <a:r>
              <a:rPr lang="zh-CN" altLang="en-US" noProof="0"/>
              <a:t>第三级</a:t>
            </a:r>
          </a:p>
          <a:p>
            <a:pPr lvl="3" rtl="0"/>
            <a:r>
              <a:rPr lang="zh-CN" altLang="en-US" noProof="0"/>
              <a:t>第四级</a:t>
            </a:r>
          </a:p>
          <a:p>
            <a:pPr lvl="4" rtl="0"/>
            <a:r>
              <a:rPr lang="zh-CN" altLang="en-US" noProof="0"/>
              <a:t>第五级</a:t>
            </a:r>
            <a:endParaRPr lang="zh-CN" altLang="en-US" noProof="0" dirty="0"/>
          </a:p>
        </p:txBody>
      </p:sp>
      <p:sp>
        <p:nvSpPr>
          <p:cNvPr id="4" name="日期占位符 3"/>
          <p:cNvSpPr>
            <a:spLocks noGrp="1"/>
          </p:cNvSpPr>
          <p:nvPr>
            <p:ph type="dt" sz="half" idx="10"/>
          </p:nvPr>
        </p:nvSpPr>
        <p:spPr/>
        <p:txBody>
          <a:bodyPr rtlCol="0"/>
          <a:lstStyle>
            <a:lvl1pPr>
              <a:defRPr/>
            </a:lvl1pPr>
          </a:lstStyle>
          <a:p>
            <a:fld id="{9170426F-E661-472B-BE42-25E072CD46D9}" type="datetime1">
              <a:rPr lang="zh-CN" altLang="en-US" smtClean="0"/>
              <a:pPr/>
              <a:t>2022/3/6</a:t>
            </a:fld>
            <a:endParaRPr lang="zh-CN" altLang="en-US" dirty="0"/>
          </a:p>
        </p:txBody>
      </p:sp>
      <p:sp>
        <p:nvSpPr>
          <p:cNvPr id="5" name="页脚占位符 4"/>
          <p:cNvSpPr>
            <a:spLocks noGrp="1"/>
          </p:cNvSpPr>
          <p:nvPr>
            <p:ph type="ftr" sz="quarter" idx="11"/>
          </p:nvPr>
        </p:nvSpPr>
        <p:spPr/>
        <p:txBody>
          <a:bodyPr rtlCol="0"/>
          <a:lstStyle/>
          <a:p>
            <a:pPr rtl="0"/>
            <a:endParaRPr lang="zh-CN" altLang="en-US" noProof="0" dirty="0"/>
          </a:p>
        </p:txBody>
      </p:sp>
      <p:sp>
        <p:nvSpPr>
          <p:cNvPr id="6" name="灯片编号占位符 5"/>
          <p:cNvSpPr>
            <a:spLocks noGrp="1"/>
          </p:cNvSpPr>
          <p:nvPr>
            <p:ph type="sldNum" sz="quarter" idx="12"/>
          </p:nvPr>
        </p:nvSpPr>
        <p:spPr/>
        <p:txBody>
          <a:bodyPr rtlCol="0"/>
          <a:lstStyle>
            <a:lvl1pPr algn="r">
              <a:defRPr/>
            </a:lvl1pPr>
          </a:lstStyle>
          <a:p>
            <a:fld id="{0FF54DE5-C571-48E8-A5BC-B369434E2F44}" type="slidenum">
              <a:rPr lang="en-US" altLang="zh-CN" smtClean="0"/>
              <a:pPr/>
              <a:t>‹#›</a:t>
            </a:fld>
            <a:endParaRPr lang="en-US" altLang="zh-CN" dirty="0"/>
          </a:p>
        </p:txBody>
      </p:sp>
      <p:grpSp>
        <p:nvGrpSpPr>
          <p:cNvPr id="7" name="组 6"/>
          <p:cNvGrpSpPr/>
          <p:nvPr/>
        </p:nvGrpSpPr>
        <p:grpSpPr>
          <a:xfrm rot="5400000">
            <a:off x="6514047" y="3228843"/>
            <a:ext cx="5632704" cy="84403"/>
            <a:chOff x="1073150" y="1219201"/>
            <a:chExt cx="10058400" cy="63125"/>
          </a:xfrm>
        </p:grpSpPr>
        <p:cxnSp>
          <p:nvCxnSpPr>
            <p:cNvPr id="8" name="直接连接符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直接连接符​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378780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theme" Target="../theme/theme2.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2022/3/6</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3"/>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pPr rtl="0"/>
            <a:r>
              <a:rPr lang="zh-CN" altLang="en-US" noProof="0" dirty="0"/>
              <a:t>单击此处编辑母版标题样式</a:t>
            </a:r>
          </a:p>
        </p:txBody>
      </p:sp>
      <p:sp>
        <p:nvSpPr>
          <p:cNvPr id="3" name="文本占位符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rtl="0"/>
            <a:r>
              <a:rPr lang="zh-CN" altLang="en-US" noProof="0" dirty="0"/>
              <a:t>单击此处编辑母版文本样式</a:t>
            </a:r>
          </a:p>
          <a:p>
            <a:pPr lvl="1" rtl="0"/>
            <a:r>
              <a:rPr lang="zh-CN" altLang="en-US" noProof="0" dirty="0"/>
              <a:t>第二级</a:t>
            </a:r>
          </a:p>
          <a:p>
            <a:pPr lvl="2" rtl="0"/>
            <a:r>
              <a:rPr lang="zh-CN" altLang="en-US" noProof="0" dirty="0"/>
              <a:t>第三级</a:t>
            </a:r>
          </a:p>
          <a:p>
            <a:pPr lvl="3" rtl="0"/>
            <a:r>
              <a:rPr lang="zh-CN" altLang="en-US" noProof="0" dirty="0"/>
              <a:t>第四级</a:t>
            </a:r>
          </a:p>
          <a:p>
            <a:pPr lvl="4" rtl="0"/>
            <a:r>
              <a:rPr lang="zh-CN" altLang="en-US" noProof="0" dirty="0"/>
              <a:t>第五级</a:t>
            </a:r>
          </a:p>
          <a:p>
            <a:pPr lvl="5" rtl="0"/>
            <a:r>
              <a:rPr lang="zh-CN" altLang="en-US" noProof="0" dirty="0"/>
              <a:t>第六级</a:t>
            </a:r>
          </a:p>
          <a:p>
            <a:pPr lvl="6" rtl="0"/>
            <a:r>
              <a:rPr lang="zh-CN" altLang="en-US" noProof="0" dirty="0"/>
              <a:t>第七级</a:t>
            </a:r>
          </a:p>
          <a:p>
            <a:pPr lvl="7" rtl="0"/>
            <a:r>
              <a:rPr lang="zh-CN" altLang="en-US" noProof="0" dirty="0"/>
              <a:t>第八级</a:t>
            </a:r>
          </a:p>
          <a:p>
            <a:pPr lvl="8" rtl="0"/>
            <a:r>
              <a:rPr lang="zh-CN" altLang="en-US" noProof="0" dirty="0"/>
              <a:t>第九级</a:t>
            </a:r>
          </a:p>
        </p:txBody>
      </p:sp>
      <p:sp>
        <p:nvSpPr>
          <p:cNvPr id="4" name="日期占位符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r>
              <a:rPr lang="zh-CN" altLang="en-US" dirty="0"/>
              <a:t>​</a:t>
            </a:r>
            <a:fld id="{660B6A15-7713-4A08-BBFD-F297CCC2B976}" type="datetime1">
              <a:rPr lang="zh-CN" altLang="en-US" dirty="0" smtClean="0"/>
              <a:pPr/>
              <a:t>2022/3/6</a:t>
            </a:fld>
            <a:r>
              <a:rPr lang="zh-CN" altLang="en-US" dirty="0"/>
              <a:t>​</a:t>
            </a:r>
          </a:p>
        </p:txBody>
      </p:sp>
      <p:sp>
        <p:nvSpPr>
          <p:cNvPr id="5" name="页脚占位符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endParaRPr lang="zh-CN" altLang="en-US" noProof="0" dirty="0"/>
          </a:p>
        </p:txBody>
      </p:sp>
      <p:sp>
        <p:nvSpPr>
          <p:cNvPr id="6" name="幻灯片编号占位符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l" rtl="0">
              <a:defRPr sz="1200">
                <a:solidFill>
                  <a:schemeClr val="tx1">
                    <a:lumMod val="60000"/>
                    <a:lumOff val="40000"/>
                  </a:schemeClr>
                </a:solidFill>
                <a:latin typeface="微软雅黑" panose="020B0503020204020204" pitchFamily="34" charset="-122"/>
                <a:ea typeface="微软雅黑" panose="020B0503020204020204" pitchFamily="34" charset="-122"/>
              </a:defRPr>
            </a:lvl1pPr>
          </a:lstStyle>
          <a:p>
            <a:pPr algn="r"/>
            <a:fld id="{0FF54DE5-C571-48E8-A5BC-B369434E2F44}" type="slidenum">
              <a:rPr lang="en-US" altLang="zh-CN" noProof="0" smtClean="0"/>
              <a:pPr algn="r"/>
              <a:t>‹#›</a:t>
            </a:fld>
            <a:endParaRPr lang="zh-CN" altLang="en-US" noProof="0" dirty="0"/>
          </a:p>
        </p:txBody>
      </p:sp>
      <p:grpSp>
        <p:nvGrpSpPr>
          <p:cNvPr id="15" name="组 14"/>
          <p:cNvGrpSpPr/>
          <p:nvPr/>
        </p:nvGrpSpPr>
        <p:grpSpPr>
          <a:xfrm>
            <a:off x="1103376" y="1219201"/>
            <a:ext cx="9985248" cy="84403"/>
            <a:chOff x="1073150" y="1219201"/>
            <a:chExt cx="10058400" cy="63125"/>
          </a:xfrm>
        </p:grpSpPr>
        <p:cxnSp>
          <p:nvCxnSpPr>
            <p:cNvPr id="13" name="直接连接符​​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12265146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微软雅黑" panose="020B0503020204020204" pitchFamily="34" charset="-122"/>
          <a:ea typeface="微软雅黑" panose="020B0503020204020204" pitchFamily="34" charset="-122"/>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微软雅黑" panose="020B0503020204020204" pitchFamily="34" charset="-122"/>
          <a:ea typeface="微软雅黑" panose="020B0503020204020204" pitchFamily="34" charset="-122"/>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微软雅黑" panose="020B0503020204020204" pitchFamily="34" charset="-122"/>
          <a:ea typeface="微软雅黑" panose="020B0503020204020204" pitchFamily="34" charset="-122"/>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微软雅黑" panose="020B0503020204020204" pitchFamily="34" charset="-122"/>
          <a:ea typeface="微软雅黑" panose="020B0503020204020204" pitchFamily="34" charset="-122"/>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customXml" Target="../ink/ink4.xml"/><Relationship Id="rId13" Type="http://schemas.openxmlformats.org/officeDocument/2006/relationships/image" Target="../media/image8.png"/><Relationship Id="rId18" Type="http://schemas.openxmlformats.org/officeDocument/2006/relationships/customXml" Target="../ink/ink9.xml"/><Relationship Id="rId26" Type="http://schemas.openxmlformats.org/officeDocument/2006/relationships/customXml" Target="../ink/ink13.xml"/><Relationship Id="rId3" Type="http://schemas.openxmlformats.org/officeDocument/2006/relationships/image" Target="../media/image3.png"/><Relationship Id="rId21" Type="http://schemas.openxmlformats.org/officeDocument/2006/relationships/image" Target="../media/image12.png"/><Relationship Id="rId7" Type="http://schemas.openxmlformats.org/officeDocument/2006/relationships/image" Target="../media/image5.png"/><Relationship Id="rId12" Type="http://schemas.openxmlformats.org/officeDocument/2006/relationships/customXml" Target="../ink/ink6.xml"/><Relationship Id="rId17" Type="http://schemas.openxmlformats.org/officeDocument/2006/relationships/image" Target="../media/image10.png"/><Relationship Id="rId25" Type="http://schemas.openxmlformats.org/officeDocument/2006/relationships/image" Target="../media/image14.png"/><Relationship Id="rId2" Type="http://schemas.openxmlformats.org/officeDocument/2006/relationships/customXml" Target="../ink/ink1.xml"/><Relationship Id="rId16" Type="http://schemas.openxmlformats.org/officeDocument/2006/relationships/customXml" Target="../ink/ink8.xml"/><Relationship Id="rId20" Type="http://schemas.openxmlformats.org/officeDocument/2006/relationships/customXml" Target="../ink/ink10.xml"/><Relationship Id="rId29"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customXml" Target="../ink/ink3.xml"/><Relationship Id="rId11" Type="http://schemas.openxmlformats.org/officeDocument/2006/relationships/image" Target="../media/image7.png"/><Relationship Id="rId24" Type="http://schemas.openxmlformats.org/officeDocument/2006/relationships/customXml" Target="../ink/ink12.xml"/><Relationship Id="rId5" Type="http://schemas.openxmlformats.org/officeDocument/2006/relationships/image" Target="../media/image4.png"/><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4.xml"/><Relationship Id="rId10" Type="http://schemas.openxmlformats.org/officeDocument/2006/relationships/customXml" Target="../ink/ink5.xml"/><Relationship Id="rId19" Type="http://schemas.openxmlformats.org/officeDocument/2006/relationships/image" Target="../media/image11.png"/><Relationship Id="rId4" Type="http://schemas.openxmlformats.org/officeDocument/2006/relationships/customXml" Target="../ink/ink2.xml"/><Relationship Id="rId9" Type="http://schemas.openxmlformats.org/officeDocument/2006/relationships/image" Target="../media/image6.png"/><Relationship Id="rId14" Type="http://schemas.openxmlformats.org/officeDocument/2006/relationships/customXml" Target="../ink/ink7.xml"/><Relationship Id="rId22" Type="http://schemas.openxmlformats.org/officeDocument/2006/relationships/customXml" Target="../ink/ink11.xml"/><Relationship Id="rId27" Type="http://schemas.openxmlformats.org/officeDocument/2006/relationships/image" Target="../media/image15.png"/></Relationships>
</file>

<file path=ppt/slides/_rels/slide4.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22.png"/><Relationship Id="rId18" Type="http://schemas.openxmlformats.org/officeDocument/2006/relationships/customXml" Target="../ink/ink23.xml"/><Relationship Id="rId26" Type="http://schemas.openxmlformats.org/officeDocument/2006/relationships/customXml" Target="../ink/ink27.xml"/><Relationship Id="rId3" Type="http://schemas.openxmlformats.org/officeDocument/2006/relationships/image" Target="../media/image17.png"/><Relationship Id="rId21" Type="http://schemas.openxmlformats.org/officeDocument/2006/relationships/image" Target="../media/image26.png"/><Relationship Id="rId7" Type="http://schemas.openxmlformats.org/officeDocument/2006/relationships/image" Target="../media/image19.png"/><Relationship Id="rId12" Type="http://schemas.openxmlformats.org/officeDocument/2006/relationships/customXml" Target="../ink/ink20.xml"/><Relationship Id="rId17" Type="http://schemas.openxmlformats.org/officeDocument/2006/relationships/image" Target="../media/image24.png"/><Relationship Id="rId25" Type="http://schemas.openxmlformats.org/officeDocument/2006/relationships/image" Target="../media/image28.png"/><Relationship Id="rId33" Type="http://schemas.openxmlformats.org/officeDocument/2006/relationships/image" Target="../media/image32.png"/><Relationship Id="rId2" Type="http://schemas.openxmlformats.org/officeDocument/2006/relationships/customXml" Target="../ink/ink15.xml"/><Relationship Id="rId16" Type="http://schemas.openxmlformats.org/officeDocument/2006/relationships/customXml" Target="../ink/ink22.xml"/><Relationship Id="rId20" Type="http://schemas.openxmlformats.org/officeDocument/2006/relationships/customXml" Target="../ink/ink24.xml"/><Relationship Id="rId29"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customXml" Target="../ink/ink17.xml"/><Relationship Id="rId11" Type="http://schemas.openxmlformats.org/officeDocument/2006/relationships/image" Target="../media/image21.png"/><Relationship Id="rId24" Type="http://schemas.openxmlformats.org/officeDocument/2006/relationships/customXml" Target="../ink/ink26.xml"/><Relationship Id="rId32" Type="http://schemas.openxmlformats.org/officeDocument/2006/relationships/customXml" Target="../ink/ink30.xml"/><Relationship Id="rId5" Type="http://schemas.openxmlformats.org/officeDocument/2006/relationships/image" Target="../media/image18.png"/><Relationship Id="rId15" Type="http://schemas.openxmlformats.org/officeDocument/2006/relationships/image" Target="../media/image23.png"/><Relationship Id="rId23" Type="http://schemas.openxmlformats.org/officeDocument/2006/relationships/image" Target="../media/image27.png"/><Relationship Id="rId28" Type="http://schemas.openxmlformats.org/officeDocument/2006/relationships/customXml" Target="../ink/ink28.xml"/><Relationship Id="rId10" Type="http://schemas.openxmlformats.org/officeDocument/2006/relationships/customXml" Target="../ink/ink19.xml"/><Relationship Id="rId19" Type="http://schemas.openxmlformats.org/officeDocument/2006/relationships/image" Target="../media/image25.png"/><Relationship Id="rId31" Type="http://schemas.openxmlformats.org/officeDocument/2006/relationships/image" Target="../media/image31.png"/><Relationship Id="rId4" Type="http://schemas.openxmlformats.org/officeDocument/2006/relationships/customXml" Target="../ink/ink16.xml"/><Relationship Id="rId9" Type="http://schemas.openxmlformats.org/officeDocument/2006/relationships/image" Target="../media/image20.png"/><Relationship Id="rId14" Type="http://schemas.openxmlformats.org/officeDocument/2006/relationships/customXml" Target="../ink/ink21.xml"/><Relationship Id="rId22" Type="http://schemas.openxmlformats.org/officeDocument/2006/relationships/customXml" Target="../ink/ink25.xml"/><Relationship Id="rId27" Type="http://schemas.openxmlformats.org/officeDocument/2006/relationships/image" Target="../media/image29.png"/><Relationship Id="rId30" Type="http://schemas.openxmlformats.org/officeDocument/2006/relationships/customXml" Target="../ink/ink29.xml"/></Relationships>
</file>

<file path=ppt/slides/_rels/slide5.xml.rels><?xml version="1.0" encoding="UTF-8" standalone="yes"?>
<Relationships xmlns="http://schemas.openxmlformats.org/package/2006/relationships"><Relationship Id="rId8" Type="http://schemas.openxmlformats.org/officeDocument/2006/relationships/image" Target="../media/image35.png"/><Relationship Id="rId13" Type="http://schemas.openxmlformats.org/officeDocument/2006/relationships/customXml" Target="../ink/ink36.xml"/><Relationship Id="rId3" Type="http://schemas.openxmlformats.org/officeDocument/2006/relationships/customXml" Target="../ink/ink31.xml"/><Relationship Id="rId7" Type="http://schemas.openxmlformats.org/officeDocument/2006/relationships/customXml" Target="../ink/ink33.xml"/><Relationship Id="rId12" Type="http://schemas.openxmlformats.org/officeDocument/2006/relationships/image" Target="../media/image3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34.png"/><Relationship Id="rId11" Type="http://schemas.openxmlformats.org/officeDocument/2006/relationships/customXml" Target="../ink/ink35.xml"/><Relationship Id="rId5" Type="http://schemas.openxmlformats.org/officeDocument/2006/relationships/customXml" Target="../ink/ink32.xml"/><Relationship Id="rId10" Type="http://schemas.openxmlformats.org/officeDocument/2006/relationships/image" Target="../media/image36.png"/><Relationship Id="rId4" Type="http://schemas.openxmlformats.org/officeDocument/2006/relationships/image" Target="../media/image33.png"/><Relationship Id="rId9" Type="http://schemas.openxmlformats.org/officeDocument/2006/relationships/customXml" Target="../ink/ink34.xml"/><Relationship Id="rId14" Type="http://schemas.openxmlformats.org/officeDocument/2006/relationships/image" Target="../media/image38.png"/></Relationships>
</file>

<file path=ppt/slides/_rels/slide6.xml.rels><?xml version="1.0" encoding="UTF-8" standalone="yes"?>
<Relationships xmlns="http://schemas.openxmlformats.org/package/2006/relationships"><Relationship Id="rId8" Type="http://schemas.openxmlformats.org/officeDocument/2006/relationships/customXml" Target="../ink/ink40.xml"/><Relationship Id="rId13" Type="http://schemas.openxmlformats.org/officeDocument/2006/relationships/image" Target="../media/image44.png"/><Relationship Id="rId3" Type="http://schemas.openxmlformats.org/officeDocument/2006/relationships/image" Target="../media/image39.png"/><Relationship Id="rId7" Type="http://schemas.openxmlformats.org/officeDocument/2006/relationships/image" Target="../media/image41.png"/><Relationship Id="rId12" Type="http://schemas.openxmlformats.org/officeDocument/2006/relationships/customXml" Target="../ink/ink42.xml"/><Relationship Id="rId2" Type="http://schemas.openxmlformats.org/officeDocument/2006/relationships/customXml" Target="../ink/ink37.xml"/><Relationship Id="rId1" Type="http://schemas.openxmlformats.org/officeDocument/2006/relationships/slideLayout" Target="../slideLayouts/slideLayout2.xml"/><Relationship Id="rId6" Type="http://schemas.openxmlformats.org/officeDocument/2006/relationships/customXml" Target="../ink/ink39.xml"/><Relationship Id="rId11" Type="http://schemas.openxmlformats.org/officeDocument/2006/relationships/image" Target="../media/image43.png"/><Relationship Id="rId5" Type="http://schemas.openxmlformats.org/officeDocument/2006/relationships/image" Target="../media/image40.png"/><Relationship Id="rId15" Type="http://schemas.openxmlformats.org/officeDocument/2006/relationships/image" Target="../media/image45.png"/><Relationship Id="rId10" Type="http://schemas.openxmlformats.org/officeDocument/2006/relationships/customXml" Target="../ink/ink41.xml"/><Relationship Id="rId4" Type="http://schemas.openxmlformats.org/officeDocument/2006/relationships/customXml" Target="../ink/ink38.xml"/><Relationship Id="rId9" Type="http://schemas.openxmlformats.org/officeDocument/2006/relationships/image" Target="../media/image42.png"/><Relationship Id="rId14" Type="http://schemas.openxmlformats.org/officeDocument/2006/relationships/customXml" Target="../ink/ink43.xml"/></Relationships>
</file>

<file path=ppt/slides/_rels/slide7.xml.rels><?xml version="1.0" encoding="UTF-8" standalone="yes"?>
<Relationships xmlns="http://schemas.openxmlformats.org/package/2006/relationships"><Relationship Id="rId13" Type="http://schemas.openxmlformats.org/officeDocument/2006/relationships/image" Target="../media/image51.png"/><Relationship Id="rId18" Type="http://schemas.openxmlformats.org/officeDocument/2006/relationships/customXml" Target="../ink/ink52.xml"/><Relationship Id="rId26" Type="http://schemas.openxmlformats.org/officeDocument/2006/relationships/customXml" Target="../ink/ink56.xml"/><Relationship Id="rId39" Type="http://schemas.openxmlformats.org/officeDocument/2006/relationships/image" Target="../media/image64.png"/><Relationship Id="rId21" Type="http://schemas.openxmlformats.org/officeDocument/2006/relationships/image" Target="../media/image55.png"/><Relationship Id="rId34" Type="http://schemas.openxmlformats.org/officeDocument/2006/relationships/customXml" Target="../ink/ink60.xml"/><Relationship Id="rId42" Type="http://schemas.openxmlformats.org/officeDocument/2006/relationships/customXml" Target="../ink/ink64.xml"/><Relationship Id="rId47" Type="http://schemas.openxmlformats.org/officeDocument/2006/relationships/image" Target="../media/image68.png"/><Relationship Id="rId50" Type="http://schemas.openxmlformats.org/officeDocument/2006/relationships/customXml" Target="../ink/ink68.xml"/><Relationship Id="rId55" Type="http://schemas.openxmlformats.org/officeDocument/2006/relationships/image" Target="../media/image72.png"/><Relationship Id="rId63" Type="http://schemas.openxmlformats.org/officeDocument/2006/relationships/image" Target="../media/image76.png"/><Relationship Id="rId68" Type="http://schemas.openxmlformats.org/officeDocument/2006/relationships/customXml" Target="../ink/ink77.xml"/><Relationship Id="rId76" Type="http://schemas.openxmlformats.org/officeDocument/2006/relationships/customXml" Target="../ink/ink81.xml"/><Relationship Id="rId84" Type="http://schemas.openxmlformats.org/officeDocument/2006/relationships/customXml" Target="../ink/ink85.xml"/><Relationship Id="rId89" Type="http://schemas.openxmlformats.org/officeDocument/2006/relationships/image" Target="../media/image89.png"/><Relationship Id="rId7" Type="http://schemas.openxmlformats.org/officeDocument/2006/relationships/image" Target="../media/image48.png"/><Relationship Id="rId71" Type="http://schemas.openxmlformats.org/officeDocument/2006/relationships/image" Target="../media/image80.png"/><Relationship Id="rId92" Type="http://schemas.openxmlformats.org/officeDocument/2006/relationships/customXml" Target="../ink/ink89.xml"/><Relationship Id="rId2" Type="http://schemas.openxmlformats.org/officeDocument/2006/relationships/customXml" Target="../ink/ink44.xml"/><Relationship Id="rId16" Type="http://schemas.openxmlformats.org/officeDocument/2006/relationships/customXml" Target="../ink/ink51.xml"/><Relationship Id="rId29" Type="http://schemas.openxmlformats.org/officeDocument/2006/relationships/image" Target="../media/image59.png"/><Relationship Id="rId11" Type="http://schemas.openxmlformats.org/officeDocument/2006/relationships/image" Target="../media/image50.png"/><Relationship Id="rId24" Type="http://schemas.openxmlformats.org/officeDocument/2006/relationships/customXml" Target="../ink/ink55.xml"/><Relationship Id="rId32" Type="http://schemas.openxmlformats.org/officeDocument/2006/relationships/customXml" Target="../ink/ink59.xml"/><Relationship Id="rId37" Type="http://schemas.openxmlformats.org/officeDocument/2006/relationships/image" Target="../media/image63.png"/><Relationship Id="rId40" Type="http://schemas.openxmlformats.org/officeDocument/2006/relationships/customXml" Target="../ink/ink63.xml"/><Relationship Id="rId45" Type="http://schemas.openxmlformats.org/officeDocument/2006/relationships/image" Target="../media/image67.png"/><Relationship Id="rId53" Type="http://schemas.openxmlformats.org/officeDocument/2006/relationships/image" Target="../media/image71.png"/><Relationship Id="rId58" Type="http://schemas.openxmlformats.org/officeDocument/2006/relationships/customXml" Target="../ink/ink72.xml"/><Relationship Id="rId66" Type="http://schemas.openxmlformats.org/officeDocument/2006/relationships/customXml" Target="../ink/ink76.xml"/><Relationship Id="rId74" Type="http://schemas.openxmlformats.org/officeDocument/2006/relationships/customXml" Target="../ink/ink80.xml"/><Relationship Id="rId79" Type="http://schemas.openxmlformats.org/officeDocument/2006/relationships/image" Target="../media/image84.png"/><Relationship Id="rId87" Type="http://schemas.openxmlformats.org/officeDocument/2006/relationships/image" Target="../media/image88.png"/><Relationship Id="rId5" Type="http://schemas.openxmlformats.org/officeDocument/2006/relationships/image" Target="../media/image47.png"/><Relationship Id="rId61" Type="http://schemas.openxmlformats.org/officeDocument/2006/relationships/image" Target="../media/image75.png"/><Relationship Id="rId82" Type="http://schemas.openxmlformats.org/officeDocument/2006/relationships/customXml" Target="../ink/ink84.xml"/><Relationship Id="rId90" Type="http://schemas.openxmlformats.org/officeDocument/2006/relationships/customXml" Target="../ink/ink88.xml"/><Relationship Id="rId19" Type="http://schemas.openxmlformats.org/officeDocument/2006/relationships/image" Target="../media/image54.png"/><Relationship Id="rId14" Type="http://schemas.openxmlformats.org/officeDocument/2006/relationships/customXml" Target="../ink/ink50.xml"/><Relationship Id="rId22" Type="http://schemas.openxmlformats.org/officeDocument/2006/relationships/customXml" Target="../ink/ink54.xml"/><Relationship Id="rId27" Type="http://schemas.openxmlformats.org/officeDocument/2006/relationships/image" Target="../media/image58.png"/><Relationship Id="rId30" Type="http://schemas.openxmlformats.org/officeDocument/2006/relationships/customXml" Target="../ink/ink58.xml"/><Relationship Id="rId35" Type="http://schemas.openxmlformats.org/officeDocument/2006/relationships/image" Target="../media/image62.png"/><Relationship Id="rId43" Type="http://schemas.openxmlformats.org/officeDocument/2006/relationships/image" Target="../media/image66.png"/><Relationship Id="rId48" Type="http://schemas.openxmlformats.org/officeDocument/2006/relationships/customXml" Target="../ink/ink67.xml"/><Relationship Id="rId56" Type="http://schemas.openxmlformats.org/officeDocument/2006/relationships/customXml" Target="../ink/ink71.xml"/><Relationship Id="rId64" Type="http://schemas.openxmlformats.org/officeDocument/2006/relationships/customXml" Target="../ink/ink75.xml"/><Relationship Id="rId69" Type="http://schemas.openxmlformats.org/officeDocument/2006/relationships/image" Target="../media/image79.png"/><Relationship Id="rId77" Type="http://schemas.openxmlformats.org/officeDocument/2006/relationships/image" Target="../media/image83.png"/><Relationship Id="rId8" Type="http://schemas.openxmlformats.org/officeDocument/2006/relationships/customXml" Target="../ink/ink47.xml"/><Relationship Id="rId51" Type="http://schemas.openxmlformats.org/officeDocument/2006/relationships/image" Target="../media/image70.png"/><Relationship Id="rId72" Type="http://schemas.openxmlformats.org/officeDocument/2006/relationships/customXml" Target="../ink/ink79.xml"/><Relationship Id="rId80" Type="http://schemas.openxmlformats.org/officeDocument/2006/relationships/customXml" Target="../ink/ink83.xml"/><Relationship Id="rId85" Type="http://schemas.openxmlformats.org/officeDocument/2006/relationships/image" Target="../media/image87.png"/><Relationship Id="rId93" Type="http://schemas.openxmlformats.org/officeDocument/2006/relationships/image" Target="../media/image91.png"/><Relationship Id="rId3" Type="http://schemas.openxmlformats.org/officeDocument/2006/relationships/image" Target="../media/image46.png"/><Relationship Id="rId12" Type="http://schemas.openxmlformats.org/officeDocument/2006/relationships/customXml" Target="../ink/ink49.xml"/><Relationship Id="rId17" Type="http://schemas.openxmlformats.org/officeDocument/2006/relationships/image" Target="../media/image53.png"/><Relationship Id="rId25" Type="http://schemas.openxmlformats.org/officeDocument/2006/relationships/image" Target="../media/image57.png"/><Relationship Id="rId33" Type="http://schemas.openxmlformats.org/officeDocument/2006/relationships/image" Target="../media/image61.png"/><Relationship Id="rId38" Type="http://schemas.openxmlformats.org/officeDocument/2006/relationships/customXml" Target="../ink/ink62.xml"/><Relationship Id="rId46" Type="http://schemas.openxmlformats.org/officeDocument/2006/relationships/customXml" Target="../ink/ink66.xml"/><Relationship Id="rId59" Type="http://schemas.openxmlformats.org/officeDocument/2006/relationships/image" Target="../media/image74.png"/><Relationship Id="rId67" Type="http://schemas.openxmlformats.org/officeDocument/2006/relationships/image" Target="../media/image78.png"/><Relationship Id="rId20" Type="http://schemas.openxmlformats.org/officeDocument/2006/relationships/customXml" Target="../ink/ink53.xml"/><Relationship Id="rId41" Type="http://schemas.openxmlformats.org/officeDocument/2006/relationships/image" Target="../media/image65.png"/><Relationship Id="rId54" Type="http://schemas.openxmlformats.org/officeDocument/2006/relationships/customXml" Target="../ink/ink70.xml"/><Relationship Id="rId62" Type="http://schemas.openxmlformats.org/officeDocument/2006/relationships/customXml" Target="../ink/ink74.xml"/><Relationship Id="rId70" Type="http://schemas.openxmlformats.org/officeDocument/2006/relationships/customXml" Target="../ink/ink78.xml"/><Relationship Id="rId75" Type="http://schemas.openxmlformats.org/officeDocument/2006/relationships/image" Target="../media/image82.png"/><Relationship Id="rId83" Type="http://schemas.openxmlformats.org/officeDocument/2006/relationships/image" Target="../media/image86.png"/><Relationship Id="rId88" Type="http://schemas.openxmlformats.org/officeDocument/2006/relationships/customXml" Target="../ink/ink87.xml"/><Relationship Id="rId91" Type="http://schemas.openxmlformats.org/officeDocument/2006/relationships/image" Target="../media/image90.png"/><Relationship Id="rId1" Type="http://schemas.openxmlformats.org/officeDocument/2006/relationships/slideLayout" Target="../slideLayouts/slideLayout2.xml"/><Relationship Id="rId6" Type="http://schemas.openxmlformats.org/officeDocument/2006/relationships/customXml" Target="../ink/ink46.xml"/><Relationship Id="rId15" Type="http://schemas.openxmlformats.org/officeDocument/2006/relationships/image" Target="../media/image52.png"/><Relationship Id="rId23" Type="http://schemas.openxmlformats.org/officeDocument/2006/relationships/image" Target="../media/image56.png"/><Relationship Id="rId28" Type="http://schemas.openxmlformats.org/officeDocument/2006/relationships/customXml" Target="../ink/ink57.xml"/><Relationship Id="rId36" Type="http://schemas.openxmlformats.org/officeDocument/2006/relationships/customXml" Target="../ink/ink61.xml"/><Relationship Id="rId49" Type="http://schemas.openxmlformats.org/officeDocument/2006/relationships/image" Target="../media/image69.png"/><Relationship Id="rId57" Type="http://schemas.openxmlformats.org/officeDocument/2006/relationships/image" Target="../media/image73.png"/><Relationship Id="rId10" Type="http://schemas.openxmlformats.org/officeDocument/2006/relationships/customXml" Target="../ink/ink48.xml"/><Relationship Id="rId31" Type="http://schemas.openxmlformats.org/officeDocument/2006/relationships/image" Target="../media/image60.png"/><Relationship Id="rId44" Type="http://schemas.openxmlformats.org/officeDocument/2006/relationships/customXml" Target="../ink/ink65.xml"/><Relationship Id="rId52" Type="http://schemas.openxmlformats.org/officeDocument/2006/relationships/customXml" Target="../ink/ink69.xml"/><Relationship Id="rId60" Type="http://schemas.openxmlformats.org/officeDocument/2006/relationships/customXml" Target="../ink/ink73.xml"/><Relationship Id="rId65" Type="http://schemas.openxmlformats.org/officeDocument/2006/relationships/image" Target="../media/image77.png"/><Relationship Id="rId73" Type="http://schemas.openxmlformats.org/officeDocument/2006/relationships/image" Target="../media/image81.png"/><Relationship Id="rId78" Type="http://schemas.openxmlformats.org/officeDocument/2006/relationships/customXml" Target="../ink/ink82.xml"/><Relationship Id="rId81" Type="http://schemas.openxmlformats.org/officeDocument/2006/relationships/image" Target="../media/image85.png"/><Relationship Id="rId86" Type="http://schemas.openxmlformats.org/officeDocument/2006/relationships/customXml" Target="../ink/ink86.xml"/><Relationship Id="rId4" Type="http://schemas.openxmlformats.org/officeDocument/2006/relationships/customXml" Target="../ink/ink45.xml"/><Relationship Id="rId9" Type="http://schemas.openxmlformats.org/officeDocument/2006/relationships/image" Target="../media/image4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customXml" Target="../ink/ink90.xml"/><Relationship Id="rId2" Type="http://schemas.openxmlformats.org/officeDocument/2006/relationships/image" Target="../media/image92.png"/><Relationship Id="rId1" Type="http://schemas.openxmlformats.org/officeDocument/2006/relationships/slideLayout" Target="../slideLayouts/slideLayout2.xml"/><Relationship Id="rId4" Type="http://schemas.openxmlformats.org/officeDocument/2006/relationships/image" Target="../media/image93.png"/></Relationships>
</file>

<file path=ppt/slides/_rels/slide11.xml.rels><?xml version="1.0" encoding="UTF-8" standalone="yes"?>
<Relationships xmlns="http://schemas.openxmlformats.org/package/2006/relationships"><Relationship Id="rId8" Type="http://schemas.openxmlformats.org/officeDocument/2006/relationships/customXml" Target="../ink/ink94.xml"/><Relationship Id="rId13" Type="http://schemas.openxmlformats.org/officeDocument/2006/relationships/image" Target="../media/image99.png"/><Relationship Id="rId3" Type="http://schemas.openxmlformats.org/officeDocument/2006/relationships/image" Target="../media/image94.png"/><Relationship Id="rId7" Type="http://schemas.openxmlformats.org/officeDocument/2006/relationships/image" Target="../media/image96.png"/><Relationship Id="rId12" Type="http://schemas.openxmlformats.org/officeDocument/2006/relationships/customXml" Target="../ink/ink96.xml"/><Relationship Id="rId17" Type="http://schemas.openxmlformats.org/officeDocument/2006/relationships/image" Target="../media/image50.png"/><Relationship Id="rId2" Type="http://schemas.openxmlformats.org/officeDocument/2006/relationships/customXml" Target="../ink/ink91.xml"/><Relationship Id="rId16" Type="http://schemas.openxmlformats.org/officeDocument/2006/relationships/customXml" Target="../ink/ink98.xml"/><Relationship Id="rId1" Type="http://schemas.openxmlformats.org/officeDocument/2006/relationships/slideLayout" Target="../slideLayouts/slideLayout2.xml"/><Relationship Id="rId6" Type="http://schemas.openxmlformats.org/officeDocument/2006/relationships/customXml" Target="../ink/ink93.xml"/><Relationship Id="rId11" Type="http://schemas.openxmlformats.org/officeDocument/2006/relationships/image" Target="../media/image98.png"/><Relationship Id="rId5" Type="http://schemas.openxmlformats.org/officeDocument/2006/relationships/image" Target="../media/image95.png"/><Relationship Id="rId15" Type="http://schemas.openxmlformats.org/officeDocument/2006/relationships/image" Target="../media/image100.png"/><Relationship Id="rId10" Type="http://schemas.openxmlformats.org/officeDocument/2006/relationships/customXml" Target="../ink/ink95.xml"/><Relationship Id="rId4" Type="http://schemas.openxmlformats.org/officeDocument/2006/relationships/customXml" Target="../ink/ink92.xml"/><Relationship Id="rId9" Type="http://schemas.openxmlformats.org/officeDocument/2006/relationships/image" Target="../media/image97.png"/><Relationship Id="rId14" Type="http://schemas.openxmlformats.org/officeDocument/2006/relationships/customXml" Target="../ink/ink97.xml"/></Relationships>
</file>

<file path=ppt/slides/_rels/slide12.xml.rels><?xml version="1.0" encoding="UTF-8" standalone="yes"?>
<Relationships xmlns="http://schemas.openxmlformats.org/package/2006/relationships"><Relationship Id="rId13" Type="http://schemas.openxmlformats.org/officeDocument/2006/relationships/image" Target="../media/image105.emf"/><Relationship Id="rId18" Type="http://schemas.openxmlformats.org/officeDocument/2006/relationships/customXml" Target="../ink/ink106.xml"/><Relationship Id="rId26" Type="http://schemas.openxmlformats.org/officeDocument/2006/relationships/customXml" Target="../ink/ink110.xml"/><Relationship Id="rId39" Type="http://schemas.openxmlformats.org/officeDocument/2006/relationships/image" Target="../media/image118.emf"/><Relationship Id="rId21" Type="http://schemas.openxmlformats.org/officeDocument/2006/relationships/image" Target="../media/image109.emf"/><Relationship Id="rId34" Type="http://schemas.openxmlformats.org/officeDocument/2006/relationships/customXml" Target="../ink/ink114.xml"/><Relationship Id="rId42" Type="http://schemas.openxmlformats.org/officeDocument/2006/relationships/customXml" Target="../ink/ink118.xml"/><Relationship Id="rId47" Type="http://schemas.openxmlformats.org/officeDocument/2006/relationships/image" Target="../media/image122.emf"/><Relationship Id="rId50" Type="http://schemas.openxmlformats.org/officeDocument/2006/relationships/customXml" Target="../ink/ink122.xml"/><Relationship Id="rId55" Type="http://schemas.openxmlformats.org/officeDocument/2006/relationships/image" Target="../media/image126.emf"/><Relationship Id="rId7" Type="http://schemas.openxmlformats.org/officeDocument/2006/relationships/image" Target="../media/image102.emf"/><Relationship Id="rId12" Type="http://schemas.openxmlformats.org/officeDocument/2006/relationships/customXml" Target="../ink/ink103.xml"/><Relationship Id="rId17" Type="http://schemas.openxmlformats.org/officeDocument/2006/relationships/image" Target="../media/image107.emf"/><Relationship Id="rId25" Type="http://schemas.openxmlformats.org/officeDocument/2006/relationships/image" Target="../media/image111.emf"/><Relationship Id="rId33" Type="http://schemas.openxmlformats.org/officeDocument/2006/relationships/image" Target="../media/image115.emf"/><Relationship Id="rId38" Type="http://schemas.openxmlformats.org/officeDocument/2006/relationships/customXml" Target="../ink/ink116.xml"/><Relationship Id="rId46" Type="http://schemas.openxmlformats.org/officeDocument/2006/relationships/customXml" Target="../ink/ink120.xml"/><Relationship Id="rId16" Type="http://schemas.openxmlformats.org/officeDocument/2006/relationships/customXml" Target="../ink/ink105.xml"/><Relationship Id="rId20" Type="http://schemas.openxmlformats.org/officeDocument/2006/relationships/customXml" Target="../ink/ink107.xml"/><Relationship Id="rId29" Type="http://schemas.openxmlformats.org/officeDocument/2006/relationships/image" Target="../media/image113.emf"/><Relationship Id="rId41" Type="http://schemas.openxmlformats.org/officeDocument/2006/relationships/image" Target="../media/image119.emf"/><Relationship Id="rId54" Type="http://schemas.openxmlformats.org/officeDocument/2006/relationships/customXml" Target="../ink/ink124.xml"/><Relationship Id="rId1" Type="http://schemas.openxmlformats.org/officeDocument/2006/relationships/slideLayout" Target="../slideLayouts/slideLayout2.xml"/><Relationship Id="rId6" Type="http://schemas.openxmlformats.org/officeDocument/2006/relationships/customXml" Target="../ink/ink100.xml"/><Relationship Id="rId11" Type="http://schemas.openxmlformats.org/officeDocument/2006/relationships/image" Target="../media/image104.emf"/><Relationship Id="rId24" Type="http://schemas.openxmlformats.org/officeDocument/2006/relationships/customXml" Target="../ink/ink109.xml"/><Relationship Id="rId32" Type="http://schemas.openxmlformats.org/officeDocument/2006/relationships/customXml" Target="../ink/ink113.xml"/><Relationship Id="rId37" Type="http://schemas.openxmlformats.org/officeDocument/2006/relationships/image" Target="../media/image117.emf"/><Relationship Id="rId40" Type="http://schemas.openxmlformats.org/officeDocument/2006/relationships/customXml" Target="../ink/ink117.xml"/><Relationship Id="rId45" Type="http://schemas.openxmlformats.org/officeDocument/2006/relationships/image" Target="../media/image121.emf"/><Relationship Id="rId53" Type="http://schemas.openxmlformats.org/officeDocument/2006/relationships/image" Target="../media/image125.emf"/><Relationship Id="rId5" Type="http://schemas.openxmlformats.org/officeDocument/2006/relationships/image" Target="../media/image101.emf"/><Relationship Id="rId15" Type="http://schemas.openxmlformats.org/officeDocument/2006/relationships/image" Target="../media/image106.emf"/><Relationship Id="rId23" Type="http://schemas.openxmlformats.org/officeDocument/2006/relationships/image" Target="../media/image110.emf"/><Relationship Id="rId28" Type="http://schemas.openxmlformats.org/officeDocument/2006/relationships/customXml" Target="../ink/ink111.xml"/><Relationship Id="rId36" Type="http://schemas.openxmlformats.org/officeDocument/2006/relationships/customXml" Target="../ink/ink115.xml"/><Relationship Id="rId49" Type="http://schemas.openxmlformats.org/officeDocument/2006/relationships/image" Target="../media/image123.emf"/><Relationship Id="rId57" Type="http://schemas.openxmlformats.org/officeDocument/2006/relationships/image" Target="../media/image127.emf"/><Relationship Id="rId10" Type="http://schemas.openxmlformats.org/officeDocument/2006/relationships/customXml" Target="../ink/ink102.xml"/><Relationship Id="rId19" Type="http://schemas.openxmlformats.org/officeDocument/2006/relationships/image" Target="../media/image108.emf"/><Relationship Id="rId31" Type="http://schemas.openxmlformats.org/officeDocument/2006/relationships/image" Target="../media/image114.emf"/><Relationship Id="rId44" Type="http://schemas.openxmlformats.org/officeDocument/2006/relationships/customXml" Target="../ink/ink119.xml"/><Relationship Id="rId52" Type="http://schemas.openxmlformats.org/officeDocument/2006/relationships/customXml" Target="../ink/ink123.xml"/><Relationship Id="rId4" Type="http://schemas.openxmlformats.org/officeDocument/2006/relationships/customXml" Target="../ink/ink99.xml"/><Relationship Id="rId9" Type="http://schemas.openxmlformats.org/officeDocument/2006/relationships/image" Target="../media/image103.emf"/><Relationship Id="rId14" Type="http://schemas.openxmlformats.org/officeDocument/2006/relationships/customXml" Target="../ink/ink104.xml"/><Relationship Id="rId22" Type="http://schemas.openxmlformats.org/officeDocument/2006/relationships/customXml" Target="../ink/ink108.xml"/><Relationship Id="rId27" Type="http://schemas.openxmlformats.org/officeDocument/2006/relationships/image" Target="../media/image112.emf"/><Relationship Id="rId30" Type="http://schemas.openxmlformats.org/officeDocument/2006/relationships/customXml" Target="../ink/ink112.xml"/><Relationship Id="rId35" Type="http://schemas.openxmlformats.org/officeDocument/2006/relationships/image" Target="../media/image116.emf"/><Relationship Id="rId43" Type="http://schemas.openxmlformats.org/officeDocument/2006/relationships/image" Target="../media/image120.emf"/><Relationship Id="rId48" Type="http://schemas.openxmlformats.org/officeDocument/2006/relationships/customXml" Target="../ink/ink121.xml"/><Relationship Id="rId56" Type="http://schemas.openxmlformats.org/officeDocument/2006/relationships/customXml" Target="../ink/ink125.xml"/><Relationship Id="rId8" Type="http://schemas.openxmlformats.org/officeDocument/2006/relationships/customXml" Target="../ink/ink101.xml"/><Relationship Id="rId51" Type="http://schemas.openxmlformats.org/officeDocument/2006/relationships/image" Target="../media/image124.emf"/><Relationship Id="rId3" Type="http://schemas.openxmlformats.org/officeDocument/2006/relationships/image" Target="../media/image410.png"/></Relationships>
</file>

<file path=ppt/slides/_rels/slide13.xml.rels><?xml version="1.0" encoding="UTF-8" standalone="yes"?>
<Relationships xmlns="http://schemas.openxmlformats.org/package/2006/relationships"><Relationship Id="rId13" Type="http://schemas.openxmlformats.org/officeDocument/2006/relationships/customXml" Target="../ink/ink131.xml"/><Relationship Id="rId18" Type="http://schemas.openxmlformats.org/officeDocument/2006/relationships/image" Target="../media/image136.png"/><Relationship Id="rId26" Type="http://schemas.openxmlformats.org/officeDocument/2006/relationships/image" Target="../media/image140.png"/><Relationship Id="rId39" Type="http://schemas.openxmlformats.org/officeDocument/2006/relationships/customXml" Target="../ink/ink144.xml"/><Relationship Id="rId21" Type="http://schemas.openxmlformats.org/officeDocument/2006/relationships/customXml" Target="../ink/ink135.xml"/><Relationship Id="rId34" Type="http://schemas.openxmlformats.org/officeDocument/2006/relationships/image" Target="../media/image144.png"/><Relationship Id="rId42" Type="http://schemas.openxmlformats.org/officeDocument/2006/relationships/image" Target="../media/image148.png"/><Relationship Id="rId47" Type="http://schemas.openxmlformats.org/officeDocument/2006/relationships/customXml" Target="../ink/ink148.xml"/><Relationship Id="rId50" Type="http://schemas.openxmlformats.org/officeDocument/2006/relationships/image" Target="../media/image152.png"/><Relationship Id="rId55" Type="http://schemas.openxmlformats.org/officeDocument/2006/relationships/customXml" Target="../ink/ink152.xml"/><Relationship Id="rId63" Type="http://schemas.openxmlformats.org/officeDocument/2006/relationships/customXml" Target="../ink/ink156.xml"/><Relationship Id="rId68" Type="http://schemas.openxmlformats.org/officeDocument/2006/relationships/image" Target="../media/image161.png"/><Relationship Id="rId7" Type="http://schemas.openxmlformats.org/officeDocument/2006/relationships/customXml" Target="../ink/ink128.xml"/><Relationship Id="rId71" Type="http://schemas.openxmlformats.org/officeDocument/2006/relationships/customXml" Target="../ink/ink160.xml"/><Relationship Id="rId2" Type="http://schemas.openxmlformats.org/officeDocument/2006/relationships/image" Target="../media/image101.png"/><Relationship Id="rId16" Type="http://schemas.openxmlformats.org/officeDocument/2006/relationships/image" Target="../media/image135.png"/><Relationship Id="rId29" Type="http://schemas.openxmlformats.org/officeDocument/2006/relationships/customXml" Target="../ink/ink139.xml"/><Relationship Id="rId11" Type="http://schemas.openxmlformats.org/officeDocument/2006/relationships/customXml" Target="../ink/ink130.xml"/><Relationship Id="rId24" Type="http://schemas.openxmlformats.org/officeDocument/2006/relationships/image" Target="../media/image139.png"/><Relationship Id="rId32" Type="http://schemas.openxmlformats.org/officeDocument/2006/relationships/image" Target="../media/image143.png"/><Relationship Id="rId37" Type="http://schemas.openxmlformats.org/officeDocument/2006/relationships/customXml" Target="../ink/ink143.xml"/><Relationship Id="rId40" Type="http://schemas.openxmlformats.org/officeDocument/2006/relationships/image" Target="../media/image147.png"/><Relationship Id="rId45" Type="http://schemas.openxmlformats.org/officeDocument/2006/relationships/customXml" Target="../ink/ink147.xml"/><Relationship Id="rId53" Type="http://schemas.openxmlformats.org/officeDocument/2006/relationships/customXml" Target="../ink/ink151.xml"/><Relationship Id="rId58" Type="http://schemas.openxmlformats.org/officeDocument/2006/relationships/image" Target="../media/image156.png"/><Relationship Id="rId66" Type="http://schemas.openxmlformats.org/officeDocument/2006/relationships/image" Target="../media/image160.png"/><Relationship Id="rId74" Type="http://schemas.openxmlformats.org/officeDocument/2006/relationships/image" Target="../media/image164.png"/><Relationship Id="rId5" Type="http://schemas.openxmlformats.org/officeDocument/2006/relationships/customXml" Target="../ink/ink127.xml"/><Relationship Id="rId15" Type="http://schemas.openxmlformats.org/officeDocument/2006/relationships/customXml" Target="../ink/ink132.xml"/><Relationship Id="rId23" Type="http://schemas.openxmlformats.org/officeDocument/2006/relationships/customXml" Target="../ink/ink136.xml"/><Relationship Id="rId28" Type="http://schemas.openxmlformats.org/officeDocument/2006/relationships/image" Target="../media/image141.png"/><Relationship Id="rId36" Type="http://schemas.openxmlformats.org/officeDocument/2006/relationships/image" Target="../media/image145.png"/><Relationship Id="rId49" Type="http://schemas.openxmlformats.org/officeDocument/2006/relationships/customXml" Target="../ink/ink149.xml"/><Relationship Id="rId57" Type="http://schemas.openxmlformats.org/officeDocument/2006/relationships/customXml" Target="../ink/ink153.xml"/><Relationship Id="rId61" Type="http://schemas.openxmlformats.org/officeDocument/2006/relationships/customXml" Target="../ink/ink155.xml"/><Relationship Id="rId10" Type="http://schemas.openxmlformats.org/officeDocument/2006/relationships/image" Target="../media/image132.png"/><Relationship Id="rId19" Type="http://schemas.openxmlformats.org/officeDocument/2006/relationships/customXml" Target="../ink/ink134.xml"/><Relationship Id="rId31" Type="http://schemas.openxmlformats.org/officeDocument/2006/relationships/customXml" Target="../ink/ink140.xml"/><Relationship Id="rId44" Type="http://schemas.openxmlformats.org/officeDocument/2006/relationships/image" Target="../media/image149.png"/><Relationship Id="rId52" Type="http://schemas.openxmlformats.org/officeDocument/2006/relationships/image" Target="../media/image153.png"/><Relationship Id="rId60" Type="http://schemas.openxmlformats.org/officeDocument/2006/relationships/image" Target="../media/image157.png"/><Relationship Id="rId65" Type="http://schemas.openxmlformats.org/officeDocument/2006/relationships/customXml" Target="../ink/ink157.xml"/><Relationship Id="rId73" Type="http://schemas.openxmlformats.org/officeDocument/2006/relationships/customXml" Target="../ink/ink161.xml"/><Relationship Id="rId4" Type="http://schemas.openxmlformats.org/officeDocument/2006/relationships/image" Target="../media/image129.png"/><Relationship Id="rId9" Type="http://schemas.openxmlformats.org/officeDocument/2006/relationships/customXml" Target="../ink/ink129.xml"/><Relationship Id="rId14" Type="http://schemas.openxmlformats.org/officeDocument/2006/relationships/image" Target="../media/image134.png"/><Relationship Id="rId22" Type="http://schemas.openxmlformats.org/officeDocument/2006/relationships/image" Target="../media/image138.png"/><Relationship Id="rId27" Type="http://schemas.openxmlformats.org/officeDocument/2006/relationships/customXml" Target="../ink/ink138.xml"/><Relationship Id="rId30" Type="http://schemas.openxmlformats.org/officeDocument/2006/relationships/image" Target="../media/image142.png"/><Relationship Id="rId35" Type="http://schemas.openxmlformats.org/officeDocument/2006/relationships/customXml" Target="../ink/ink142.xml"/><Relationship Id="rId43" Type="http://schemas.openxmlformats.org/officeDocument/2006/relationships/customXml" Target="../ink/ink146.xml"/><Relationship Id="rId48" Type="http://schemas.openxmlformats.org/officeDocument/2006/relationships/image" Target="../media/image151.png"/><Relationship Id="rId56" Type="http://schemas.openxmlformats.org/officeDocument/2006/relationships/image" Target="../media/image155.png"/><Relationship Id="rId64" Type="http://schemas.openxmlformats.org/officeDocument/2006/relationships/image" Target="../media/image159.png"/><Relationship Id="rId69" Type="http://schemas.openxmlformats.org/officeDocument/2006/relationships/customXml" Target="../ink/ink159.xml"/><Relationship Id="rId8" Type="http://schemas.openxmlformats.org/officeDocument/2006/relationships/image" Target="../media/image131.png"/><Relationship Id="rId51" Type="http://schemas.openxmlformats.org/officeDocument/2006/relationships/customXml" Target="../ink/ink150.xml"/><Relationship Id="rId72" Type="http://schemas.openxmlformats.org/officeDocument/2006/relationships/image" Target="../media/image163.png"/><Relationship Id="rId3" Type="http://schemas.openxmlformats.org/officeDocument/2006/relationships/customXml" Target="../ink/ink126.xml"/><Relationship Id="rId12" Type="http://schemas.openxmlformats.org/officeDocument/2006/relationships/image" Target="../media/image133.png"/><Relationship Id="rId17" Type="http://schemas.openxmlformats.org/officeDocument/2006/relationships/customXml" Target="../ink/ink133.xml"/><Relationship Id="rId25" Type="http://schemas.openxmlformats.org/officeDocument/2006/relationships/customXml" Target="../ink/ink137.xml"/><Relationship Id="rId33" Type="http://schemas.openxmlformats.org/officeDocument/2006/relationships/customXml" Target="../ink/ink141.xml"/><Relationship Id="rId38" Type="http://schemas.openxmlformats.org/officeDocument/2006/relationships/image" Target="../media/image146.png"/><Relationship Id="rId46" Type="http://schemas.openxmlformats.org/officeDocument/2006/relationships/image" Target="../media/image150.png"/><Relationship Id="rId59" Type="http://schemas.openxmlformats.org/officeDocument/2006/relationships/customXml" Target="../ink/ink154.xml"/><Relationship Id="rId67" Type="http://schemas.openxmlformats.org/officeDocument/2006/relationships/customXml" Target="../ink/ink158.xml"/><Relationship Id="rId20" Type="http://schemas.openxmlformats.org/officeDocument/2006/relationships/image" Target="../media/image137.png"/><Relationship Id="rId41" Type="http://schemas.openxmlformats.org/officeDocument/2006/relationships/customXml" Target="../ink/ink145.xml"/><Relationship Id="rId54" Type="http://schemas.openxmlformats.org/officeDocument/2006/relationships/image" Target="../media/image154.png"/><Relationship Id="rId62" Type="http://schemas.openxmlformats.org/officeDocument/2006/relationships/image" Target="../media/image158.png"/><Relationship Id="rId70" Type="http://schemas.openxmlformats.org/officeDocument/2006/relationships/image" Target="../media/image162.png"/><Relationship Id="rId1" Type="http://schemas.openxmlformats.org/officeDocument/2006/relationships/slideLayout" Target="../slideLayouts/slideLayout2.xml"/><Relationship Id="rId6" Type="http://schemas.openxmlformats.org/officeDocument/2006/relationships/image" Target="../media/image130.png"/></Relationships>
</file>

<file path=ppt/slides/_rels/slide14.xml.rels><?xml version="1.0" encoding="UTF-8" standalone="yes"?>
<Relationships xmlns="http://schemas.openxmlformats.org/package/2006/relationships"><Relationship Id="rId8" Type="http://schemas.openxmlformats.org/officeDocument/2006/relationships/customXml" Target="../ink/ink165.xml"/><Relationship Id="rId13" Type="http://schemas.openxmlformats.org/officeDocument/2006/relationships/image" Target="../media/image170.png"/><Relationship Id="rId18" Type="http://schemas.openxmlformats.org/officeDocument/2006/relationships/customXml" Target="../ink/ink170.xml"/><Relationship Id="rId26" Type="http://schemas.openxmlformats.org/officeDocument/2006/relationships/customXml" Target="../ink/ink174.xml"/><Relationship Id="rId39" Type="http://schemas.openxmlformats.org/officeDocument/2006/relationships/image" Target="../media/image183.png"/><Relationship Id="rId3" Type="http://schemas.openxmlformats.org/officeDocument/2006/relationships/image" Target="../media/image165.png"/><Relationship Id="rId21" Type="http://schemas.openxmlformats.org/officeDocument/2006/relationships/image" Target="../media/image174.png"/><Relationship Id="rId34" Type="http://schemas.openxmlformats.org/officeDocument/2006/relationships/customXml" Target="../ink/ink178.xml"/><Relationship Id="rId42" Type="http://schemas.openxmlformats.org/officeDocument/2006/relationships/customXml" Target="../ink/ink182.xml"/><Relationship Id="rId7" Type="http://schemas.openxmlformats.org/officeDocument/2006/relationships/image" Target="../media/image167.png"/><Relationship Id="rId12" Type="http://schemas.openxmlformats.org/officeDocument/2006/relationships/customXml" Target="../ink/ink167.xml"/><Relationship Id="rId17" Type="http://schemas.openxmlformats.org/officeDocument/2006/relationships/image" Target="../media/image172.png"/><Relationship Id="rId25" Type="http://schemas.openxmlformats.org/officeDocument/2006/relationships/image" Target="../media/image176.png"/><Relationship Id="rId33" Type="http://schemas.openxmlformats.org/officeDocument/2006/relationships/image" Target="../media/image180.png"/><Relationship Id="rId38" Type="http://schemas.openxmlformats.org/officeDocument/2006/relationships/customXml" Target="../ink/ink180.xml"/><Relationship Id="rId2" Type="http://schemas.openxmlformats.org/officeDocument/2006/relationships/customXml" Target="../ink/ink162.xml"/><Relationship Id="rId16" Type="http://schemas.openxmlformats.org/officeDocument/2006/relationships/customXml" Target="../ink/ink169.xml"/><Relationship Id="rId20" Type="http://schemas.openxmlformats.org/officeDocument/2006/relationships/customXml" Target="../ink/ink171.xml"/><Relationship Id="rId29" Type="http://schemas.openxmlformats.org/officeDocument/2006/relationships/image" Target="../media/image178.png"/><Relationship Id="rId41" Type="http://schemas.openxmlformats.org/officeDocument/2006/relationships/image" Target="../media/image184.png"/><Relationship Id="rId1" Type="http://schemas.openxmlformats.org/officeDocument/2006/relationships/slideLayout" Target="../slideLayouts/slideLayout2.xml"/><Relationship Id="rId6" Type="http://schemas.openxmlformats.org/officeDocument/2006/relationships/customXml" Target="../ink/ink164.xml"/><Relationship Id="rId11" Type="http://schemas.openxmlformats.org/officeDocument/2006/relationships/image" Target="../media/image169.png"/><Relationship Id="rId24" Type="http://schemas.openxmlformats.org/officeDocument/2006/relationships/customXml" Target="../ink/ink173.xml"/><Relationship Id="rId32" Type="http://schemas.openxmlformats.org/officeDocument/2006/relationships/customXml" Target="../ink/ink177.xml"/><Relationship Id="rId37" Type="http://schemas.openxmlformats.org/officeDocument/2006/relationships/image" Target="../media/image182.png"/><Relationship Id="rId40" Type="http://schemas.openxmlformats.org/officeDocument/2006/relationships/customXml" Target="../ink/ink181.xml"/><Relationship Id="rId5" Type="http://schemas.openxmlformats.org/officeDocument/2006/relationships/image" Target="../media/image166.png"/><Relationship Id="rId15" Type="http://schemas.openxmlformats.org/officeDocument/2006/relationships/image" Target="../media/image171.png"/><Relationship Id="rId23" Type="http://schemas.openxmlformats.org/officeDocument/2006/relationships/image" Target="../media/image175.png"/><Relationship Id="rId28" Type="http://schemas.openxmlformats.org/officeDocument/2006/relationships/customXml" Target="../ink/ink175.xml"/><Relationship Id="rId36" Type="http://schemas.openxmlformats.org/officeDocument/2006/relationships/customXml" Target="../ink/ink179.xml"/><Relationship Id="rId10" Type="http://schemas.openxmlformats.org/officeDocument/2006/relationships/customXml" Target="../ink/ink166.xml"/><Relationship Id="rId19" Type="http://schemas.openxmlformats.org/officeDocument/2006/relationships/image" Target="../media/image173.png"/><Relationship Id="rId31" Type="http://schemas.openxmlformats.org/officeDocument/2006/relationships/image" Target="../media/image179.png"/><Relationship Id="rId4" Type="http://schemas.openxmlformats.org/officeDocument/2006/relationships/customXml" Target="../ink/ink163.xml"/><Relationship Id="rId9" Type="http://schemas.openxmlformats.org/officeDocument/2006/relationships/image" Target="../media/image168.png"/><Relationship Id="rId14" Type="http://schemas.openxmlformats.org/officeDocument/2006/relationships/customXml" Target="../ink/ink168.xml"/><Relationship Id="rId22" Type="http://schemas.openxmlformats.org/officeDocument/2006/relationships/customXml" Target="../ink/ink172.xml"/><Relationship Id="rId27" Type="http://schemas.openxmlformats.org/officeDocument/2006/relationships/image" Target="../media/image177.png"/><Relationship Id="rId30" Type="http://schemas.openxmlformats.org/officeDocument/2006/relationships/customXml" Target="../ink/ink176.xml"/><Relationship Id="rId35" Type="http://schemas.openxmlformats.org/officeDocument/2006/relationships/image" Target="../media/image181.png"/><Relationship Id="rId43" Type="http://schemas.openxmlformats.org/officeDocument/2006/relationships/image" Target="../media/image185.png"/></Relationships>
</file>

<file path=ppt/slides/_rels/slide15.xml.rels><?xml version="1.0" encoding="UTF-8" standalone="yes"?>
<Relationships xmlns="http://schemas.openxmlformats.org/package/2006/relationships"><Relationship Id="rId8" Type="http://schemas.openxmlformats.org/officeDocument/2006/relationships/customXml" Target="../ink/ink186.xml"/><Relationship Id="rId3" Type="http://schemas.openxmlformats.org/officeDocument/2006/relationships/image" Target="../media/image186.png"/><Relationship Id="rId7" Type="http://schemas.openxmlformats.org/officeDocument/2006/relationships/image" Target="../media/image188.png"/><Relationship Id="rId2" Type="http://schemas.openxmlformats.org/officeDocument/2006/relationships/customXml" Target="../ink/ink183.xml"/><Relationship Id="rId1" Type="http://schemas.openxmlformats.org/officeDocument/2006/relationships/slideLayout" Target="../slideLayouts/slideLayout2.xml"/><Relationship Id="rId6" Type="http://schemas.openxmlformats.org/officeDocument/2006/relationships/customXml" Target="../ink/ink185.xml"/><Relationship Id="rId5" Type="http://schemas.openxmlformats.org/officeDocument/2006/relationships/image" Target="../media/image187.png"/><Relationship Id="rId4" Type="http://schemas.openxmlformats.org/officeDocument/2006/relationships/customXml" Target="../ink/ink184.xml"/><Relationship Id="rId9" Type="http://schemas.openxmlformats.org/officeDocument/2006/relationships/image" Target="../media/image189.png"/></Relationships>
</file>

<file path=ppt/slides/_rels/slide16.xml.rels><?xml version="1.0" encoding="UTF-8" standalone="yes"?>
<Relationships xmlns="http://schemas.openxmlformats.org/package/2006/relationships"><Relationship Id="rId8" Type="http://schemas.openxmlformats.org/officeDocument/2006/relationships/image" Target="../media/image193.png"/><Relationship Id="rId13" Type="http://schemas.openxmlformats.org/officeDocument/2006/relationships/customXml" Target="../ink/ink192.xml"/><Relationship Id="rId18" Type="http://schemas.openxmlformats.org/officeDocument/2006/relationships/image" Target="../media/image198.png"/><Relationship Id="rId26" Type="http://schemas.openxmlformats.org/officeDocument/2006/relationships/image" Target="../media/image202.png"/><Relationship Id="rId3" Type="http://schemas.openxmlformats.org/officeDocument/2006/relationships/customXml" Target="../ink/ink187.xml"/><Relationship Id="rId21" Type="http://schemas.openxmlformats.org/officeDocument/2006/relationships/customXml" Target="../ink/ink196.xml"/><Relationship Id="rId7" Type="http://schemas.openxmlformats.org/officeDocument/2006/relationships/customXml" Target="../ink/ink189.xml"/><Relationship Id="rId12" Type="http://schemas.openxmlformats.org/officeDocument/2006/relationships/image" Target="../media/image195.png"/><Relationship Id="rId17" Type="http://schemas.openxmlformats.org/officeDocument/2006/relationships/customXml" Target="../ink/ink194.xml"/><Relationship Id="rId25" Type="http://schemas.openxmlformats.org/officeDocument/2006/relationships/customXml" Target="../ink/ink198.xml"/><Relationship Id="rId2" Type="http://schemas.openxmlformats.org/officeDocument/2006/relationships/image" Target="../media/image102.png"/><Relationship Id="rId16" Type="http://schemas.openxmlformats.org/officeDocument/2006/relationships/image" Target="../media/image197.png"/><Relationship Id="rId20" Type="http://schemas.openxmlformats.org/officeDocument/2006/relationships/image" Target="../media/image199.png"/><Relationship Id="rId29" Type="http://schemas.openxmlformats.org/officeDocument/2006/relationships/customXml" Target="../ink/ink200.xml"/><Relationship Id="rId1" Type="http://schemas.openxmlformats.org/officeDocument/2006/relationships/slideLayout" Target="../slideLayouts/slideLayout2.xml"/><Relationship Id="rId6" Type="http://schemas.openxmlformats.org/officeDocument/2006/relationships/image" Target="../media/image192.png"/><Relationship Id="rId11" Type="http://schemas.openxmlformats.org/officeDocument/2006/relationships/customXml" Target="../ink/ink191.xml"/><Relationship Id="rId24" Type="http://schemas.openxmlformats.org/officeDocument/2006/relationships/image" Target="../media/image201.png"/><Relationship Id="rId32" Type="http://schemas.openxmlformats.org/officeDocument/2006/relationships/image" Target="../media/image205.png"/><Relationship Id="rId5" Type="http://schemas.openxmlformats.org/officeDocument/2006/relationships/customXml" Target="../ink/ink188.xml"/><Relationship Id="rId15" Type="http://schemas.openxmlformats.org/officeDocument/2006/relationships/customXml" Target="../ink/ink193.xml"/><Relationship Id="rId23" Type="http://schemas.openxmlformats.org/officeDocument/2006/relationships/customXml" Target="../ink/ink197.xml"/><Relationship Id="rId28" Type="http://schemas.openxmlformats.org/officeDocument/2006/relationships/image" Target="../media/image203.png"/><Relationship Id="rId10" Type="http://schemas.openxmlformats.org/officeDocument/2006/relationships/image" Target="../media/image194.png"/><Relationship Id="rId19" Type="http://schemas.openxmlformats.org/officeDocument/2006/relationships/customXml" Target="../ink/ink195.xml"/><Relationship Id="rId31" Type="http://schemas.openxmlformats.org/officeDocument/2006/relationships/customXml" Target="../ink/ink201.xml"/><Relationship Id="rId4" Type="http://schemas.openxmlformats.org/officeDocument/2006/relationships/image" Target="../media/image191.png"/><Relationship Id="rId9" Type="http://schemas.openxmlformats.org/officeDocument/2006/relationships/customXml" Target="../ink/ink190.xml"/><Relationship Id="rId14" Type="http://schemas.openxmlformats.org/officeDocument/2006/relationships/image" Target="../media/image196.png"/><Relationship Id="rId22" Type="http://schemas.openxmlformats.org/officeDocument/2006/relationships/image" Target="../media/image200.png"/><Relationship Id="rId27" Type="http://schemas.openxmlformats.org/officeDocument/2006/relationships/customXml" Target="../ink/ink199.xml"/><Relationship Id="rId30" Type="http://schemas.openxmlformats.org/officeDocument/2006/relationships/image" Target="../media/image204.png"/></Relationships>
</file>

<file path=ppt/slides/_rels/slide17.xml.rels><?xml version="1.0" encoding="UTF-8" standalone="yes"?>
<Relationships xmlns="http://schemas.openxmlformats.org/package/2006/relationships"><Relationship Id="rId8" Type="http://schemas.openxmlformats.org/officeDocument/2006/relationships/image" Target="../media/image209.png"/><Relationship Id="rId13" Type="http://schemas.openxmlformats.org/officeDocument/2006/relationships/customXml" Target="../ink/ink207.xml"/><Relationship Id="rId18" Type="http://schemas.openxmlformats.org/officeDocument/2006/relationships/image" Target="../media/image214.png"/><Relationship Id="rId26" Type="http://schemas.openxmlformats.org/officeDocument/2006/relationships/image" Target="../media/image218.png"/><Relationship Id="rId3" Type="http://schemas.openxmlformats.org/officeDocument/2006/relationships/customXml" Target="../ink/ink202.xml"/><Relationship Id="rId21" Type="http://schemas.openxmlformats.org/officeDocument/2006/relationships/customXml" Target="../ink/ink211.xml"/><Relationship Id="rId34" Type="http://schemas.openxmlformats.org/officeDocument/2006/relationships/image" Target="../media/image222.png"/><Relationship Id="rId7" Type="http://schemas.openxmlformats.org/officeDocument/2006/relationships/customXml" Target="../ink/ink204.xml"/><Relationship Id="rId12" Type="http://schemas.openxmlformats.org/officeDocument/2006/relationships/image" Target="../media/image211.png"/><Relationship Id="rId17" Type="http://schemas.openxmlformats.org/officeDocument/2006/relationships/customXml" Target="../ink/ink209.xml"/><Relationship Id="rId25" Type="http://schemas.openxmlformats.org/officeDocument/2006/relationships/customXml" Target="../ink/ink213.xml"/><Relationship Id="rId33" Type="http://schemas.openxmlformats.org/officeDocument/2006/relationships/customXml" Target="../ink/ink217.xml"/><Relationship Id="rId2" Type="http://schemas.openxmlformats.org/officeDocument/2006/relationships/image" Target="../media/image103.png"/><Relationship Id="rId16" Type="http://schemas.openxmlformats.org/officeDocument/2006/relationships/image" Target="../media/image213.png"/><Relationship Id="rId20" Type="http://schemas.openxmlformats.org/officeDocument/2006/relationships/image" Target="../media/image215.png"/><Relationship Id="rId29" Type="http://schemas.openxmlformats.org/officeDocument/2006/relationships/customXml" Target="../ink/ink215.xml"/><Relationship Id="rId1" Type="http://schemas.openxmlformats.org/officeDocument/2006/relationships/slideLayout" Target="../slideLayouts/slideLayout2.xml"/><Relationship Id="rId6" Type="http://schemas.openxmlformats.org/officeDocument/2006/relationships/image" Target="../media/image208.png"/><Relationship Id="rId11" Type="http://schemas.openxmlformats.org/officeDocument/2006/relationships/customXml" Target="../ink/ink206.xml"/><Relationship Id="rId24" Type="http://schemas.openxmlformats.org/officeDocument/2006/relationships/image" Target="../media/image217.png"/><Relationship Id="rId32" Type="http://schemas.openxmlformats.org/officeDocument/2006/relationships/image" Target="../media/image221.png"/><Relationship Id="rId5" Type="http://schemas.openxmlformats.org/officeDocument/2006/relationships/customXml" Target="../ink/ink203.xml"/><Relationship Id="rId15" Type="http://schemas.openxmlformats.org/officeDocument/2006/relationships/customXml" Target="../ink/ink208.xml"/><Relationship Id="rId23" Type="http://schemas.openxmlformats.org/officeDocument/2006/relationships/customXml" Target="../ink/ink212.xml"/><Relationship Id="rId28" Type="http://schemas.openxmlformats.org/officeDocument/2006/relationships/image" Target="../media/image219.png"/><Relationship Id="rId36" Type="http://schemas.openxmlformats.org/officeDocument/2006/relationships/image" Target="../media/image223.png"/><Relationship Id="rId10" Type="http://schemas.openxmlformats.org/officeDocument/2006/relationships/image" Target="../media/image210.png"/><Relationship Id="rId19" Type="http://schemas.openxmlformats.org/officeDocument/2006/relationships/customXml" Target="../ink/ink210.xml"/><Relationship Id="rId31" Type="http://schemas.openxmlformats.org/officeDocument/2006/relationships/customXml" Target="../ink/ink216.xml"/><Relationship Id="rId4" Type="http://schemas.openxmlformats.org/officeDocument/2006/relationships/image" Target="../media/image207.png"/><Relationship Id="rId9" Type="http://schemas.openxmlformats.org/officeDocument/2006/relationships/customXml" Target="../ink/ink205.xml"/><Relationship Id="rId14" Type="http://schemas.openxmlformats.org/officeDocument/2006/relationships/image" Target="../media/image212.png"/><Relationship Id="rId22" Type="http://schemas.openxmlformats.org/officeDocument/2006/relationships/image" Target="../media/image216.png"/><Relationship Id="rId27" Type="http://schemas.openxmlformats.org/officeDocument/2006/relationships/customXml" Target="../ink/ink214.xml"/><Relationship Id="rId30" Type="http://schemas.openxmlformats.org/officeDocument/2006/relationships/image" Target="../media/image220.png"/><Relationship Id="rId35" Type="http://schemas.openxmlformats.org/officeDocument/2006/relationships/customXml" Target="../ink/ink2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4.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 Id="rId4" Type="http://schemas.openxmlformats.org/officeDocument/2006/relationships/image" Target="../media/image107.png"/></Relationships>
</file>

<file path=ppt/slides/_rels/slide22.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p:cNvSpPr>
            <a:spLocks noGrp="1"/>
          </p:cNvSpPr>
          <p:nvPr>
            <p:ph type="ctrTitle"/>
          </p:nvPr>
        </p:nvSpPr>
        <p:spPr>
          <a:xfrm>
            <a:off x="1535837" y="2147652"/>
            <a:ext cx="4776186" cy="1954514"/>
          </a:xfrm>
        </p:spPr>
        <p:txBody>
          <a:bodyPr rtlCol="0" anchor="ctr"/>
          <a:lstStyle/>
          <a:p>
            <a:pPr rtl="0"/>
            <a:r>
              <a:rPr lang="zh-CN" altLang="en-US" dirty="0"/>
              <a:t>状态压缩动态规划</a:t>
            </a:r>
            <a:endParaRPr lang="en-US" dirty="0">
              <a:latin typeface="微软雅黑" panose="020B0503020204020204" pitchFamily="34" charset="-122"/>
              <a:ea typeface="微软雅黑" panose="020B0503020204020204" pitchFamily="34" charset="-122"/>
            </a:endParaRPr>
          </a:p>
        </p:txBody>
      </p:sp>
      <p:sp>
        <p:nvSpPr>
          <p:cNvPr id="7" name="副标题 6"/>
          <p:cNvSpPr>
            <a:spLocks noGrp="1"/>
          </p:cNvSpPr>
          <p:nvPr>
            <p:ph type="subTitle" idx="1"/>
          </p:nvPr>
        </p:nvSpPr>
        <p:spPr>
          <a:xfrm>
            <a:off x="577973" y="3791447"/>
            <a:ext cx="5734050" cy="955565"/>
          </a:xfrm>
        </p:spPr>
        <p:txBody>
          <a:bodyPr rtlCol="0">
            <a:normAutofit/>
          </a:bodyPr>
          <a:lstStyle/>
          <a:p>
            <a:pPr algn="ctr" rtl="0">
              <a:lnSpc>
                <a:spcPct val="150000"/>
              </a:lnSpc>
            </a:pPr>
            <a:r>
              <a:rPr lang="zh-CN" altLang="en-US" sz="2400" dirty="0"/>
              <a:t>代伟</a:t>
            </a:r>
            <a:endParaRPr lang="en-US" altLang="zh-CN" sz="2400" dirty="0">
              <a:latin typeface="微软雅黑" panose="020B0503020204020204" pitchFamily="34" charset="-122"/>
              <a:ea typeface="微软雅黑" panose="020B0503020204020204" pitchFamily="34" charset="-122"/>
            </a:endParaRPr>
          </a:p>
        </p:txBody>
      </p:sp>
      <p:pic>
        <p:nvPicPr>
          <p:cNvPr id="4" name="图片占位符 3" descr="桌上一本打开的书，书架在背景中模糊显示"/>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l="8890" r="8890"/>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标题 12"/>
          <p:cNvSpPr>
            <a:spLocks noGrp="1"/>
          </p:cNvSpPr>
          <p:nvPr>
            <p:ph type="title"/>
          </p:nvPr>
        </p:nvSpPr>
        <p:spPr/>
        <p:txBody>
          <a:bodyPr rtlCol="0"/>
          <a:lstStyle/>
          <a:p>
            <a:pPr rtl="0"/>
            <a:r>
              <a:rPr lang="zh-CN" altLang="en-US" dirty="0">
                <a:latin typeface="微软雅黑" panose="020B0503020204020204" pitchFamily="34" charset="-122"/>
                <a:ea typeface="微软雅黑" panose="020B0503020204020204" pitchFamily="34" charset="-122"/>
              </a:rPr>
              <a:t>学习目标</a:t>
            </a:r>
            <a:endParaRPr lang="en-US" dirty="0">
              <a:latin typeface="微软雅黑" panose="020B0503020204020204" pitchFamily="34" charset="-122"/>
              <a:ea typeface="微软雅黑" panose="020B0503020204020204" pitchFamily="34" charset="-122"/>
            </a:endParaRPr>
          </a:p>
        </p:txBody>
      </p:sp>
      <p:sp>
        <p:nvSpPr>
          <p:cNvPr id="6" name="矩形 5"/>
          <p:cNvSpPr/>
          <p:nvPr/>
        </p:nvSpPr>
        <p:spPr>
          <a:xfrm>
            <a:off x="423124" y="1582702"/>
            <a:ext cx="9999260" cy="1023614"/>
          </a:xfrm>
          <a:prstGeom prst="rect">
            <a:avLst/>
          </a:prstGeom>
        </p:spPr>
        <p:txBody>
          <a:bodyPr wrap="square">
            <a:spAutoFit/>
          </a:bodyPr>
          <a:lstStyle/>
          <a:p>
            <a:pPr indent="574675">
              <a:lnSpc>
                <a:spcPts val="3200"/>
              </a:lnSpc>
              <a:spcAft>
                <a:spcPts val="1200"/>
              </a:spcAft>
              <a:buClr>
                <a:schemeClr val="accent2"/>
              </a:buClr>
              <a:buSzPct val="80000"/>
            </a:pPr>
            <a:r>
              <a:rPr lang="en-US" altLang="zh-CN" sz="2000" dirty="0"/>
              <a:t>1. </a:t>
            </a:r>
            <a:r>
              <a:rPr lang="zh-CN" altLang="en-US" sz="2000" dirty="0"/>
              <a:t>理解基本的位操作运算。</a:t>
            </a:r>
          </a:p>
          <a:p>
            <a:pPr indent="574675">
              <a:lnSpc>
                <a:spcPts val="3200"/>
              </a:lnSpc>
              <a:spcAft>
                <a:spcPts val="1200"/>
              </a:spcAft>
              <a:buClr>
                <a:schemeClr val="accent2"/>
              </a:buClr>
              <a:buSzPct val="80000"/>
            </a:pPr>
            <a:r>
              <a:rPr lang="en-US" altLang="zh-CN" sz="2000" dirty="0"/>
              <a:t>2. </a:t>
            </a:r>
            <a:r>
              <a:rPr lang="zh-CN" altLang="en-US" sz="2000" dirty="0"/>
              <a:t>学会运用状态压缩的动态规划的思想求解实际问题。</a:t>
            </a: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1025000" y="1344042"/>
            <a:ext cx="10060582" cy="4994765"/>
          </a:xfrm>
          <a:prstGeom prst="rect">
            <a:avLst/>
          </a:prstGeom>
        </p:spPr>
        <p:txBody>
          <a:bodyPr wrap="square">
            <a:spAutoFit/>
          </a:bodyPr>
          <a:lstStyle/>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定义：把</a:t>
            </a:r>
            <a:r>
              <a:rPr lang="zh-CN" altLang="en-US" b="1" dirty="0">
                <a:solidFill>
                  <a:schemeClr val="accent2"/>
                </a:solidFill>
                <a:latin typeface="微软雅黑" panose="020B0503020204020204" pitchFamily="34" charset="-122"/>
                <a:ea typeface="微软雅黑" panose="020B0503020204020204" pitchFamily="34" charset="-122"/>
              </a:rPr>
              <a:t>集合转化为整数（二进制数）</a:t>
            </a:r>
            <a:r>
              <a:rPr lang="zh-CN" altLang="en-US" dirty="0">
                <a:latin typeface="微软雅黑" panose="020B0503020204020204" pitchFamily="34" charset="-122"/>
                <a:ea typeface="微软雅黑" panose="020B0503020204020204" pitchFamily="34" charset="-122"/>
              </a:rPr>
              <a:t>记录在</a:t>
            </a:r>
            <a:r>
              <a:rPr lang="en-US" altLang="zh-CN" dirty="0">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状态中的一类算法</a:t>
            </a:r>
          </a:p>
          <a:p>
            <a:pPr>
              <a:lnSpc>
                <a:spcPct val="200000"/>
              </a:lnSpc>
            </a:pPr>
            <a:r>
              <a:rPr lang="zh-CN" altLang="en-US" dirty="0">
                <a:latin typeface="微软雅黑" panose="020B0503020204020204" pitchFamily="34" charset="-122"/>
                <a:ea typeface="微软雅黑" panose="020B0503020204020204" pitchFamily="34" charset="-122"/>
              </a:rPr>
              <a:t>适用的题目符合以下的条件： </a:t>
            </a:r>
          </a:p>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解法需要保存一定的状态数据（表示一种状态的一个数据值），每个状态数据通常情况下是可以通过</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进制来表示的。这就要求状态数据的</a:t>
            </a:r>
            <a:r>
              <a:rPr lang="zh-CN" altLang="en-US" b="1" dirty="0">
                <a:solidFill>
                  <a:schemeClr val="accent2"/>
                </a:solidFill>
                <a:latin typeface="微软雅黑" panose="020B0503020204020204" pitchFamily="34" charset="-122"/>
                <a:ea typeface="微软雅黑" panose="020B0503020204020204" pitchFamily="34" charset="-122"/>
              </a:rPr>
              <a:t>每个单元只有两种状态</a:t>
            </a:r>
            <a:r>
              <a:rPr lang="zh-CN" altLang="en-US" dirty="0">
                <a:latin typeface="微软雅黑" panose="020B0503020204020204" pitchFamily="34" charset="-122"/>
                <a:ea typeface="微软雅黑" panose="020B0503020204020204" pitchFamily="34" charset="-122"/>
              </a:rPr>
              <a:t>，比如说棋盘上的格子，放棋子或者不放，或者是硬币的正反两面。这样用</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或者</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来表示状态数据的每个单元，而整个状态数据就是一个一串</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组成的二进制数。 </a:t>
            </a:r>
          </a:p>
          <a:p>
            <a:pPr marL="285750" indent="-285750">
              <a:lnSpc>
                <a:spcPct val="200000"/>
              </a:lnSpc>
              <a:buFont typeface="Wingdings" panose="05000000000000000000" pitchFamily="2" charset="2"/>
              <a:buChar char="n"/>
            </a:pPr>
            <a:r>
              <a:rPr lang="zh-CN" altLang="en-US" dirty="0">
                <a:latin typeface="微软雅黑" panose="020B0503020204020204" pitchFamily="34" charset="-122"/>
                <a:ea typeface="微软雅黑" panose="020B0503020204020204" pitchFamily="34" charset="-122"/>
              </a:rPr>
              <a:t>解法需要将状态数据实现为一个基本数据类型，比如</a:t>
            </a:r>
            <a:r>
              <a:rPr lang="en-US" altLang="zh-CN" dirty="0">
                <a:latin typeface="微软雅黑" panose="020B0503020204020204" pitchFamily="34" charset="-122"/>
                <a:ea typeface="微软雅黑" panose="020B0503020204020204" pitchFamily="34" charset="-122"/>
              </a:rPr>
              <a:t>int</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long</a:t>
            </a:r>
            <a:r>
              <a:rPr lang="zh-CN" altLang="en-US" dirty="0">
                <a:latin typeface="微软雅黑" panose="020B0503020204020204" pitchFamily="34" charset="-122"/>
                <a:ea typeface="微软雅黑" panose="020B0503020204020204" pitchFamily="34" charset="-122"/>
              </a:rPr>
              <a:t>等等，即所谓的</a:t>
            </a:r>
            <a:r>
              <a:rPr lang="zh-CN" altLang="en-US" b="1" dirty="0">
                <a:solidFill>
                  <a:schemeClr val="accent2"/>
                </a:solidFill>
                <a:latin typeface="微软雅黑" panose="020B0503020204020204" pitchFamily="34" charset="-122"/>
                <a:ea typeface="微软雅黑" panose="020B0503020204020204" pitchFamily="34" charset="-122"/>
              </a:rPr>
              <a:t>状态压缩</a:t>
            </a:r>
            <a:r>
              <a:rPr lang="zh-CN" altLang="en-US" dirty="0">
                <a:latin typeface="微软雅黑" panose="020B0503020204020204" pitchFamily="34" charset="-122"/>
                <a:ea typeface="微软雅黑" panose="020B0503020204020204" pitchFamily="34" charset="-122"/>
              </a:rPr>
              <a:t>。状态压缩的目的一方面是缩小了数据存储的空间，另一方面是在状态对比和状态整体处理时能够提高效率。</a:t>
            </a:r>
          </a:p>
        </p:txBody>
      </p:sp>
      <mc:AlternateContent xmlns:mc="http://schemas.openxmlformats.org/markup-compatibility/2006" xmlns:p14="http://schemas.microsoft.com/office/powerpoint/2010/main">
        <mc:Choice Requires="p14">
          <p:contentPart p14:bwMode="auto" r:id="rId2">
            <p14:nvContentPartPr>
              <p14:cNvPr id="21505" name="Ink 1"/>
              <p14:cNvContentPartPr>
                <a14:cpLocks xmlns:a14="http://schemas.microsoft.com/office/drawing/2010/main" noRot="1" noChangeAspect="1" noEditPoints="1" noChangeArrowheads="1" noChangeShapeType="1"/>
              </p14:cNvContentPartPr>
              <p14:nvPr/>
            </p14:nvContentPartPr>
            <p14:xfrm>
              <a:off x="514350" y="0"/>
              <a:ext cx="3556000" cy="4445000"/>
            </p14:xfrm>
          </p:contentPart>
        </mc:Choice>
        <mc:Fallback xmlns="">
          <p:pic>
            <p:nvPicPr>
              <p:cNvPr id="21505" name="Ink 1"/>
              <p:cNvPicPr>
                <a:picLocks noRot="1" noChangeAspect="1" noEditPoints="1" noChangeArrowheads="1" noChangeShapeType="1"/>
              </p:cNvPicPr>
              <p:nvPr/>
            </p:nvPicPr>
            <p:blipFill>
              <a:blip r:embed="rId3"/>
              <a:stretch>
                <a:fillRect/>
              </a:stretch>
            </p:blipFill>
            <p:spPr>
              <a:xfrm>
                <a:off x="504990" y="-9359"/>
                <a:ext cx="3574720" cy="4463719"/>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1506" name="Ink 2"/>
              <p14:cNvContentPartPr>
                <a14:cpLocks xmlns:a14="http://schemas.microsoft.com/office/drawing/2010/main" noRot="1" noChangeAspect="1" noEditPoints="1" noChangeArrowheads="1" noChangeShapeType="1"/>
              </p14:cNvContentPartPr>
              <p14:nvPr/>
            </p14:nvContentPartPr>
            <p14:xfrm>
              <a:off x="7080250" y="190500"/>
              <a:ext cx="1574800" cy="463550"/>
            </p14:xfrm>
          </p:contentPart>
        </mc:Choice>
        <mc:Fallback xmlns="">
          <p:pic>
            <p:nvPicPr>
              <p:cNvPr id="21506" name="Ink 2"/>
              <p:cNvPicPr>
                <a:picLocks noRot="1" noChangeAspect="1" noEditPoints="1" noChangeArrowheads="1" noChangeShapeType="1"/>
              </p:cNvPicPr>
              <p:nvPr/>
            </p:nvPicPr>
            <p:blipFill>
              <a:blip r:embed="rId5"/>
              <a:stretch>
                <a:fillRect/>
              </a:stretch>
            </p:blipFill>
            <p:spPr>
              <a:xfrm>
                <a:off x="7070893" y="181150"/>
                <a:ext cx="1593513" cy="482250"/>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1507" name="Ink 3"/>
              <p14:cNvContentPartPr>
                <a14:cpLocks xmlns:a14="http://schemas.microsoft.com/office/drawing/2010/main" noRot="1" noChangeAspect="1" noEditPoints="1" noChangeArrowheads="1" noChangeShapeType="1"/>
              </p14:cNvContentPartPr>
              <p14:nvPr/>
            </p14:nvContentPartPr>
            <p14:xfrm>
              <a:off x="9258300" y="355600"/>
              <a:ext cx="146050" cy="1588"/>
            </p14:xfrm>
          </p:contentPart>
        </mc:Choice>
        <mc:Fallback xmlns="">
          <p:pic>
            <p:nvPicPr>
              <p:cNvPr id="21507" name="Ink 3"/>
              <p:cNvPicPr>
                <a:picLocks noRot="1" noChangeAspect="1" noEditPoints="1" noChangeArrowheads="1" noChangeShapeType="1"/>
              </p:cNvPicPr>
              <p:nvPr/>
            </p:nvPicPr>
            <p:blipFill>
              <a:blip r:embed="rId7"/>
              <a:stretch>
                <a:fillRect/>
              </a:stretch>
            </p:blipFill>
            <p:spPr>
              <a:xfrm>
                <a:off x="9248947" y="314312"/>
                <a:ext cx="164756"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1508" name="Ink 4"/>
              <p14:cNvContentPartPr>
                <a14:cpLocks xmlns:a14="http://schemas.microsoft.com/office/drawing/2010/main" noRot="1" noChangeAspect="1" noEditPoints="1" noChangeArrowheads="1" noChangeShapeType="1"/>
              </p14:cNvContentPartPr>
              <p14:nvPr/>
            </p14:nvContentPartPr>
            <p14:xfrm>
              <a:off x="10941050" y="209550"/>
              <a:ext cx="412750" cy="336550"/>
            </p14:xfrm>
          </p:contentPart>
        </mc:Choice>
        <mc:Fallback xmlns="">
          <p:pic>
            <p:nvPicPr>
              <p:cNvPr id="21508" name="Ink 4"/>
              <p:cNvPicPr>
                <a:picLocks noRot="1" noChangeAspect="1" noEditPoints="1" noChangeArrowheads="1" noChangeShapeType="1"/>
              </p:cNvPicPr>
              <p:nvPr/>
            </p:nvPicPr>
            <p:blipFill>
              <a:blip r:embed="rId9"/>
              <a:stretch>
                <a:fillRect/>
              </a:stretch>
            </p:blipFill>
            <p:spPr>
              <a:xfrm>
                <a:off x="10931726" y="200018"/>
                <a:ext cx="431397" cy="355614"/>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1509" name="Ink 5"/>
              <p14:cNvContentPartPr>
                <a14:cpLocks xmlns:a14="http://schemas.microsoft.com/office/drawing/2010/main" noRot="1" noChangeAspect="1" noEditPoints="1" noChangeArrowheads="1" noChangeShapeType="1"/>
              </p14:cNvContentPartPr>
              <p14:nvPr/>
            </p14:nvContentPartPr>
            <p14:xfrm>
              <a:off x="9709150" y="393700"/>
              <a:ext cx="1022350" cy="19050"/>
            </p14:xfrm>
          </p:contentPart>
        </mc:Choice>
        <mc:Fallback xmlns="">
          <p:pic>
            <p:nvPicPr>
              <p:cNvPr id="21509" name="Ink 5"/>
              <p:cNvPicPr>
                <a:picLocks noRot="1" noChangeAspect="1" noEditPoints="1" noChangeArrowheads="1" noChangeShapeType="1"/>
              </p:cNvPicPr>
              <p:nvPr/>
            </p:nvPicPr>
            <p:blipFill>
              <a:blip r:embed="rId11"/>
              <a:stretch>
                <a:fillRect/>
              </a:stretch>
            </p:blipFill>
            <p:spPr>
              <a:xfrm>
                <a:off x="9699794" y="384528"/>
                <a:ext cx="1041062" cy="3739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1510" name="Ink 6"/>
              <p14:cNvContentPartPr>
                <a14:cpLocks xmlns:a14="http://schemas.microsoft.com/office/drawing/2010/main" noRot="1" noChangeAspect="1" noEditPoints="1" noChangeArrowheads="1" noChangeShapeType="1"/>
              </p14:cNvContentPartPr>
              <p14:nvPr/>
            </p14:nvContentPartPr>
            <p14:xfrm>
              <a:off x="6489700" y="146050"/>
              <a:ext cx="5207000" cy="1543050"/>
            </p14:xfrm>
          </p:contentPart>
        </mc:Choice>
        <mc:Fallback xmlns="">
          <p:pic>
            <p:nvPicPr>
              <p:cNvPr id="21510" name="Ink 6"/>
              <p:cNvPicPr>
                <a:picLocks noRot="1" noChangeAspect="1" noEditPoints="1" noChangeArrowheads="1" noChangeShapeType="1"/>
              </p:cNvPicPr>
              <p:nvPr/>
            </p:nvPicPr>
            <p:blipFill>
              <a:blip r:embed="rId13"/>
              <a:stretch>
                <a:fillRect/>
              </a:stretch>
            </p:blipFill>
            <p:spPr>
              <a:xfrm>
                <a:off x="6480340" y="136692"/>
                <a:ext cx="5225720" cy="1561767"/>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1511" name="Ink 7"/>
              <p14:cNvContentPartPr>
                <a14:cpLocks xmlns:a14="http://schemas.microsoft.com/office/drawing/2010/main" noRot="1" noChangeAspect="1" noEditPoints="1" noChangeArrowheads="1" noChangeShapeType="1"/>
              </p14:cNvContentPartPr>
              <p14:nvPr/>
            </p14:nvContentPartPr>
            <p14:xfrm>
              <a:off x="7531100" y="1720850"/>
              <a:ext cx="3759200" cy="908050"/>
            </p14:xfrm>
          </p:contentPart>
        </mc:Choice>
        <mc:Fallback xmlns="">
          <p:pic>
            <p:nvPicPr>
              <p:cNvPr id="21511" name="Ink 7"/>
              <p:cNvPicPr>
                <a:picLocks noRot="1" noChangeAspect="1" noEditPoints="1" noChangeArrowheads="1" noChangeShapeType="1"/>
              </p:cNvPicPr>
              <p:nvPr/>
            </p:nvPicPr>
            <p:blipFill>
              <a:blip r:embed="rId15"/>
              <a:stretch>
                <a:fillRect/>
              </a:stretch>
            </p:blipFill>
            <p:spPr>
              <a:xfrm>
                <a:off x="7521741" y="1711496"/>
                <a:ext cx="3777919" cy="926758"/>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1512" name="Ink 8"/>
              <p14:cNvContentPartPr>
                <a14:cpLocks xmlns:a14="http://schemas.microsoft.com/office/drawing/2010/main" noRot="1" noChangeAspect="1" noEditPoints="1" noChangeArrowheads="1" noChangeShapeType="1"/>
              </p14:cNvContentPartPr>
              <p14:nvPr/>
            </p14:nvContentPartPr>
            <p14:xfrm>
              <a:off x="9061450" y="3505200"/>
              <a:ext cx="742950" cy="330200"/>
            </p14:xfrm>
          </p:contentPart>
        </mc:Choice>
        <mc:Fallback xmlns="">
          <p:pic>
            <p:nvPicPr>
              <p:cNvPr id="21512" name="Ink 8"/>
              <p:cNvPicPr>
                <a:picLocks noRot="1" noChangeAspect="1" noEditPoints="1" noChangeArrowheads="1" noChangeShapeType="1"/>
              </p:cNvPicPr>
              <p:nvPr/>
            </p:nvPicPr>
            <p:blipFill>
              <a:blip r:embed="rId17"/>
              <a:stretch>
                <a:fillRect/>
              </a:stretch>
            </p:blipFill>
            <p:spPr>
              <a:xfrm>
                <a:off x="9052068" y="3495959"/>
                <a:ext cx="761713" cy="348683"/>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1513" name="Ink 9"/>
              <p14:cNvContentPartPr>
                <a14:cpLocks xmlns:a14="http://schemas.microsoft.com/office/drawing/2010/main" noRot="1" noChangeAspect="1" noEditPoints="1" noChangeArrowheads="1" noChangeShapeType="1"/>
              </p14:cNvContentPartPr>
              <p14:nvPr/>
            </p14:nvContentPartPr>
            <p14:xfrm>
              <a:off x="10064750" y="3473450"/>
              <a:ext cx="304800" cy="304800"/>
            </p14:xfrm>
          </p:contentPart>
        </mc:Choice>
        <mc:Fallback xmlns="">
          <p:pic>
            <p:nvPicPr>
              <p:cNvPr id="21513" name="Ink 9"/>
              <p:cNvPicPr>
                <a:picLocks noRot="1" noChangeAspect="1" noEditPoints="1" noChangeArrowheads="1" noChangeShapeType="1"/>
              </p:cNvPicPr>
              <p:nvPr/>
            </p:nvPicPr>
            <p:blipFill>
              <a:blip r:embed="rId19"/>
              <a:stretch>
                <a:fillRect/>
              </a:stretch>
            </p:blipFill>
            <p:spPr>
              <a:xfrm>
                <a:off x="10055394" y="3464149"/>
                <a:ext cx="323513" cy="323403"/>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1514" name="Ink 10"/>
              <p14:cNvContentPartPr>
                <a14:cpLocks xmlns:a14="http://schemas.microsoft.com/office/drawing/2010/main" noRot="1" noChangeAspect="1" noEditPoints="1" noChangeArrowheads="1" noChangeShapeType="1"/>
              </p14:cNvContentPartPr>
              <p14:nvPr/>
            </p14:nvContentPartPr>
            <p14:xfrm>
              <a:off x="10566400" y="3130550"/>
              <a:ext cx="501650" cy="800100"/>
            </p14:xfrm>
          </p:contentPart>
        </mc:Choice>
        <mc:Fallback xmlns="">
          <p:pic>
            <p:nvPicPr>
              <p:cNvPr id="21514" name="Ink 10"/>
              <p:cNvPicPr>
                <a:picLocks noRot="1" noChangeAspect="1" noEditPoints="1" noChangeArrowheads="1" noChangeShapeType="1"/>
              </p:cNvPicPr>
              <p:nvPr/>
            </p:nvPicPr>
            <p:blipFill>
              <a:blip r:embed="rId21"/>
              <a:stretch>
                <a:fillRect/>
              </a:stretch>
            </p:blipFill>
            <p:spPr>
              <a:xfrm>
                <a:off x="10557084" y="3121196"/>
                <a:ext cx="520283" cy="818807"/>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1515" name="Ink 11"/>
              <p14:cNvContentPartPr>
                <a14:cpLocks xmlns:a14="http://schemas.microsoft.com/office/drawing/2010/main" noRot="1" noChangeAspect="1" noEditPoints="1" noChangeArrowheads="1" noChangeShapeType="1"/>
              </p14:cNvContentPartPr>
              <p14:nvPr/>
            </p14:nvContentPartPr>
            <p14:xfrm>
              <a:off x="9829800" y="406400"/>
              <a:ext cx="171450" cy="1588"/>
            </p14:xfrm>
          </p:contentPart>
        </mc:Choice>
        <mc:Fallback xmlns="">
          <p:pic>
            <p:nvPicPr>
              <p:cNvPr id="21515" name="Ink 11"/>
              <p:cNvPicPr>
                <a:picLocks noRot="1" noChangeAspect="1" noEditPoints="1" noChangeArrowheads="1" noChangeShapeType="1"/>
              </p:cNvPicPr>
              <p:nvPr/>
            </p:nvPicPr>
            <p:blipFill>
              <a:blip r:embed="rId23"/>
              <a:stretch>
                <a:fillRect/>
              </a:stretch>
            </p:blipFill>
            <p:spPr>
              <a:xfrm>
                <a:off x="9820455" y="365112"/>
                <a:ext cx="190141"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1516" name="Ink 12"/>
              <p14:cNvContentPartPr>
                <a14:cpLocks xmlns:a14="http://schemas.microsoft.com/office/drawing/2010/main" noRot="1" noChangeAspect="1" noEditPoints="1" noChangeArrowheads="1" noChangeShapeType="1"/>
              </p14:cNvContentPartPr>
              <p14:nvPr/>
            </p14:nvContentPartPr>
            <p14:xfrm>
              <a:off x="10261600" y="342900"/>
              <a:ext cx="215900" cy="139700"/>
            </p14:xfrm>
          </p:contentPart>
        </mc:Choice>
        <mc:Fallback xmlns="">
          <p:pic>
            <p:nvPicPr>
              <p:cNvPr id="21516" name="Ink 12"/>
              <p:cNvPicPr>
                <a:picLocks noRot="1" noChangeAspect="1" noEditPoints="1" noChangeArrowheads="1" noChangeShapeType="1"/>
              </p:cNvPicPr>
              <p:nvPr/>
            </p:nvPicPr>
            <p:blipFill>
              <a:blip r:embed="rId25"/>
              <a:stretch>
                <a:fillRect/>
              </a:stretch>
            </p:blipFill>
            <p:spPr>
              <a:xfrm>
                <a:off x="10252260" y="333291"/>
                <a:ext cx="234580" cy="158918"/>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1517" name="Ink 13"/>
              <p14:cNvContentPartPr>
                <a14:cpLocks xmlns:a14="http://schemas.microsoft.com/office/drawing/2010/main" noRot="1" noChangeAspect="1" noEditPoints="1" noChangeArrowheads="1" noChangeShapeType="1"/>
              </p14:cNvContentPartPr>
              <p14:nvPr/>
            </p14:nvContentPartPr>
            <p14:xfrm>
              <a:off x="9118600" y="4057650"/>
              <a:ext cx="1581150" cy="920750"/>
            </p14:xfrm>
          </p:contentPart>
        </mc:Choice>
        <mc:Fallback xmlns="">
          <p:pic>
            <p:nvPicPr>
              <p:cNvPr id="21517" name="Ink 13"/>
              <p:cNvPicPr>
                <a:picLocks noRot="1" noChangeAspect="1" noEditPoints="1" noChangeArrowheads="1" noChangeShapeType="1"/>
              </p:cNvPicPr>
              <p:nvPr/>
            </p:nvPicPr>
            <p:blipFill>
              <a:blip r:embed="rId27"/>
              <a:stretch>
                <a:fillRect/>
              </a:stretch>
            </p:blipFill>
            <p:spPr>
              <a:xfrm>
                <a:off x="9109244" y="4048414"/>
                <a:ext cx="1599862" cy="939222"/>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1518" name="Ink 14"/>
              <p14:cNvContentPartPr>
                <a14:cpLocks xmlns:a14="http://schemas.microsoft.com/office/drawing/2010/main" noRot="1" noChangeAspect="1" noEditPoints="1" noChangeArrowheads="1" noChangeShapeType="1"/>
              </p14:cNvContentPartPr>
              <p14:nvPr/>
            </p14:nvContentPartPr>
            <p14:xfrm>
              <a:off x="9810750" y="3168650"/>
              <a:ext cx="2044700" cy="2362200"/>
            </p14:xfrm>
          </p:contentPart>
        </mc:Choice>
        <mc:Fallback xmlns="">
          <p:pic>
            <p:nvPicPr>
              <p:cNvPr id="21518" name="Ink 14"/>
              <p:cNvPicPr>
                <a:picLocks noRot="1" noChangeAspect="1" noEditPoints="1" noChangeArrowheads="1" noChangeShapeType="1"/>
              </p:cNvPicPr>
              <p:nvPr/>
            </p:nvPicPr>
            <p:blipFill>
              <a:blip r:embed="rId29"/>
              <a:stretch>
                <a:fillRect/>
              </a:stretch>
            </p:blipFill>
            <p:spPr>
              <a:xfrm>
                <a:off x="9801409" y="3159296"/>
                <a:ext cx="2063383" cy="2380908"/>
              </a:xfrm>
              <a:prstGeom prst="rect">
                <a:avLst/>
              </a:prstGeom>
            </p:spPr>
          </p:pic>
        </mc:Fallback>
      </mc:AlternateContent>
    </p:spTree>
    <p:extLst>
      <p:ext uri="{BB962C8B-B14F-4D97-AF65-F5344CB8AC3E}">
        <p14:creationId xmlns:p14="http://schemas.microsoft.com/office/powerpoint/2010/main" val="1769961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3" name="矩形 2">
            <a:extLst>
              <a:ext uri="{FF2B5EF4-FFF2-40B4-BE49-F238E27FC236}">
                <a16:creationId xmlns:a16="http://schemas.microsoft.com/office/drawing/2014/main" id="{56795C70-519C-480C-AA46-E51F52E64578}"/>
              </a:ext>
            </a:extLst>
          </p:cNvPr>
          <p:cNvSpPr/>
          <p:nvPr/>
        </p:nvSpPr>
        <p:spPr>
          <a:xfrm>
            <a:off x="1104899" y="1796486"/>
            <a:ext cx="9980682" cy="4994765"/>
          </a:xfrm>
          <a:prstGeom prst="rect">
            <a:avLst/>
          </a:prstGeom>
        </p:spPr>
        <p:txBody>
          <a:bodyPr wrap="square">
            <a:spAutoFit/>
          </a:bodyPr>
          <a:lstStyle/>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1.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&amp;</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x&amp;y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，会将两个十进制数在二进制下进行与运算，然后返回其十进制下的值。例如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3(11)&amp;2(10)=2(10)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2.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，会将两个十进制数在二进制下进行或运算，然后返回其十进制下的值。例如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3(11)|2(10)=3(11)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a:t>
            </a:r>
            <a:r>
              <a:rPr lang="en-US" altLang="zh-CN" dirty="0" err="1">
                <a:latin typeface="微软雅黑" panose="020B0503020204020204" pitchFamily="34" charset="-122"/>
                <a:ea typeface="微软雅黑" panose="020B0503020204020204" pitchFamily="34" charset="-122"/>
                <a:cs typeface="Times New Roman" panose="02020603050405020304" pitchFamily="18" charset="0"/>
              </a:rPr>
              <a:t>x^y</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，会将两个十进制数在二进制下进行异或运算，然后返回其十进制下的值。例如</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3(11)^2(10)=1(01)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a:t>
            </a:r>
          </a:p>
          <a:p>
            <a:pPr>
              <a:lnSpc>
                <a:spcPct val="200000"/>
              </a:lnSpc>
            </a:pP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 </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&lt;&lt;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符号，左移操作，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x&lt;&lt;2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，将</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在二进制下的每一位向左移动两位，最右边用</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0</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填充，</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x&lt;&lt;2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相当于让</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乘以</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4</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。相应的，</a:t>
            </a:r>
            <a:r>
              <a:rPr lang="en-US" altLang="zh-CN" b="1" dirty="0">
                <a:solidFill>
                  <a:schemeClr val="accent2"/>
                </a:solidFill>
                <a:latin typeface="微软雅黑" panose="020B0503020204020204" pitchFamily="34" charset="-122"/>
                <a:ea typeface="微软雅黑" panose="020B0503020204020204" pitchFamily="34" charset="-122"/>
                <a:cs typeface="Times New Roman" panose="02020603050405020304" pitchFamily="18" charset="0"/>
              </a:rPr>
              <a:t>&gt;&gt;</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是右移操作，</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x&gt;&gt;1</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相当于给</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x/2</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，去掉</a:t>
            </a:r>
            <a:r>
              <a:rPr lang="en-US" altLang="zh-CN" dirty="0">
                <a:latin typeface="微软雅黑" panose="020B0503020204020204" pitchFamily="34" charset="-122"/>
                <a:ea typeface="微软雅黑" panose="020B0503020204020204" pitchFamily="34" charset="-122"/>
                <a:cs typeface="Times New Roman" panose="02020603050405020304" pitchFamily="18" charset="0"/>
              </a:rPr>
              <a:t>x</a:t>
            </a:r>
            <a:r>
              <a:rPr lang="zh-CN" altLang="en-US" dirty="0">
                <a:latin typeface="微软雅黑" panose="020B0503020204020204" pitchFamily="34" charset="-122"/>
                <a:ea typeface="微软雅黑" panose="020B0503020204020204" pitchFamily="34" charset="-122"/>
                <a:cs typeface="Times New Roman" panose="02020603050405020304" pitchFamily="18" charset="0"/>
              </a:rPr>
              <a:t>二进制下的最后一位。</a:t>
            </a:r>
          </a:p>
          <a:p>
            <a:pPr marL="285750" indent="-285750">
              <a:lnSpc>
                <a:spcPct val="200000"/>
              </a:lnSpc>
              <a:buFont typeface="Arial" panose="020B0604020202020204" pitchFamily="34" charset="0"/>
              <a:buChar char="•"/>
            </a:pPr>
            <a:endParaRPr lang="zh-CN" altLang="en-US" dirty="0">
              <a:latin typeface="微软雅黑" panose="020B0503020204020204" pitchFamily="34" charset="-122"/>
              <a:ea typeface="微软雅黑" panose="020B0503020204020204" pitchFamily="34" charset="-122"/>
              <a:cs typeface="Times New Roman" panose="02020603050405020304" pitchFamily="18" charset="0"/>
            </a:endParaRPr>
          </a:p>
        </p:txBody>
      </p:sp>
      <p:sp>
        <p:nvSpPr>
          <p:cNvPr id="4" name="矩形 3">
            <a:extLst>
              <a:ext uri="{FF2B5EF4-FFF2-40B4-BE49-F238E27FC236}">
                <a16:creationId xmlns:a16="http://schemas.microsoft.com/office/drawing/2014/main" id="{4FC0B3D0-71EC-4DC9-93C7-C03AF128A8AF}"/>
              </a:ext>
            </a:extLst>
          </p:cNvPr>
          <p:cNvSpPr/>
          <p:nvPr/>
        </p:nvSpPr>
        <p:spPr>
          <a:xfrm>
            <a:off x="1104899" y="1233703"/>
            <a:ext cx="1992262" cy="562783"/>
          </a:xfrm>
          <a:prstGeom prst="rect">
            <a:avLst/>
          </a:prstGeom>
        </p:spPr>
        <p:txBody>
          <a:bodyPr wrap="square">
            <a:spAutoFit/>
          </a:bodyPr>
          <a:lstStyle/>
          <a:p>
            <a:pPr>
              <a:lnSpc>
                <a:spcPct val="200000"/>
              </a:lnSpc>
            </a:pPr>
            <a:r>
              <a:rPr lang="zh-CN" altLang="en-US" b="1" dirty="0">
                <a:solidFill>
                  <a:schemeClr val="accent2"/>
                </a:solidFill>
                <a:latin typeface="微软雅黑" panose="020B0503020204020204" pitchFamily="34" charset="-122"/>
                <a:ea typeface="微软雅黑" panose="020B0503020204020204" pitchFamily="34" charset="-122"/>
              </a:rPr>
              <a:t>基本位操作运算</a:t>
            </a:r>
          </a:p>
        </p:txBody>
      </p:sp>
      <mc:AlternateContent xmlns:mc="http://schemas.openxmlformats.org/markup-compatibility/2006" xmlns:p14="http://schemas.microsoft.com/office/powerpoint/2010/main">
        <mc:Choice Requires="p14">
          <p:contentPart p14:bwMode="auto" r:id="rId2">
            <p14:nvContentPartPr>
              <p14:cNvPr id="20481" name="Ink 1"/>
              <p14:cNvContentPartPr>
                <a14:cpLocks xmlns:a14="http://schemas.microsoft.com/office/drawing/2010/main" noRot="1" noChangeAspect="1" noEditPoints="1" noChangeArrowheads="1" noChangeShapeType="1"/>
              </p14:cNvContentPartPr>
              <p14:nvPr/>
            </p14:nvContentPartPr>
            <p14:xfrm>
              <a:off x="8966200" y="1873250"/>
              <a:ext cx="508000" cy="1435100"/>
            </p14:xfrm>
          </p:contentPart>
        </mc:Choice>
        <mc:Fallback xmlns="">
          <p:pic>
            <p:nvPicPr>
              <p:cNvPr id="20481" name="Ink 1"/>
              <p:cNvPicPr>
                <a:picLocks noRot="1" noChangeAspect="1" noEditPoints="1" noChangeArrowheads="1" noChangeShapeType="1"/>
              </p:cNvPicPr>
              <p:nvPr/>
            </p:nvPicPr>
            <p:blipFill>
              <a:blip r:embed="rId3"/>
              <a:stretch>
                <a:fillRect/>
              </a:stretch>
            </p:blipFill>
            <p:spPr>
              <a:xfrm>
                <a:off x="8956899" y="1863882"/>
                <a:ext cx="526603" cy="145383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20482" name="Ink 2"/>
              <p14:cNvContentPartPr>
                <a14:cpLocks xmlns:a14="http://schemas.microsoft.com/office/drawing/2010/main" noRot="1" noChangeAspect="1" noEditPoints="1" noChangeArrowheads="1" noChangeShapeType="1"/>
              </p14:cNvContentPartPr>
              <p14:nvPr/>
            </p14:nvContentPartPr>
            <p14:xfrm>
              <a:off x="7340600" y="1524000"/>
              <a:ext cx="1079500" cy="431800"/>
            </p14:xfrm>
          </p:contentPart>
        </mc:Choice>
        <mc:Fallback xmlns="">
          <p:pic>
            <p:nvPicPr>
              <p:cNvPr id="20482" name="Ink 2"/>
              <p:cNvPicPr>
                <a:picLocks noRot="1" noChangeAspect="1" noEditPoints="1" noChangeArrowheads="1" noChangeShapeType="1"/>
              </p:cNvPicPr>
              <p:nvPr/>
            </p:nvPicPr>
            <p:blipFill>
              <a:blip r:embed="rId5"/>
              <a:stretch>
                <a:fillRect/>
              </a:stretch>
            </p:blipFill>
            <p:spPr>
              <a:xfrm>
                <a:off x="7331241" y="1514652"/>
                <a:ext cx="1098218" cy="450496"/>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20483" name="Ink 3"/>
              <p14:cNvContentPartPr>
                <a14:cpLocks xmlns:a14="http://schemas.microsoft.com/office/drawing/2010/main" noRot="1" noChangeAspect="1" noEditPoints="1" noChangeArrowheads="1" noChangeShapeType="1"/>
              </p14:cNvContentPartPr>
              <p14:nvPr/>
            </p14:nvContentPartPr>
            <p14:xfrm>
              <a:off x="6400800" y="171450"/>
              <a:ext cx="1066800" cy="1282700"/>
            </p14:xfrm>
          </p:contentPart>
        </mc:Choice>
        <mc:Fallback xmlns="">
          <p:pic>
            <p:nvPicPr>
              <p:cNvPr id="20483" name="Ink 3"/>
              <p:cNvPicPr>
                <a:picLocks noRot="1" noChangeAspect="1" noEditPoints="1" noChangeArrowheads="1" noChangeShapeType="1"/>
              </p:cNvPicPr>
              <p:nvPr/>
            </p:nvPicPr>
            <p:blipFill>
              <a:blip r:embed="rId7"/>
              <a:stretch>
                <a:fillRect/>
              </a:stretch>
            </p:blipFill>
            <p:spPr>
              <a:xfrm>
                <a:off x="6391442" y="162092"/>
                <a:ext cx="1085516" cy="130141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20484" name="Ink 4"/>
              <p14:cNvContentPartPr>
                <a14:cpLocks xmlns:a14="http://schemas.microsoft.com/office/drawing/2010/main" noRot="1" noChangeAspect="1" noEditPoints="1" noChangeArrowheads="1" noChangeShapeType="1"/>
              </p14:cNvContentPartPr>
              <p14:nvPr/>
            </p14:nvContentPartPr>
            <p14:xfrm>
              <a:off x="7048500" y="2076450"/>
              <a:ext cx="1308100" cy="920750"/>
            </p14:xfrm>
          </p:contentPart>
        </mc:Choice>
        <mc:Fallback xmlns="">
          <p:pic>
            <p:nvPicPr>
              <p:cNvPr id="20484" name="Ink 4"/>
              <p:cNvPicPr>
                <a:picLocks noRot="1" noChangeAspect="1" noEditPoints="1" noChangeArrowheads="1" noChangeShapeType="1"/>
              </p:cNvPicPr>
              <p:nvPr/>
            </p:nvPicPr>
            <p:blipFill>
              <a:blip r:embed="rId9"/>
              <a:stretch>
                <a:fillRect/>
              </a:stretch>
            </p:blipFill>
            <p:spPr>
              <a:xfrm>
                <a:off x="7039207" y="2067175"/>
                <a:ext cx="1326685" cy="93930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20485" name="Ink 5"/>
              <p14:cNvContentPartPr>
                <a14:cpLocks xmlns:a14="http://schemas.microsoft.com/office/drawing/2010/main" noRot="1" noChangeAspect="1" noEditPoints="1" noChangeArrowheads="1" noChangeShapeType="1"/>
              </p14:cNvContentPartPr>
              <p14:nvPr/>
            </p14:nvContentPartPr>
            <p14:xfrm>
              <a:off x="6864350" y="3041650"/>
              <a:ext cx="1860550" cy="1003300"/>
            </p14:xfrm>
          </p:contentPart>
        </mc:Choice>
        <mc:Fallback xmlns="">
          <p:pic>
            <p:nvPicPr>
              <p:cNvPr id="20485" name="Ink 5"/>
              <p:cNvPicPr>
                <a:picLocks noRot="1" noChangeAspect="1" noEditPoints="1" noChangeArrowheads="1" noChangeShapeType="1"/>
              </p:cNvPicPr>
              <p:nvPr/>
            </p:nvPicPr>
            <p:blipFill>
              <a:blip r:embed="rId11"/>
              <a:stretch>
                <a:fillRect/>
              </a:stretch>
            </p:blipFill>
            <p:spPr>
              <a:xfrm>
                <a:off x="6854991" y="3032300"/>
                <a:ext cx="1879267" cy="1021999"/>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20486" name="Ink 6"/>
              <p14:cNvContentPartPr>
                <a14:cpLocks xmlns:a14="http://schemas.microsoft.com/office/drawing/2010/main" noRot="1" noChangeAspect="1" noEditPoints="1" noChangeArrowheads="1" noChangeShapeType="1"/>
              </p14:cNvContentPartPr>
              <p14:nvPr/>
            </p14:nvContentPartPr>
            <p14:xfrm>
              <a:off x="6089650" y="2279650"/>
              <a:ext cx="508000" cy="501650"/>
            </p14:xfrm>
          </p:contentPart>
        </mc:Choice>
        <mc:Fallback xmlns="">
          <p:pic>
            <p:nvPicPr>
              <p:cNvPr id="20486" name="Ink 6"/>
              <p:cNvPicPr>
                <a:picLocks noRot="1" noChangeAspect="1" noEditPoints="1" noChangeArrowheads="1" noChangeShapeType="1"/>
              </p:cNvPicPr>
              <p:nvPr/>
            </p:nvPicPr>
            <p:blipFill>
              <a:blip r:embed="rId13"/>
              <a:stretch>
                <a:fillRect/>
              </a:stretch>
            </p:blipFill>
            <p:spPr>
              <a:xfrm>
                <a:off x="6080296" y="2270273"/>
                <a:ext cx="526708" cy="52040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20487" name="Ink 7"/>
              <p14:cNvContentPartPr>
                <a14:cpLocks xmlns:a14="http://schemas.microsoft.com/office/drawing/2010/main" noRot="1" noChangeAspect="1" noEditPoints="1" noChangeArrowheads="1" noChangeShapeType="1"/>
              </p14:cNvContentPartPr>
              <p14:nvPr/>
            </p14:nvContentPartPr>
            <p14:xfrm>
              <a:off x="7156450" y="2330450"/>
              <a:ext cx="882650" cy="476250"/>
            </p14:xfrm>
          </p:contentPart>
        </mc:Choice>
        <mc:Fallback xmlns="">
          <p:pic>
            <p:nvPicPr>
              <p:cNvPr id="20487" name="Ink 7"/>
              <p:cNvPicPr>
                <a:picLocks noRot="1" noChangeAspect="1" noEditPoints="1" noChangeArrowheads="1" noChangeShapeType="1"/>
              </p:cNvPicPr>
              <p:nvPr/>
            </p:nvPicPr>
            <p:blipFill>
              <a:blip r:embed="rId15"/>
              <a:stretch>
                <a:fillRect/>
              </a:stretch>
            </p:blipFill>
            <p:spPr>
              <a:xfrm>
                <a:off x="7147133" y="2321098"/>
                <a:ext cx="901285" cy="494955"/>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0488" name="Ink 8"/>
              <p14:cNvContentPartPr>
                <a14:cpLocks xmlns:a14="http://schemas.microsoft.com/office/drawing/2010/main" noRot="1" noChangeAspect="1" noEditPoints="1" noChangeArrowheads="1" noChangeShapeType="1"/>
              </p14:cNvContentPartPr>
              <p14:nvPr/>
            </p14:nvContentPartPr>
            <p14:xfrm>
              <a:off x="10350500" y="158750"/>
              <a:ext cx="31750" cy="254000"/>
            </p14:xfrm>
          </p:contentPart>
        </mc:Choice>
        <mc:Fallback xmlns="">
          <p:pic>
            <p:nvPicPr>
              <p:cNvPr id="20488" name="Ink 8"/>
              <p:cNvPicPr>
                <a:picLocks noRot="1" noChangeAspect="1" noEditPoints="1" noChangeArrowheads="1" noChangeShapeType="1"/>
              </p:cNvPicPr>
              <p:nvPr/>
            </p:nvPicPr>
            <p:blipFill>
              <a:blip r:embed="rId17"/>
              <a:stretch>
                <a:fillRect/>
              </a:stretch>
            </p:blipFill>
            <p:spPr>
              <a:xfrm>
                <a:off x="10341328" y="149409"/>
                <a:ext cx="50094" cy="272682"/>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0489" name="Ink 9"/>
              <p14:cNvContentPartPr>
                <a14:cpLocks xmlns:a14="http://schemas.microsoft.com/office/drawing/2010/main" noRot="1" noChangeAspect="1" noEditPoints="1" noChangeArrowheads="1" noChangeShapeType="1"/>
              </p14:cNvContentPartPr>
              <p14:nvPr/>
            </p14:nvContentPartPr>
            <p14:xfrm>
              <a:off x="10655300" y="6350"/>
              <a:ext cx="19050" cy="342900"/>
            </p14:xfrm>
          </p:contentPart>
        </mc:Choice>
        <mc:Fallback xmlns="">
          <p:pic>
            <p:nvPicPr>
              <p:cNvPr id="20489" name="Ink 9"/>
              <p:cNvPicPr>
                <a:picLocks noRot="1" noChangeAspect="1" noEditPoints="1" noChangeArrowheads="1" noChangeShapeType="1"/>
              </p:cNvPicPr>
              <p:nvPr/>
            </p:nvPicPr>
            <p:blipFill>
              <a:blip r:embed="rId19"/>
              <a:stretch>
                <a:fillRect/>
              </a:stretch>
            </p:blipFill>
            <p:spPr>
              <a:xfrm>
                <a:off x="10646128" y="-3005"/>
                <a:ext cx="37394" cy="36161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0490" name="Ink 10"/>
              <p14:cNvContentPartPr>
                <a14:cpLocks xmlns:a14="http://schemas.microsoft.com/office/drawing/2010/main" noRot="1" noChangeAspect="1" noEditPoints="1" noChangeArrowheads="1" noChangeShapeType="1"/>
              </p14:cNvContentPartPr>
              <p14:nvPr/>
            </p14:nvContentPartPr>
            <p14:xfrm>
              <a:off x="10471150" y="546100"/>
              <a:ext cx="25400" cy="203200"/>
            </p14:xfrm>
          </p:contentPart>
        </mc:Choice>
        <mc:Fallback xmlns="">
          <p:pic>
            <p:nvPicPr>
              <p:cNvPr id="20490" name="Ink 10"/>
              <p:cNvPicPr>
                <a:picLocks noRot="1" noChangeAspect="1" noEditPoints="1" noChangeArrowheads="1" noChangeShapeType="1"/>
              </p:cNvPicPr>
              <p:nvPr/>
            </p:nvPicPr>
            <p:blipFill>
              <a:blip r:embed="rId21"/>
              <a:stretch>
                <a:fillRect/>
              </a:stretch>
            </p:blipFill>
            <p:spPr>
              <a:xfrm>
                <a:off x="10461849" y="536749"/>
                <a:ext cx="44003" cy="221902"/>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0491" name="Ink 11"/>
              <p14:cNvContentPartPr>
                <a14:cpLocks xmlns:a14="http://schemas.microsoft.com/office/drawing/2010/main" noRot="1" noChangeAspect="1" noEditPoints="1" noChangeArrowheads="1" noChangeShapeType="1"/>
              </p14:cNvContentPartPr>
              <p14:nvPr/>
            </p14:nvContentPartPr>
            <p14:xfrm>
              <a:off x="10655300" y="539750"/>
              <a:ext cx="101600" cy="196850"/>
            </p14:xfrm>
          </p:contentPart>
        </mc:Choice>
        <mc:Fallback xmlns="">
          <p:pic>
            <p:nvPicPr>
              <p:cNvPr id="20491" name="Ink 11"/>
              <p:cNvPicPr>
                <a:picLocks noRot="1" noChangeAspect="1" noEditPoints="1" noChangeArrowheads="1" noChangeShapeType="1"/>
              </p:cNvPicPr>
              <p:nvPr/>
            </p:nvPicPr>
            <p:blipFill>
              <a:blip r:embed="rId23"/>
              <a:stretch>
                <a:fillRect/>
              </a:stretch>
            </p:blipFill>
            <p:spPr>
              <a:xfrm>
                <a:off x="10646406" y="530545"/>
                <a:ext cx="119389" cy="21526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20492" name="Ink 12"/>
              <p14:cNvContentPartPr>
                <a14:cpLocks xmlns:a14="http://schemas.microsoft.com/office/drawing/2010/main" noRot="1" noChangeAspect="1" noEditPoints="1" noChangeArrowheads="1" noChangeShapeType="1"/>
              </p14:cNvContentPartPr>
              <p14:nvPr/>
            </p14:nvContentPartPr>
            <p14:xfrm>
              <a:off x="11360150" y="990600"/>
              <a:ext cx="133350" cy="31750"/>
            </p14:xfrm>
          </p:contentPart>
        </mc:Choice>
        <mc:Fallback xmlns="">
          <p:pic>
            <p:nvPicPr>
              <p:cNvPr id="20492" name="Ink 12"/>
              <p:cNvPicPr>
                <a:picLocks noRot="1" noChangeAspect="1" noEditPoints="1" noChangeArrowheads="1" noChangeShapeType="1"/>
              </p:cNvPicPr>
              <p:nvPr/>
            </p:nvPicPr>
            <p:blipFill>
              <a:blip r:embed="rId25"/>
              <a:stretch>
                <a:fillRect/>
              </a:stretch>
            </p:blipFill>
            <p:spPr>
              <a:xfrm>
                <a:off x="11350805" y="981325"/>
                <a:ext cx="152041" cy="50301"/>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20493" name="Ink 13"/>
              <p14:cNvContentPartPr>
                <a14:cpLocks xmlns:a14="http://schemas.microsoft.com/office/drawing/2010/main" noRot="1" noChangeAspect="1" noEditPoints="1" noChangeArrowheads="1" noChangeShapeType="1"/>
              </p14:cNvContentPartPr>
              <p14:nvPr/>
            </p14:nvContentPartPr>
            <p14:xfrm>
              <a:off x="9925050" y="863600"/>
              <a:ext cx="1435100" cy="38100"/>
            </p14:xfrm>
          </p:contentPart>
        </mc:Choice>
        <mc:Fallback xmlns="">
          <p:pic>
            <p:nvPicPr>
              <p:cNvPr id="20493" name="Ink 13"/>
              <p:cNvPicPr>
                <a:picLocks noRot="1" noChangeAspect="1" noEditPoints="1" noChangeArrowheads="1" noChangeShapeType="1"/>
              </p:cNvPicPr>
              <p:nvPr/>
            </p:nvPicPr>
            <p:blipFill>
              <a:blip r:embed="rId27"/>
              <a:stretch>
                <a:fillRect/>
              </a:stretch>
            </p:blipFill>
            <p:spPr>
              <a:xfrm>
                <a:off x="9915691" y="854595"/>
                <a:ext cx="1453817" cy="56111"/>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20494" name="Ink 14"/>
              <p14:cNvContentPartPr>
                <a14:cpLocks xmlns:a14="http://schemas.microsoft.com/office/drawing/2010/main" noRot="1" noChangeAspect="1" noEditPoints="1" noChangeArrowheads="1" noChangeShapeType="1"/>
              </p14:cNvContentPartPr>
              <p14:nvPr/>
            </p14:nvContentPartPr>
            <p14:xfrm>
              <a:off x="10801350" y="1123950"/>
              <a:ext cx="6350" cy="412750"/>
            </p14:xfrm>
          </p:contentPart>
        </mc:Choice>
        <mc:Fallback xmlns="">
          <p:pic>
            <p:nvPicPr>
              <p:cNvPr id="20494" name="Ink 14"/>
              <p:cNvPicPr>
                <a:picLocks noRot="1" noChangeAspect="1" noEditPoints="1" noChangeArrowheads="1" noChangeShapeType="1"/>
              </p:cNvPicPr>
              <p:nvPr/>
            </p:nvPicPr>
            <p:blipFill>
              <a:blip r:embed="rId29"/>
              <a:stretch>
                <a:fillRect/>
              </a:stretch>
            </p:blipFill>
            <p:spPr>
              <a:xfrm>
                <a:off x="10796024" y="1114594"/>
                <a:ext cx="17002" cy="431462"/>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20495" name="Ink 15"/>
              <p14:cNvContentPartPr>
                <a14:cpLocks xmlns:a14="http://schemas.microsoft.com/office/drawing/2010/main" noRot="1" noChangeAspect="1" noEditPoints="1" noChangeArrowheads="1" noChangeShapeType="1"/>
              </p14:cNvContentPartPr>
              <p14:nvPr/>
            </p14:nvContentPartPr>
            <p14:xfrm>
              <a:off x="10464800" y="1162050"/>
              <a:ext cx="107950" cy="215900"/>
            </p14:xfrm>
          </p:contentPart>
        </mc:Choice>
        <mc:Fallback xmlns="">
          <p:pic>
            <p:nvPicPr>
              <p:cNvPr id="20495" name="Ink 15"/>
              <p:cNvPicPr>
                <a:picLocks noRot="1" noChangeAspect="1" noEditPoints="1" noChangeArrowheads="1" noChangeShapeType="1"/>
              </p:cNvPicPr>
              <p:nvPr/>
            </p:nvPicPr>
            <p:blipFill>
              <a:blip r:embed="rId31"/>
              <a:stretch>
                <a:fillRect/>
              </a:stretch>
            </p:blipFill>
            <p:spPr>
              <a:xfrm>
                <a:off x="10455804" y="1152817"/>
                <a:ext cx="125942" cy="234365"/>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20496" name="Ink 16"/>
              <p14:cNvContentPartPr>
                <a14:cpLocks xmlns:a14="http://schemas.microsoft.com/office/drawing/2010/main" noRot="1" noChangeAspect="1" noEditPoints="1" noChangeArrowheads="1" noChangeShapeType="1"/>
              </p14:cNvContentPartPr>
              <p14:nvPr/>
            </p14:nvContentPartPr>
            <p14:xfrm>
              <a:off x="838200" y="4559300"/>
              <a:ext cx="2584450" cy="666750"/>
            </p14:xfrm>
          </p:contentPart>
        </mc:Choice>
        <mc:Fallback xmlns="">
          <p:pic>
            <p:nvPicPr>
              <p:cNvPr id="20496" name="Ink 16"/>
              <p:cNvPicPr>
                <a:picLocks noRot="1" noChangeAspect="1" noEditPoints="1" noChangeArrowheads="1" noChangeShapeType="1"/>
              </p:cNvPicPr>
              <p:nvPr/>
            </p:nvPicPr>
            <p:blipFill>
              <a:blip r:embed="rId33"/>
              <a:stretch>
                <a:fillRect/>
              </a:stretch>
            </p:blipFill>
            <p:spPr>
              <a:xfrm>
                <a:off x="828876" y="4550147"/>
                <a:ext cx="2603097" cy="685056"/>
              </a:xfrm>
              <a:prstGeom prst="rect">
                <a:avLst/>
              </a:prstGeom>
            </p:spPr>
          </p:pic>
        </mc:Fallback>
      </mc:AlternateContent>
    </p:spTree>
    <p:extLst>
      <p:ext uri="{BB962C8B-B14F-4D97-AF65-F5344CB8AC3E}">
        <p14:creationId xmlns:p14="http://schemas.microsoft.com/office/powerpoint/2010/main" val="1133988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4" name="矩形 3">
            <a:extLst>
              <a:ext uri="{FF2B5EF4-FFF2-40B4-BE49-F238E27FC236}">
                <a16:creationId xmlns:a16="http://schemas.microsoft.com/office/drawing/2014/main" id="{60D389AF-03F3-45C0-9746-A8B1A8B07550}"/>
              </a:ext>
            </a:extLst>
          </p:cNvPr>
          <p:cNvSpPr/>
          <p:nvPr/>
        </p:nvSpPr>
        <p:spPr>
          <a:xfrm>
            <a:off x="1024602" y="1663586"/>
            <a:ext cx="10249856" cy="1116781"/>
          </a:xfrm>
          <a:prstGeom prst="rect">
            <a:avLst/>
          </a:prstGeom>
        </p:spPr>
        <p:txBody>
          <a:bodyPr wrap="square">
            <a:spAutoFit/>
          </a:bodyPr>
          <a:lstStyle/>
          <a:p>
            <a:pPr>
              <a:lnSpc>
                <a:spcPct val="200000"/>
              </a:lnSpc>
            </a:pPr>
            <a:r>
              <a:rPr lang="zh-CN" altLang="en-US" dirty="0">
                <a:solidFill>
                  <a:srgbClr val="514843"/>
                </a:solidFill>
                <a:latin typeface="微软雅黑" panose="020B0503020204020204" pitchFamily="34" charset="-122"/>
                <a:ea typeface="微软雅黑" panose="020B0503020204020204" pitchFamily="34" charset="-122"/>
              </a:rPr>
              <a:t>二进制状态压缩，是指将一个长度为</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的</a:t>
            </a:r>
            <a:r>
              <a:rPr lang="en-US" altLang="zh-CN" dirty="0">
                <a:solidFill>
                  <a:srgbClr val="514843"/>
                </a:solidFill>
                <a:latin typeface="微软雅黑" panose="020B0503020204020204" pitchFamily="34" charset="-122"/>
                <a:ea typeface="微软雅黑" panose="020B0503020204020204" pitchFamily="34" charset="-122"/>
              </a:rPr>
              <a:t>bool</a:t>
            </a:r>
            <a:r>
              <a:rPr lang="zh-CN" altLang="en-US" dirty="0">
                <a:solidFill>
                  <a:srgbClr val="514843"/>
                </a:solidFill>
                <a:latin typeface="微软雅黑" panose="020B0503020204020204" pitchFamily="34" charset="-122"/>
                <a:ea typeface="微软雅黑" panose="020B0503020204020204" pitchFamily="34" charset="-122"/>
              </a:rPr>
              <a:t>数组用一个</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位二进制整数示并存储的方法。利用下列位运算操作可以实现原</a:t>
            </a:r>
            <a:r>
              <a:rPr lang="en-US" altLang="zh-CN" dirty="0">
                <a:solidFill>
                  <a:srgbClr val="514843"/>
                </a:solidFill>
                <a:latin typeface="微软雅黑" panose="020B0503020204020204" pitchFamily="34" charset="-122"/>
                <a:ea typeface="微软雅黑" panose="020B0503020204020204" pitchFamily="34" charset="-122"/>
              </a:rPr>
              <a:t>bool</a:t>
            </a:r>
            <a:r>
              <a:rPr lang="zh-CN" altLang="en-US" dirty="0">
                <a:solidFill>
                  <a:srgbClr val="514843"/>
                </a:solidFill>
                <a:latin typeface="微软雅黑" panose="020B0503020204020204" pitchFamily="34" charset="-122"/>
                <a:ea typeface="微软雅黑" panose="020B0503020204020204" pitchFamily="34" charset="-122"/>
              </a:rPr>
              <a:t>数组中对应下标元素的存取</a:t>
            </a:r>
          </a:p>
        </p:txBody>
      </p:sp>
      <p:sp>
        <p:nvSpPr>
          <p:cNvPr id="6" name="矩形 5">
            <a:extLst>
              <a:ext uri="{FF2B5EF4-FFF2-40B4-BE49-F238E27FC236}">
                <a16:creationId xmlns:a16="http://schemas.microsoft.com/office/drawing/2014/main" id="{FC20E334-46CE-4E0F-BFDC-F99D72BB67D1}"/>
              </a:ext>
            </a:extLst>
          </p:cNvPr>
          <p:cNvSpPr/>
          <p:nvPr/>
        </p:nvSpPr>
        <p:spPr>
          <a:xfrm>
            <a:off x="1024602" y="1173162"/>
            <a:ext cx="1992262" cy="615040"/>
          </a:xfrm>
          <a:prstGeom prst="rect">
            <a:avLst/>
          </a:prstGeom>
        </p:spPr>
        <p:txBody>
          <a:bodyPr wrap="square">
            <a:spAutoFit/>
          </a:bodyPr>
          <a:lstStyle/>
          <a:p>
            <a:pPr>
              <a:lnSpc>
                <a:spcPct val="200000"/>
              </a:lnSpc>
            </a:pPr>
            <a:r>
              <a:rPr lang="zh-CN" altLang="en-US" sz="2000" b="1" dirty="0">
                <a:solidFill>
                  <a:schemeClr val="accent2"/>
                </a:solidFill>
                <a:latin typeface="微软雅黑" panose="020B0503020204020204" pitchFamily="34" charset="-122"/>
                <a:ea typeface="微软雅黑" panose="020B0503020204020204" pitchFamily="34" charset="-122"/>
              </a:rPr>
              <a:t>基本位操作运算</a:t>
            </a:r>
          </a:p>
        </p:txBody>
      </p:sp>
      <p:graphicFrame>
        <p:nvGraphicFramePr>
          <p:cNvPr id="3" name="表格 4">
            <a:extLst>
              <a:ext uri="{FF2B5EF4-FFF2-40B4-BE49-F238E27FC236}">
                <a16:creationId xmlns:a16="http://schemas.microsoft.com/office/drawing/2014/main" id="{358136ED-C188-4842-8F32-02C80794E642}"/>
              </a:ext>
            </a:extLst>
          </p:cNvPr>
          <p:cNvGraphicFramePr>
            <a:graphicFrameLocks noGrp="1"/>
          </p:cNvGraphicFramePr>
          <p:nvPr>
            <p:extLst>
              <p:ext uri="{D42A27DB-BD31-4B8C-83A1-F6EECF244321}">
                <p14:modId xmlns:p14="http://schemas.microsoft.com/office/powerpoint/2010/main" val="2502656558"/>
              </p:ext>
            </p:extLst>
          </p:nvPr>
        </p:nvGraphicFramePr>
        <p:xfrm>
          <a:off x="1104900" y="2885164"/>
          <a:ext cx="9426806" cy="2352040"/>
        </p:xfrm>
        <a:graphic>
          <a:graphicData uri="http://schemas.openxmlformats.org/drawingml/2006/table">
            <a:tbl>
              <a:tblPr firstRow="1" bandRow="1">
                <a:tableStyleId>{21E4AEA4-8DFA-4A89-87EB-49C32662AFE0}</a:tableStyleId>
              </a:tblPr>
              <a:tblGrid>
                <a:gridCol w="5858752">
                  <a:extLst>
                    <a:ext uri="{9D8B030D-6E8A-4147-A177-3AD203B41FA5}">
                      <a16:colId xmlns:a16="http://schemas.microsoft.com/office/drawing/2014/main" val="4290706117"/>
                    </a:ext>
                  </a:extLst>
                </a:gridCol>
                <a:gridCol w="3568054">
                  <a:extLst>
                    <a:ext uri="{9D8B030D-6E8A-4147-A177-3AD203B41FA5}">
                      <a16:colId xmlns:a16="http://schemas.microsoft.com/office/drawing/2014/main" val="194170440"/>
                    </a:ext>
                  </a:extLst>
                </a:gridCol>
              </a:tblGrid>
              <a:tr h="370840">
                <a:tc>
                  <a:txBody>
                    <a:bodyPr/>
                    <a:lstStyle/>
                    <a:p>
                      <a:pPr algn="ctr"/>
                      <a:r>
                        <a:rPr lang="zh-CN" altLang="en-US" dirty="0"/>
                        <a:t>操作</a:t>
                      </a:r>
                    </a:p>
                  </a:txBody>
                  <a:tcPr/>
                </a:tc>
                <a:tc>
                  <a:txBody>
                    <a:bodyPr/>
                    <a:lstStyle/>
                    <a:p>
                      <a:pPr algn="ctr"/>
                      <a:r>
                        <a:rPr lang="zh-CN" altLang="en-US" dirty="0"/>
                        <a:t>运算</a:t>
                      </a:r>
                    </a:p>
                  </a:txBody>
                  <a:tcPr/>
                </a:tc>
                <a:extLst>
                  <a:ext uri="{0D108BD9-81ED-4DB2-BD59-A6C34878D82A}">
                    <a16:rowId xmlns:a16="http://schemas.microsoft.com/office/drawing/2014/main" val="183502250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取出整数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 </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(n&gt;&gt; k) &amp; 1</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91826305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取出整数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0~k-1</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后</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 </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&amp;((1&lt;&lt;k)-1)</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561456047"/>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把整数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 </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 </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位取反 </a:t>
                      </a: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 (1&lt;&lt;k)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016373584"/>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对整数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位赋值</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1 </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 |(1&lt;&lt;k)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1818717411"/>
                  </a:ext>
                </a:extLst>
              </a:tr>
              <a:tr h="370840">
                <a:tc>
                  <a:txBody>
                    <a:bodyPr/>
                    <a:lstStyle/>
                    <a:p>
                      <a:pPr algn="ctr"/>
                      <a:r>
                        <a:rPr lang="zh-CN" altLang="en-US" sz="1800" kern="1200" dirty="0">
                          <a:solidFill>
                            <a:srgbClr val="514843"/>
                          </a:solidFill>
                          <a:latin typeface="微软雅黑" panose="020B0503020204020204" pitchFamily="34" charset="-122"/>
                          <a:ea typeface="微软雅黑" panose="020B0503020204020204" pitchFamily="34" charset="-122"/>
                          <a:cs typeface="+mn-cs"/>
                        </a:rPr>
                        <a:t>对整数</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n</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在二进制表示下的第</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k</a:t>
                      </a:r>
                      <a:r>
                        <a:rPr lang="zh-CN" altLang="en-US" sz="1800" kern="1200" dirty="0">
                          <a:solidFill>
                            <a:srgbClr val="514843"/>
                          </a:solidFill>
                          <a:latin typeface="微软雅黑" panose="020B0503020204020204" pitchFamily="34" charset="-122"/>
                          <a:ea typeface="微软雅黑" panose="020B0503020204020204" pitchFamily="34" charset="-122"/>
                          <a:cs typeface="+mn-cs"/>
                        </a:rPr>
                        <a:t>位赋值</a:t>
                      </a:r>
                      <a:r>
                        <a:rPr lang="en-US" altLang="zh-CN" sz="1800" kern="1200" dirty="0">
                          <a:solidFill>
                            <a:srgbClr val="514843"/>
                          </a:solidFill>
                          <a:latin typeface="微软雅黑" panose="020B0503020204020204" pitchFamily="34" charset="-122"/>
                          <a:ea typeface="微软雅黑" panose="020B0503020204020204" pitchFamily="34" charset="-122"/>
                          <a:cs typeface="+mn-cs"/>
                        </a:rPr>
                        <a:t>0</a:t>
                      </a:r>
                      <a:endParaRPr lang="zh-CN" altLang="en-US" sz="1800" kern="1200" dirty="0">
                        <a:solidFill>
                          <a:srgbClr val="514843"/>
                        </a:solidFill>
                        <a:latin typeface="微软雅黑" panose="020B0503020204020204" pitchFamily="34" charset="-122"/>
                        <a:ea typeface="微软雅黑" panose="020B0503020204020204" pitchFamily="34" charset="-122"/>
                        <a:cs typeface="+mn-cs"/>
                      </a:endParaRPr>
                    </a:p>
                  </a:txBody>
                  <a:tcPr/>
                </a:tc>
                <a:tc>
                  <a:txBody>
                    <a:bodyPr/>
                    <a:lstStyle/>
                    <a:p>
                      <a:pPr algn="ctr"/>
                      <a:r>
                        <a:rPr lang="en-US" altLang="zh-CN"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rPr>
                        <a:t>n&amp;(~(1&lt;&lt;k))</a:t>
                      </a:r>
                      <a:endParaRPr lang="zh-CN" altLang="en-US" sz="2000" kern="1200" dirty="0">
                        <a:solidFill>
                          <a:srgbClr val="514843"/>
                        </a:solidFill>
                        <a:latin typeface="Times New Roman" panose="02020603050405020304" pitchFamily="18" charset="0"/>
                        <a:ea typeface="微软雅黑" panose="020B0503020204020204" pitchFamily="34" charset="-122"/>
                        <a:cs typeface="Times New Roman" panose="02020603050405020304" pitchFamily="18" charset="0"/>
                      </a:endParaRPr>
                    </a:p>
                  </a:txBody>
                  <a:tcPr/>
                </a:tc>
                <a:extLst>
                  <a:ext uri="{0D108BD9-81ED-4DB2-BD59-A6C34878D82A}">
                    <a16:rowId xmlns:a16="http://schemas.microsoft.com/office/drawing/2014/main" val="2732181284"/>
                  </a:ext>
                </a:extLst>
              </a:tr>
            </a:tbl>
          </a:graphicData>
        </a:graphic>
      </p:graphicFrame>
      <p:sp>
        <p:nvSpPr>
          <p:cNvPr id="7" name="文本框 6">
            <a:extLst>
              <a:ext uri="{FF2B5EF4-FFF2-40B4-BE49-F238E27FC236}">
                <a16:creationId xmlns:a16="http://schemas.microsoft.com/office/drawing/2014/main" id="{5536B992-AB52-4422-B75D-94A6855AA8E4}"/>
              </a:ext>
            </a:extLst>
          </p:cNvPr>
          <p:cNvSpPr txBox="1"/>
          <p:nvPr/>
        </p:nvSpPr>
        <p:spPr>
          <a:xfrm>
            <a:off x="1104900" y="5342001"/>
            <a:ext cx="9980682" cy="1289905"/>
          </a:xfrm>
          <a:prstGeom prst="rect">
            <a:avLst/>
          </a:prstGeom>
          <a:noFill/>
        </p:spPr>
        <p:txBody>
          <a:bodyPr wrap="square">
            <a:spAutoFit/>
          </a:bodyPr>
          <a:lstStyle/>
          <a:p>
            <a:pPr>
              <a:lnSpc>
                <a:spcPct val="150000"/>
              </a:lnSpc>
            </a:pPr>
            <a:r>
              <a:rPr lang="zh-CN" altLang="en-US" dirty="0">
                <a:solidFill>
                  <a:srgbClr val="514843"/>
                </a:solidFill>
                <a:latin typeface="微软雅黑" panose="020B0503020204020204" pitchFamily="34" charset="-122"/>
                <a:ea typeface="微软雅黑" panose="020B0503020204020204" pitchFamily="34" charset="-122"/>
              </a:rPr>
              <a:t>这种方法运算简便，并且节省了程序运行的时间和空间。当</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不太大时，可以直接使用一个整数类型存储。当</a:t>
            </a:r>
            <a:r>
              <a:rPr lang="en-US" altLang="zh-CN" dirty="0">
                <a:solidFill>
                  <a:srgbClr val="514843"/>
                </a:solidFill>
                <a:latin typeface="微软雅黑" panose="020B0503020204020204" pitchFamily="34" charset="-122"/>
                <a:ea typeface="微软雅黑" panose="020B0503020204020204" pitchFamily="34" charset="-122"/>
              </a:rPr>
              <a:t>m</a:t>
            </a:r>
            <a:r>
              <a:rPr lang="zh-CN" altLang="en-US" dirty="0">
                <a:solidFill>
                  <a:srgbClr val="514843"/>
                </a:solidFill>
                <a:latin typeface="微软雅黑" panose="020B0503020204020204" pitchFamily="34" charset="-122"/>
                <a:ea typeface="微软雅黑" panose="020B0503020204020204" pitchFamily="34" charset="-122"/>
              </a:rPr>
              <a:t>较大时，可以使用若干个整数类型</a:t>
            </a:r>
            <a:r>
              <a:rPr lang="en-US" altLang="zh-CN" dirty="0">
                <a:solidFill>
                  <a:srgbClr val="514843"/>
                </a:solidFill>
                <a:latin typeface="微软雅黑" panose="020B0503020204020204" pitchFamily="34" charset="-122"/>
                <a:ea typeface="微软雅黑" panose="020B0503020204020204" pitchFamily="34" charset="-122"/>
              </a:rPr>
              <a:t>(int</a:t>
            </a:r>
            <a:r>
              <a:rPr lang="zh-CN" altLang="en-US" dirty="0">
                <a:solidFill>
                  <a:srgbClr val="514843"/>
                </a:solidFill>
                <a:latin typeface="微软雅黑" panose="020B0503020204020204" pitchFamily="34" charset="-122"/>
                <a:ea typeface="微软雅黑" panose="020B0503020204020204" pitchFamily="34" charset="-122"/>
              </a:rPr>
              <a:t>数组</a:t>
            </a:r>
            <a:r>
              <a:rPr lang="en-US" altLang="zh-CN" dirty="0">
                <a:solidFill>
                  <a:srgbClr val="514843"/>
                </a:solidFill>
                <a:latin typeface="微软雅黑" panose="020B0503020204020204" pitchFamily="34" charset="-122"/>
                <a:ea typeface="微软雅黑" panose="020B0503020204020204" pitchFamily="34" charset="-122"/>
              </a:rPr>
              <a:t>)</a:t>
            </a:r>
            <a:r>
              <a:rPr lang="zh-CN" altLang="en-US" dirty="0">
                <a:solidFill>
                  <a:srgbClr val="514843"/>
                </a:solidFill>
                <a:latin typeface="微软雅黑" panose="020B0503020204020204" pitchFamily="34" charset="-122"/>
                <a:ea typeface="微软雅黑" panose="020B0503020204020204" pitchFamily="34" charset="-122"/>
              </a:rPr>
              <a:t>，也可以直接利用</a:t>
            </a:r>
            <a:r>
              <a:rPr lang="en-US" altLang="zh-CN" dirty="0">
                <a:solidFill>
                  <a:srgbClr val="514843"/>
                </a:solidFill>
                <a:latin typeface="微软雅黑" panose="020B0503020204020204" pitchFamily="34" charset="-122"/>
                <a:ea typeface="微软雅黑" panose="020B0503020204020204" pitchFamily="34" charset="-122"/>
              </a:rPr>
              <a:t>C++STL</a:t>
            </a:r>
            <a:r>
              <a:rPr lang="zh-CN" altLang="en-US" dirty="0">
                <a:solidFill>
                  <a:srgbClr val="514843"/>
                </a:solidFill>
                <a:latin typeface="微软雅黑" panose="020B0503020204020204" pitchFamily="34" charset="-122"/>
                <a:ea typeface="微软雅黑" panose="020B0503020204020204" pitchFamily="34" charset="-122"/>
              </a:rPr>
              <a:t>为我们提供的</a:t>
            </a:r>
            <a:r>
              <a:rPr lang="en-US" altLang="zh-CN" dirty="0" err="1">
                <a:solidFill>
                  <a:srgbClr val="514843"/>
                </a:solidFill>
                <a:latin typeface="微软雅黑" panose="020B0503020204020204" pitchFamily="34" charset="-122"/>
                <a:ea typeface="微软雅黑" panose="020B0503020204020204" pitchFamily="34" charset="-122"/>
              </a:rPr>
              <a:t>bitset</a:t>
            </a:r>
            <a:r>
              <a:rPr lang="en-US" altLang="zh-CN" dirty="0">
                <a:solidFill>
                  <a:srgbClr val="514843"/>
                </a:solidFill>
                <a:latin typeface="微软雅黑" panose="020B0503020204020204" pitchFamily="34" charset="-122"/>
                <a:ea typeface="微软雅黑" panose="020B0503020204020204" pitchFamily="34" charset="-122"/>
              </a:rPr>
              <a:t> </a:t>
            </a:r>
            <a:r>
              <a:rPr lang="zh-CN" altLang="en-US" dirty="0">
                <a:solidFill>
                  <a:srgbClr val="514843"/>
                </a:solidFill>
                <a:latin typeface="微软雅黑" panose="020B0503020204020204" pitchFamily="34" charset="-122"/>
                <a:ea typeface="微软雅黑" panose="020B0503020204020204" pitchFamily="34" charset="-122"/>
              </a:rPr>
              <a:t>实现</a:t>
            </a:r>
          </a:p>
        </p:txBody>
      </p:sp>
      <mc:AlternateContent xmlns:mc="http://schemas.openxmlformats.org/markup-compatibility/2006" xmlns:p14="http://schemas.microsoft.com/office/powerpoint/2010/main">
        <mc:Choice Requires="p14">
          <p:contentPart p14:bwMode="auto" r:id="rId3">
            <p14:nvContentPartPr>
              <p14:cNvPr id="19457" name="Ink 1"/>
              <p14:cNvContentPartPr>
                <a14:cpLocks xmlns:a14="http://schemas.microsoft.com/office/drawing/2010/main" noRot="1" noChangeAspect="1" noEditPoints="1" noChangeArrowheads="1" noChangeShapeType="1"/>
              </p14:cNvContentPartPr>
              <p14:nvPr/>
            </p14:nvContentPartPr>
            <p14:xfrm>
              <a:off x="4559300" y="203200"/>
              <a:ext cx="5975350" cy="1866900"/>
            </p14:xfrm>
          </p:contentPart>
        </mc:Choice>
        <mc:Fallback xmlns="">
          <p:pic>
            <p:nvPicPr>
              <p:cNvPr id="19457" name="Ink 1"/>
              <p:cNvPicPr>
                <a:picLocks noRot="1" noChangeAspect="1" noEditPoints="1" noChangeArrowheads="1" noChangeShapeType="1"/>
              </p:cNvPicPr>
              <p:nvPr/>
            </p:nvPicPr>
            <p:blipFill>
              <a:blip r:embed="rId4"/>
              <a:stretch>
                <a:fillRect/>
              </a:stretch>
            </p:blipFill>
            <p:spPr>
              <a:xfrm>
                <a:off x="4549944" y="193842"/>
                <a:ext cx="5994062" cy="188561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9458" name="Ink 2"/>
              <p14:cNvContentPartPr>
                <a14:cpLocks xmlns:a14="http://schemas.microsoft.com/office/drawing/2010/main" noRot="1" noChangeAspect="1" noEditPoints="1" noChangeArrowheads="1" noChangeShapeType="1"/>
              </p14:cNvContentPartPr>
              <p14:nvPr/>
            </p14:nvContentPartPr>
            <p14:xfrm>
              <a:off x="7766050" y="3702050"/>
              <a:ext cx="1543050" cy="730250"/>
            </p14:xfrm>
          </p:contentPart>
        </mc:Choice>
        <mc:Fallback xmlns="">
          <p:pic>
            <p:nvPicPr>
              <p:cNvPr id="19458" name="Ink 2"/>
              <p:cNvPicPr>
                <a:picLocks noRot="1" noChangeAspect="1" noEditPoints="1" noChangeArrowheads="1" noChangeShapeType="1"/>
              </p:cNvPicPr>
              <p:nvPr/>
            </p:nvPicPr>
            <p:blipFill>
              <a:blip r:embed="rId6"/>
              <a:stretch>
                <a:fillRect/>
              </a:stretch>
            </p:blipFill>
            <p:spPr>
              <a:xfrm>
                <a:off x="7756694" y="3692697"/>
                <a:ext cx="1561762" cy="748956"/>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9459" name="Ink 3"/>
              <p14:cNvContentPartPr>
                <a14:cpLocks xmlns:a14="http://schemas.microsoft.com/office/drawing/2010/main" noRot="1" noChangeAspect="1" noEditPoints="1" noChangeArrowheads="1" noChangeShapeType="1"/>
              </p14:cNvContentPartPr>
              <p14:nvPr/>
            </p14:nvContentPartPr>
            <p14:xfrm>
              <a:off x="9994900" y="3632200"/>
              <a:ext cx="1587500" cy="2133600"/>
            </p14:xfrm>
          </p:contentPart>
        </mc:Choice>
        <mc:Fallback xmlns="">
          <p:pic>
            <p:nvPicPr>
              <p:cNvPr id="19459" name="Ink 3"/>
              <p:cNvPicPr>
                <a:picLocks noRot="1" noChangeAspect="1" noEditPoints="1" noChangeArrowheads="1" noChangeShapeType="1"/>
              </p:cNvPicPr>
              <p:nvPr/>
            </p:nvPicPr>
            <p:blipFill>
              <a:blip r:embed="rId8"/>
              <a:stretch>
                <a:fillRect/>
              </a:stretch>
            </p:blipFill>
            <p:spPr>
              <a:xfrm>
                <a:off x="9985541" y="3622844"/>
                <a:ext cx="1606219" cy="2152313"/>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9460" name="Ink 4"/>
              <p14:cNvContentPartPr>
                <a14:cpLocks xmlns:a14="http://schemas.microsoft.com/office/drawing/2010/main" noRot="1" noChangeAspect="1" noEditPoints="1" noChangeArrowheads="1" noChangeShapeType="1"/>
              </p14:cNvContentPartPr>
              <p14:nvPr/>
            </p14:nvContentPartPr>
            <p14:xfrm>
              <a:off x="11220450" y="1841500"/>
              <a:ext cx="965200" cy="2019300"/>
            </p14:xfrm>
          </p:contentPart>
        </mc:Choice>
        <mc:Fallback xmlns="">
          <p:pic>
            <p:nvPicPr>
              <p:cNvPr id="19460" name="Ink 4"/>
              <p:cNvPicPr>
                <a:picLocks noRot="1" noChangeAspect="1" noEditPoints="1" noChangeArrowheads="1" noChangeShapeType="1"/>
              </p:cNvPicPr>
              <p:nvPr/>
            </p:nvPicPr>
            <p:blipFill>
              <a:blip r:embed="rId10"/>
              <a:stretch>
                <a:fillRect/>
              </a:stretch>
            </p:blipFill>
            <p:spPr>
              <a:xfrm>
                <a:off x="11211241" y="1832151"/>
                <a:ext cx="983618" cy="203799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9461" name="Ink 5"/>
              <p14:cNvContentPartPr>
                <a14:cpLocks xmlns:a14="http://schemas.microsoft.com/office/drawing/2010/main" noRot="1" noChangeAspect="1" noEditPoints="1" noChangeArrowheads="1" noChangeShapeType="1"/>
              </p14:cNvContentPartPr>
              <p14:nvPr/>
            </p14:nvContentPartPr>
            <p14:xfrm>
              <a:off x="10839450" y="1041400"/>
              <a:ext cx="317500" cy="895350"/>
            </p14:xfrm>
          </p:contentPart>
        </mc:Choice>
        <mc:Fallback xmlns="">
          <p:pic>
            <p:nvPicPr>
              <p:cNvPr id="19461" name="Ink 5"/>
              <p:cNvPicPr>
                <a:picLocks noRot="1" noChangeAspect="1" noEditPoints="1" noChangeArrowheads="1" noChangeShapeType="1"/>
              </p:cNvPicPr>
              <p:nvPr/>
            </p:nvPicPr>
            <p:blipFill>
              <a:blip r:embed="rId12"/>
              <a:stretch>
                <a:fillRect/>
              </a:stretch>
            </p:blipFill>
            <p:spPr>
              <a:xfrm>
                <a:off x="10830133" y="1032055"/>
                <a:ext cx="336134" cy="91404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9462" name="Ink 6"/>
              <p14:cNvContentPartPr>
                <a14:cpLocks xmlns:a14="http://schemas.microsoft.com/office/drawing/2010/main" noRot="1" noChangeAspect="1" noEditPoints="1" noChangeArrowheads="1" noChangeShapeType="1"/>
              </p14:cNvContentPartPr>
              <p14:nvPr/>
            </p14:nvContentPartPr>
            <p14:xfrm>
              <a:off x="5124450" y="5791200"/>
              <a:ext cx="63500" cy="527050"/>
            </p14:xfrm>
          </p:contentPart>
        </mc:Choice>
        <mc:Fallback xmlns="">
          <p:pic>
            <p:nvPicPr>
              <p:cNvPr id="19462" name="Ink 6"/>
              <p:cNvPicPr>
                <a:picLocks noRot="1" noChangeAspect="1" noEditPoints="1" noChangeArrowheads="1" noChangeShapeType="1"/>
              </p:cNvPicPr>
              <p:nvPr/>
            </p:nvPicPr>
            <p:blipFill>
              <a:blip r:embed="rId14"/>
              <a:stretch>
                <a:fillRect/>
              </a:stretch>
            </p:blipFill>
            <p:spPr>
              <a:xfrm>
                <a:off x="5115122" y="5781846"/>
                <a:ext cx="82155" cy="545758"/>
              </a:xfrm>
              <a:prstGeom prst="rect">
                <a:avLst/>
              </a:prstGeom>
            </p:spPr>
          </p:pic>
        </mc:Fallback>
      </mc:AlternateContent>
    </p:spTree>
    <p:extLst>
      <p:ext uri="{BB962C8B-B14F-4D97-AF65-F5344CB8AC3E}">
        <p14:creationId xmlns:p14="http://schemas.microsoft.com/office/powerpoint/2010/main" val="10037701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4" name="矩形 3">
            <a:extLst>
              <a:ext uri="{FF2B5EF4-FFF2-40B4-BE49-F238E27FC236}">
                <a16:creationId xmlns:a16="http://schemas.microsoft.com/office/drawing/2014/main" id="{4FC0B3D0-71EC-4DC9-93C7-C03AF128A8AF}"/>
              </a:ext>
            </a:extLst>
          </p:cNvPr>
          <p:cNvSpPr/>
          <p:nvPr/>
        </p:nvSpPr>
        <p:spPr>
          <a:xfrm>
            <a:off x="1104899" y="1233703"/>
            <a:ext cx="1992262" cy="562783"/>
          </a:xfrm>
          <a:prstGeom prst="rect">
            <a:avLst/>
          </a:prstGeom>
        </p:spPr>
        <p:txBody>
          <a:bodyPr wrap="square">
            <a:spAutoFit/>
          </a:bodyPr>
          <a:lstStyle/>
          <a:p>
            <a:pPr>
              <a:lnSpc>
                <a:spcPct val="200000"/>
              </a:lnSpc>
            </a:pPr>
            <a:r>
              <a:rPr lang="zh-CN" altLang="en-US" b="1" dirty="0">
                <a:solidFill>
                  <a:schemeClr val="accent2"/>
                </a:solidFill>
                <a:latin typeface="微软雅黑" panose="020B0503020204020204" pitchFamily="34" charset="-122"/>
                <a:ea typeface="微软雅黑" panose="020B0503020204020204" pitchFamily="34" charset="-122"/>
              </a:rPr>
              <a:t>基本位操作运算</a:t>
            </a:r>
          </a:p>
        </p:txBody>
      </p:sp>
      <p:sp>
        <p:nvSpPr>
          <p:cNvPr id="5" name="内容占位符 2">
            <a:extLst>
              <a:ext uri="{FF2B5EF4-FFF2-40B4-BE49-F238E27FC236}">
                <a16:creationId xmlns:a16="http://schemas.microsoft.com/office/drawing/2014/main" id="{2AEFC8AF-A586-4CCE-811A-F6A1A61B7063}"/>
              </a:ext>
            </a:extLst>
          </p:cNvPr>
          <p:cNvSpPr txBox="1">
            <a:spLocks/>
          </p:cNvSpPr>
          <p:nvPr/>
        </p:nvSpPr>
        <p:spPr bwMode="auto">
          <a:xfrm>
            <a:off x="1104899" y="1857027"/>
            <a:ext cx="10054714" cy="468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若当前状态为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对</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有下列操作：</a:t>
            </a:r>
            <a:endPar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判断第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位是否为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 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，意思是将</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左移</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位与</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进行与运算后，看结果是否为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将第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位置</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，意思是将</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左移动</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位与</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进行或运算</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将第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位置</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 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，意思是</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与第</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位为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，其余位为</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的数进行与运算。</a:t>
            </a:r>
            <a:endPar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endParaRP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例如：</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s=1010101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=5</a:t>
            </a:r>
          </a:p>
          <a:p>
            <a:pPr marL="342900" marR="0" lvl="0" indent="-342900" algn="l" defTabSz="914400" rtl="0" eaLnBrk="1" fontAlgn="base" latinLnBrk="0" hangingPunct="1">
              <a:lnSpc>
                <a:spcPct val="150000"/>
              </a:lnSpc>
              <a:spcBef>
                <a:spcPct val="20000"/>
              </a:spcBef>
              <a:spcAft>
                <a:spcPct val="0"/>
              </a:spcAft>
              <a:buClrTx/>
              <a:buSzTx/>
              <a:buFont typeface="Arial" panose="020B0604020202020204" pitchFamily="34" charset="0"/>
              <a:buNone/>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sym typeface="Wingdings" panose="05000000000000000000" pitchFamily="2" charset="2"/>
              </a:rPr>
              <a:t>(</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1010101 &amp; 0100000</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0</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 1 &lt;&lt; i: 1010101 | 0100000 =</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1110101</a:t>
            </a:r>
          </a:p>
          <a:p>
            <a:pPr marL="742950" marR="0" lvl="1" indent="-285750" algn="l" defTabSz="914400" rtl="0" eaLnBrk="1" fontAlgn="base" latinLnBrk="0" hangingPunct="1">
              <a:lnSpc>
                <a:spcPct val="150000"/>
              </a:lnSpc>
              <a:spcBef>
                <a:spcPct val="20000"/>
              </a:spcBef>
              <a:spcAft>
                <a:spcPct val="0"/>
              </a:spcAft>
              <a:buClrTx/>
              <a:buSzTx/>
              <a:buFont typeface="Arial" panose="020B0604020202020204" pitchFamily="34" charset="0"/>
              <a:buChar char="–"/>
              <a:tabLst/>
              <a:defRPr/>
            </a:pP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S  &amp; ~(1 &lt;&lt; </a:t>
            </a:r>
            <a:r>
              <a:rPr kumimoji="0" lang="en-US" altLang="zh-CN" sz="1800" i="0" u="none" strike="noStrike" kern="1200" cap="none" spc="0" normalizeH="0" baseline="0" noProof="0" dirty="0" err="1">
                <a:ln>
                  <a:noFill/>
                </a:ln>
                <a:solidFill>
                  <a:sysClr val="windowText" lastClr="000000"/>
                </a:solidFill>
                <a:effectLst/>
                <a:uLnTx/>
                <a:uFillTx/>
                <a:latin typeface="微软雅黑" panose="020B0503020204020204" pitchFamily="34" charset="-122"/>
                <a:ea typeface="微软雅黑" panose="020B0503020204020204" pitchFamily="34" charset="-122"/>
              </a:rPr>
              <a:t>i</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1010101 &amp; 1011111</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a:t>
            </a:r>
            <a:r>
              <a:rPr kumimoji="0" lang="zh-CN" altLang="en-US"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 </a:t>
            </a:r>
            <a:r>
              <a:rPr kumimoji="0" lang="en-US" altLang="zh-CN" sz="1800" i="0" u="none" strike="noStrike" kern="1200" cap="none" spc="0" normalizeH="0" baseline="0" noProof="0" dirty="0">
                <a:ln>
                  <a:noFill/>
                </a:ln>
                <a:solidFill>
                  <a:sysClr val="windowText" lastClr="000000"/>
                </a:solidFill>
                <a:effectLst/>
                <a:uLnTx/>
                <a:uFillTx/>
                <a:latin typeface="微软雅黑" panose="020B0503020204020204" pitchFamily="34" charset="-122"/>
                <a:ea typeface="微软雅黑" panose="020B0503020204020204" pitchFamily="34" charset="-122"/>
              </a:rPr>
              <a:t>1010101</a:t>
            </a: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zh-CN" sz="2400" b="1" i="0" u="none" strike="noStrike" kern="1200" cap="none" spc="0" normalizeH="0" baseline="0" noProof="0" dirty="0">
              <a:ln>
                <a:noFill/>
              </a:ln>
              <a:solidFill>
                <a:sysClr val="windowText" lastClr="000000"/>
              </a:solidFill>
              <a:effectLst/>
              <a:uLnTx/>
              <a:uFillTx/>
              <a:latin typeface="Calibri"/>
              <a:ea typeface="宋体" panose="02010600030101010101" pitchFamily="2" charset="-122"/>
              <a:cs typeface="+mn-cs"/>
            </a:endParaRPr>
          </a:p>
          <a:p>
            <a:pPr marL="742950" marR="0" lvl="1" indent="-285750" algn="l" defTabSz="914400" rtl="0" eaLnBrk="1" fontAlgn="base" latinLnBrk="0" hangingPunct="1">
              <a:lnSpc>
                <a:spcPct val="100000"/>
              </a:lnSpc>
              <a:spcBef>
                <a:spcPct val="20000"/>
              </a:spcBef>
              <a:spcAft>
                <a:spcPct val="0"/>
              </a:spcAft>
              <a:buClrTx/>
              <a:buSzTx/>
              <a:buFont typeface="Arial" panose="020B0604020202020204" pitchFamily="34" charset="0"/>
              <a:buChar char="–"/>
              <a:tabLst/>
              <a:defRPr/>
            </a:pPr>
            <a:endParaRPr kumimoji="0" lang="en-US" altLang="zh-CN" sz="2400" b="1" i="0" u="none" strike="noStrike" kern="1200" cap="none" spc="0" normalizeH="0" baseline="0" noProof="0" dirty="0">
              <a:ln>
                <a:noFill/>
              </a:ln>
              <a:solidFill>
                <a:sysClr val="windowText" lastClr="000000"/>
              </a:solidFill>
              <a:effectLst/>
              <a:uLnTx/>
              <a:uFillTx/>
              <a:latin typeface="Calibri"/>
              <a:ea typeface="宋体" panose="02010600030101010101" pitchFamily="2" charset="-122"/>
              <a:cs typeface="+mn-cs"/>
            </a:endParaRPr>
          </a:p>
        </p:txBody>
      </p:sp>
      <mc:AlternateContent xmlns:mc="http://schemas.openxmlformats.org/markup-compatibility/2006" xmlns:p14="http://schemas.microsoft.com/office/powerpoint/2010/main">
        <mc:Choice Requires="p14">
          <p:contentPart p14:bwMode="auto" r:id="rId2">
            <p14:nvContentPartPr>
              <p14:cNvPr id="17409" name="Ink 1"/>
              <p14:cNvContentPartPr>
                <a14:cpLocks xmlns:a14="http://schemas.microsoft.com/office/drawing/2010/main" noRot="1" noChangeAspect="1" noEditPoints="1" noChangeArrowheads="1" noChangeShapeType="1"/>
              </p14:cNvContentPartPr>
              <p14:nvPr/>
            </p14:nvContentPartPr>
            <p14:xfrm>
              <a:off x="5937250" y="190500"/>
              <a:ext cx="5359400" cy="2266950"/>
            </p14:xfrm>
          </p:contentPart>
        </mc:Choice>
        <mc:Fallback xmlns="">
          <p:pic>
            <p:nvPicPr>
              <p:cNvPr id="17409" name="Ink 1"/>
              <p:cNvPicPr>
                <a:picLocks noRot="1" noChangeAspect="1" noEditPoints="1" noChangeArrowheads="1" noChangeShapeType="1"/>
              </p:cNvPicPr>
              <p:nvPr/>
            </p:nvPicPr>
            <p:blipFill>
              <a:blip r:embed="rId3"/>
              <a:stretch>
                <a:fillRect/>
              </a:stretch>
            </p:blipFill>
            <p:spPr>
              <a:xfrm>
                <a:off x="5927893" y="181181"/>
                <a:ext cx="5378114" cy="228558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7410" name="Ink 2"/>
              <p14:cNvContentPartPr>
                <a14:cpLocks xmlns:a14="http://schemas.microsoft.com/office/drawing/2010/main" noRot="1" noChangeAspect="1" noEditPoints="1" noChangeArrowheads="1" noChangeShapeType="1"/>
              </p14:cNvContentPartPr>
              <p14:nvPr/>
            </p14:nvContentPartPr>
            <p14:xfrm>
              <a:off x="1181100" y="2228850"/>
              <a:ext cx="819150" cy="546100"/>
            </p14:xfrm>
          </p:contentPart>
        </mc:Choice>
        <mc:Fallback xmlns="">
          <p:pic>
            <p:nvPicPr>
              <p:cNvPr id="17410" name="Ink 2"/>
              <p:cNvPicPr>
                <a:picLocks noRot="1" noChangeAspect="1" noEditPoints="1" noChangeArrowheads="1" noChangeShapeType="1"/>
              </p:cNvPicPr>
              <p:nvPr/>
            </p:nvPicPr>
            <p:blipFill>
              <a:blip r:embed="rId5"/>
              <a:stretch>
                <a:fillRect/>
              </a:stretch>
            </p:blipFill>
            <p:spPr>
              <a:xfrm>
                <a:off x="1171742" y="2219533"/>
                <a:ext cx="837865" cy="564733"/>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7411" name="Ink 3"/>
              <p14:cNvContentPartPr>
                <a14:cpLocks xmlns:a14="http://schemas.microsoft.com/office/drawing/2010/main" noRot="1" noChangeAspect="1" noEditPoints="1" noChangeArrowheads="1" noChangeShapeType="1"/>
              </p14:cNvContentPartPr>
              <p14:nvPr/>
            </p14:nvContentPartPr>
            <p14:xfrm>
              <a:off x="76200" y="1111250"/>
              <a:ext cx="1257300" cy="241300"/>
            </p14:xfrm>
          </p:contentPart>
        </mc:Choice>
        <mc:Fallback xmlns="">
          <p:pic>
            <p:nvPicPr>
              <p:cNvPr id="17411" name="Ink 3"/>
              <p:cNvPicPr>
                <a:picLocks noRot="1" noChangeAspect="1" noEditPoints="1" noChangeArrowheads="1" noChangeShapeType="1"/>
              </p:cNvPicPr>
              <p:nvPr/>
            </p:nvPicPr>
            <p:blipFill>
              <a:blip r:embed="rId7"/>
              <a:stretch>
                <a:fillRect/>
              </a:stretch>
            </p:blipFill>
            <p:spPr>
              <a:xfrm>
                <a:off x="66841" y="1102262"/>
                <a:ext cx="1276017" cy="259277"/>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7412" name="Ink 4"/>
              <p14:cNvContentPartPr>
                <a14:cpLocks xmlns:a14="http://schemas.microsoft.com/office/drawing/2010/main" noRot="1" noChangeAspect="1" noEditPoints="1" noChangeArrowheads="1" noChangeShapeType="1"/>
              </p14:cNvContentPartPr>
              <p14:nvPr/>
            </p14:nvContentPartPr>
            <p14:xfrm>
              <a:off x="234950" y="2146300"/>
              <a:ext cx="1924050" cy="139700"/>
            </p14:xfrm>
          </p:contentPart>
        </mc:Choice>
        <mc:Fallback xmlns="">
          <p:pic>
            <p:nvPicPr>
              <p:cNvPr id="17412" name="Ink 4"/>
              <p:cNvPicPr>
                <a:picLocks noRot="1" noChangeAspect="1" noEditPoints="1" noChangeArrowheads="1" noChangeShapeType="1"/>
              </p:cNvPicPr>
              <p:nvPr/>
            </p:nvPicPr>
            <p:blipFill>
              <a:blip r:embed="rId9"/>
              <a:stretch>
                <a:fillRect/>
              </a:stretch>
            </p:blipFill>
            <p:spPr>
              <a:xfrm>
                <a:off x="225591" y="2136963"/>
                <a:ext cx="1942769" cy="158375"/>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7413" name="Ink 5"/>
              <p14:cNvContentPartPr>
                <a14:cpLocks xmlns:a14="http://schemas.microsoft.com/office/drawing/2010/main" noRot="1" noChangeAspect="1" noEditPoints="1" noChangeArrowheads="1" noChangeShapeType="1"/>
              </p14:cNvContentPartPr>
              <p14:nvPr/>
            </p14:nvContentPartPr>
            <p14:xfrm>
              <a:off x="2317750" y="3689350"/>
              <a:ext cx="387350" cy="476250"/>
            </p14:xfrm>
          </p:contentPart>
        </mc:Choice>
        <mc:Fallback xmlns="">
          <p:pic>
            <p:nvPicPr>
              <p:cNvPr id="17413" name="Ink 5"/>
              <p:cNvPicPr>
                <a:picLocks noRot="1" noChangeAspect="1" noEditPoints="1" noChangeArrowheads="1" noChangeShapeType="1"/>
              </p:cNvPicPr>
              <p:nvPr/>
            </p:nvPicPr>
            <p:blipFill>
              <a:blip r:embed="rId11"/>
              <a:stretch>
                <a:fillRect/>
              </a:stretch>
            </p:blipFill>
            <p:spPr>
              <a:xfrm>
                <a:off x="2308399" y="3680005"/>
                <a:ext cx="406052" cy="494941"/>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7414" name="Ink 6"/>
              <p14:cNvContentPartPr>
                <a14:cpLocks xmlns:a14="http://schemas.microsoft.com/office/drawing/2010/main" noRot="1" noChangeAspect="1" noEditPoints="1" noChangeArrowheads="1" noChangeShapeType="1"/>
              </p14:cNvContentPartPr>
              <p14:nvPr/>
            </p14:nvContentPartPr>
            <p14:xfrm>
              <a:off x="9061450" y="3352800"/>
              <a:ext cx="812800" cy="920750"/>
            </p14:xfrm>
          </p:contentPart>
        </mc:Choice>
        <mc:Fallback xmlns="">
          <p:pic>
            <p:nvPicPr>
              <p:cNvPr id="17414" name="Ink 6"/>
              <p:cNvPicPr>
                <a:picLocks noRot="1" noChangeAspect="1" noEditPoints="1" noChangeArrowheads="1" noChangeShapeType="1"/>
              </p:cNvPicPr>
              <p:nvPr/>
            </p:nvPicPr>
            <p:blipFill>
              <a:blip r:embed="rId13"/>
              <a:stretch>
                <a:fillRect/>
              </a:stretch>
            </p:blipFill>
            <p:spPr>
              <a:xfrm>
                <a:off x="9052091" y="3343445"/>
                <a:ext cx="831518" cy="939460"/>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7415" name="Ink 7"/>
              <p14:cNvContentPartPr>
                <a14:cpLocks xmlns:a14="http://schemas.microsoft.com/office/drawing/2010/main" noRot="1" noChangeAspect="1" noEditPoints="1" noChangeArrowheads="1" noChangeShapeType="1"/>
              </p14:cNvContentPartPr>
              <p14:nvPr/>
            </p14:nvContentPartPr>
            <p14:xfrm>
              <a:off x="2336800" y="1822450"/>
              <a:ext cx="3702050" cy="1098550"/>
            </p14:xfrm>
          </p:contentPart>
        </mc:Choice>
        <mc:Fallback xmlns="">
          <p:pic>
            <p:nvPicPr>
              <p:cNvPr id="17415" name="Ink 7"/>
              <p:cNvPicPr>
                <a:picLocks noRot="1" noChangeAspect="1" noEditPoints="1" noChangeArrowheads="1" noChangeShapeType="1"/>
              </p:cNvPicPr>
              <p:nvPr/>
            </p:nvPicPr>
            <p:blipFill>
              <a:blip r:embed="rId15"/>
              <a:stretch>
                <a:fillRect/>
              </a:stretch>
            </p:blipFill>
            <p:spPr>
              <a:xfrm>
                <a:off x="2327460" y="1813158"/>
                <a:ext cx="3720729" cy="1117133"/>
              </a:xfrm>
              <a:prstGeom prst="rect">
                <a:avLst/>
              </a:prstGeom>
            </p:spPr>
          </p:pic>
        </mc:Fallback>
      </mc:AlternateContent>
    </p:spTree>
    <p:extLst>
      <p:ext uri="{BB962C8B-B14F-4D97-AF65-F5344CB8AC3E}">
        <p14:creationId xmlns:p14="http://schemas.microsoft.com/office/powerpoint/2010/main" val="3511726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1034649" y="1173162"/>
            <a:ext cx="10050933" cy="3228897"/>
          </a:xfrm>
          <a:prstGeom prst="rect">
            <a:avLst/>
          </a:prstGeom>
        </p:spPr>
        <p:txBody>
          <a:bodyPr wrap="square">
            <a:spAutoFit/>
          </a:bodyPr>
          <a:lstStyle/>
          <a:p>
            <a:pPr>
              <a:lnSpc>
                <a:spcPct val="20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例</a:t>
            </a:r>
            <a:r>
              <a:rPr lang="en-US" altLang="zh-CN" b="1" dirty="0">
                <a:solidFill>
                  <a:schemeClr val="accent2"/>
                </a:solidFill>
                <a:latin typeface="微软雅黑" panose="020B0503020204020204" pitchFamily="34" charset="-122"/>
                <a:ea typeface="微软雅黑" panose="020B0503020204020204" pitchFamily="34" charset="-122"/>
              </a:rPr>
              <a:t>2】Mondriaan’s Dream POJ2411</a:t>
            </a:r>
            <a:endParaRPr lang="zh-CN" altLang="en-US" b="1" dirty="0">
              <a:solidFill>
                <a:schemeClr val="accent2"/>
              </a:solidFill>
              <a:latin typeface="微软雅黑" panose="020B0503020204020204" pitchFamily="34" charset="-122"/>
              <a:ea typeface="微软雅黑" panose="020B0503020204020204" pitchFamily="34" charset="-122"/>
            </a:endParaRPr>
          </a:p>
          <a:p>
            <a:pPr>
              <a:lnSpc>
                <a:spcPct val="200000"/>
              </a:lnSpc>
            </a:pPr>
            <a:r>
              <a:rPr lang="zh-CN" altLang="en-US" dirty="0">
                <a:latin typeface="微软雅黑" panose="020B0503020204020204" pitchFamily="34" charset="-122"/>
                <a:ea typeface="微软雅黑" panose="020B0503020204020204" pitchFamily="34" charset="-122"/>
              </a:rPr>
              <a:t>给出一个</a:t>
            </a:r>
            <a:r>
              <a:rPr lang="en-US" altLang="zh-CN" dirty="0">
                <a:latin typeface="微软雅黑" panose="020B0503020204020204" pitchFamily="34" charset="-122"/>
                <a:ea typeface="微软雅黑" panose="020B0503020204020204" pitchFamily="34" charset="-122"/>
              </a:rPr>
              <a:t>W</a:t>
            </a:r>
            <a:r>
              <a:rPr lang="zh-CN" altLang="en-US" dirty="0">
                <a:latin typeface="微软雅黑" panose="020B0503020204020204" pitchFamily="34" charset="-122"/>
                <a:ea typeface="微软雅黑" panose="020B0503020204020204" pitchFamily="34" charset="-122"/>
              </a:rPr>
              <a:t>行</a:t>
            </a:r>
            <a:r>
              <a:rPr lang="en-US" altLang="zh-CN" dirty="0">
                <a:latin typeface="微软雅黑" panose="020B0503020204020204" pitchFamily="34" charset="-122"/>
                <a:ea typeface="微软雅黑" panose="020B0503020204020204" pitchFamily="34" charset="-122"/>
              </a:rPr>
              <a:t>H</a:t>
            </a:r>
            <a:r>
              <a:rPr lang="zh-CN" altLang="en-US" dirty="0">
                <a:latin typeface="微软雅黑" panose="020B0503020204020204" pitchFamily="34" charset="-122"/>
                <a:ea typeface="微软雅黑" panose="020B0503020204020204" pitchFamily="34" charset="-122"/>
              </a:rPr>
              <a:t>列的广场</a:t>
            </a:r>
          </a:p>
          <a:p>
            <a:pPr>
              <a:lnSpc>
                <a:spcPct val="200000"/>
              </a:lnSpc>
            </a:pPr>
            <a:r>
              <a:rPr lang="zh-CN" altLang="en-US" dirty="0">
                <a:latin typeface="微软雅黑" panose="020B0503020204020204" pitchFamily="34" charset="-122"/>
                <a:ea typeface="微软雅黑" panose="020B0503020204020204" pitchFamily="34" charset="-122"/>
              </a:rPr>
              <a:t>用</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小砖铺盖，小砖之间互相不能重叠</a:t>
            </a:r>
          </a:p>
          <a:p>
            <a:pPr>
              <a:lnSpc>
                <a:spcPct val="200000"/>
              </a:lnSpc>
            </a:pPr>
            <a:r>
              <a:rPr lang="zh-CN" altLang="en-US" dirty="0">
                <a:latin typeface="微软雅黑" panose="020B0503020204020204" pitchFamily="34" charset="-122"/>
                <a:ea typeface="微软雅黑" panose="020B0503020204020204" pitchFamily="34" charset="-122"/>
              </a:rPr>
              <a:t>问有多少种不同的铺法？</a:t>
            </a:r>
          </a:p>
          <a:p>
            <a:pPr>
              <a:lnSpc>
                <a:spcPct val="200000"/>
              </a:lnSpc>
            </a:pPr>
            <a:r>
              <a:rPr lang="en-US" altLang="zh-CN" dirty="0">
                <a:latin typeface="微软雅黑" panose="020B0503020204020204" pitchFamily="34" charset="-122"/>
                <a:ea typeface="微软雅黑" panose="020B0503020204020204" pitchFamily="34" charset="-122"/>
              </a:rPr>
              <a:t>1&lt;=W</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H&lt;=11</a:t>
            </a:r>
          </a:p>
          <a:p>
            <a:pPr>
              <a:lnSpc>
                <a:spcPct val="150000"/>
              </a:lnSpc>
            </a:pPr>
            <a:endParaRPr lang="en-US" altLang="zh-CN" dirty="0">
              <a:latin typeface="微软雅黑" panose="020B0503020204020204" pitchFamily="34" charset="-122"/>
              <a:ea typeface="微软雅黑" panose="020B0503020204020204" pitchFamily="34" charset="-122"/>
            </a:endParaRPr>
          </a:p>
        </p:txBody>
      </p:sp>
      <p:sp>
        <p:nvSpPr>
          <p:cNvPr id="16385" name="Rectangle 1"/>
          <p:cNvSpPr>
            <a:spLocks noChangeArrowheads="1"/>
          </p:cNvSpPr>
          <p:nvPr/>
        </p:nvSpPr>
        <p:spPr bwMode="auto">
          <a:xfrm>
            <a:off x="1124125" y="3889815"/>
            <a:ext cx="1657826" cy="2968185"/>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lang="zh-CN" altLang="zh-CN" dirty="0">
                <a:latin typeface="微软雅黑" pitchFamily="34" charset="-122"/>
                <a:ea typeface="微软雅黑" pitchFamily="34" charset="-122"/>
              </a:rPr>
              <a:t>Sample Input</a:t>
            </a: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1 2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1 3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1 4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2 2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2 3</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2 4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2 11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4 11 </a:t>
            </a:r>
            <a:endParaRPr kumimoji="0" lang="en-US"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zh-CN" altLang="zh-CN" sz="1200" b="0" i="0" u="none" strike="noStrike" cap="none" normalizeH="0" baseline="0" dirty="0">
                <a:ln>
                  <a:noFill/>
                </a:ln>
                <a:solidFill>
                  <a:srgbClr val="000000"/>
                </a:solidFill>
                <a:effectLst/>
                <a:latin typeface="微软雅黑" pitchFamily="34" charset="-122"/>
                <a:ea typeface="微软雅黑" pitchFamily="34" charset="-122"/>
                <a:cs typeface="Courier New" pitchFamily="49" charset="0"/>
              </a:rPr>
              <a:t>0 0</a:t>
            </a:r>
            <a:r>
              <a:rPr kumimoji="0" lang="zh-CN" altLang="zh-CN" sz="105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rPr>
              <a:t> </a:t>
            </a:r>
            <a:endParaRPr kumimoji="0" lang="zh-CN" altLang="zh-CN" sz="2800" b="0" i="0" u="none" strike="noStrike" cap="none" normalizeH="0" baseline="0" dirty="0">
              <a:ln>
                <a:noFill/>
              </a:ln>
              <a:solidFill>
                <a:schemeClr val="tx1"/>
              </a:solidFill>
              <a:effectLst/>
              <a:latin typeface="微软雅黑" pitchFamily="34" charset="-122"/>
              <a:ea typeface="微软雅黑" pitchFamily="34" charset="-122"/>
              <a:cs typeface="宋体" pitchFamily="2" charset="-122"/>
            </a:endParaRPr>
          </a:p>
        </p:txBody>
      </p:sp>
      <p:sp>
        <p:nvSpPr>
          <p:cNvPr id="16386" name="Rectangle 2"/>
          <p:cNvSpPr>
            <a:spLocks noChangeArrowheads="1"/>
          </p:cNvSpPr>
          <p:nvPr/>
        </p:nvSpPr>
        <p:spPr bwMode="auto">
          <a:xfrm>
            <a:off x="3145871" y="3994504"/>
            <a:ext cx="3022600" cy="258532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lang="zh-CN" altLang="zh-CN" dirty="0">
                <a:latin typeface="微软雅黑" pitchFamily="34" charset="-122"/>
                <a:ea typeface="微软雅黑" pitchFamily="34" charset="-122"/>
              </a:rPr>
              <a:t>Sample Output</a:t>
            </a: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1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0</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1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2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3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5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144 </a:t>
            </a:r>
            <a:endParaRPr lang="en-US" altLang="zh-CN" sz="1200" dirty="0">
              <a:solidFill>
                <a:srgbClr val="000000"/>
              </a:solidFill>
              <a:latin typeface="微软雅黑" pitchFamily="34" charset="-122"/>
              <a:ea typeface="微软雅黑" pitchFamily="34" charset="-122"/>
              <a:cs typeface="Courier New" pitchFamily="49"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zh-CN" altLang="zh-CN" sz="1200" dirty="0">
                <a:solidFill>
                  <a:srgbClr val="000000"/>
                </a:solidFill>
                <a:latin typeface="微软雅黑" pitchFamily="34" charset="-122"/>
                <a:ea typeface="微软雅黑" pitchFamily="34" charset="-122"/>
                <a:cs typeface="Courier New" pitchFamily="49" charset="0"/>
              </a:rPr>
              <a:t>51205 </a:t>
            </a:r>
          </a:p>
        </p:txBody>
      </p:sp>
      <mc:AlternateContent xmlns:mc="http://schemas.openxmlformats.org/markup-compatibility/2006" xmlns:p14="http://schemas.microsoft.com/office/powerpoint/2010/main">
        <mc:Choice Requires="p14">
          <p:contentPart p14:bwMode="auto" r:id="rId2">
            <p14:nvContentPartPr>
              <p14:cNvPr id="16387" name="Ink 3"/>
              <p14:cNvContentPartPr>
                <a14:cpLocks xmlns:a14="http://schemas.microsoft.com/office/drawing/2010/main" noRot="1" noChangeAspect="1" noEditPoints="1" noChangeArrowheads="1" noChangeShapeType="1"/>
              </p14:cNvContentPartPr>
              <p14:nvPr/>
            </p14:nvContentPartPr>
            <p14:xfrm>
              <a:off x="10483850" y="2247900"/>
              <a:ext cx="1701800" cy="1682750"/>
            </p14:xfrm>
          </p:contentPart>
        </mc:Choice>
        <mc:Fallback xmlns="">
          <p:pic>
            <p:nvPicPr>
              <p:cNvPr id="16387" name="Ink 3"/>
              <p:cNvPicPr>
                <a:picLocks noRot="1" noChangeAspect="1" noEditPoints="1" noChangeArrowheads="1" noChangeShapeType="1"/>
              </p:cNvPicPr>
              <p:nvPr/>
            </p:nvPicPr>
            <p:blipFill>
              <a:blip r:embed="rId3"/>
              <a:stretch>
                <a:fillRect/>
              </a:stretch>
            </p:blipFill>
            <p:spPr>
              <a:xfrm>
                <a:off x="10474511" y="2238541"/>
                <a:ext cx="1720477" cy="1701467"/>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6388" name="Ink 4"/>
              <p14:cNvContentPartPr>
                <a14:cpLocks xmlns:a14="http://schemas.microsoft.com/office/drawing/2010/main" noRot="1" noChangeAspect="1" noEditPoints="1" noChangeArrowheads="1" noChangeShapeType="1"/>
              </p14:cNvContentPartPr>
              <p14:nvPr/>
            </p14:nvContentPartPr>
            <p14:xfrm>
              <a:off x="0" y="0"/>
              <a:ext cx="11658600" cy="1631950"/>
            </p14:xfrm>
          </p:contentPart>
        </mc:Choice>
        <mc:Fallback xmlns="">
          <p:pic>
            <p:nvPicPr>
              <p:cNvPr id="16388" name="Ink 4"/>
              <p:cNvPicPr>
                <a:picLocks noRot="1" noChangeAspect="1" noEditPoints="1" noChangeArrowheads="1" noChangeShapeType="1"/>
              </p:cNvPicPr>
              <p:nvPr/>
            </p:nvPicPr>
            <p:blipFill>
              <a:blip r:embed="rId5"/>
              <a:stretch>
                <a:fillRect/>
              </a:stretch>
            </p:blipFill>
            <p:spPr>
              <a:xfrm>
                <a:off x="-9360" y="-9358"/>
                <a:ext cx="11677320" cy="165066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6389" name="Ink 5"/>
              <p14:cNvContentPartPr>
                <a14:cpLocks xmlns:a14="http://schemas.microsoft.com/office/drawing/2010/main" noRot="1" noChangeAspect="1" noEditPoints="1" noChangeArrowheads="1" noChangeShapeType="1"/>
              </p14:cNvContentPartPr>
              <p14:nvPr/>
            </p14:nvContentPartPr>
            <p14:xfrm>
              <a:off x="6388100" y="241300"/>
              <a:ext cx="5511800" cy="1511300"/>
            </p14:xfrm>
          </p:contentPart>
        </mc:Choice>
        <mc:Fallback xmlns="">
          <p:pic>
            <p:nvPicPr>
              <p:cNvPr id="16389" name="Ink 5"/>
              <p:cNvPicPr>
                <a:picLocks noRot="1" noChangeAspect="1" noEditPoints="1" noChangeArrowheads="1" noChangeShapeType="1"/>
              </p:cNvPicPr>
              <p:nvPr/>
            </p:nvPicPr>
            <p:blipFill>
              <a:blip r:embed="rId7"/>
              <a:stretch>
                <a:fillRect/>
              </a:stretch>
            </p:blipFill>
            <p:spPr>
              <a:xfrm>
                <a:off x="6378743" y="231902"/>
                <a:ext cx="5530513" cy="1530096"/>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6390" name="Ink 6"/>
              <p14:cNvContentPartPr>
                <a14:cpLocks xmlns:a14="http://schemas.microsoft.com/office/drawing/2010/main" noRot="1" noChangeAspect="1" noEditPoints="1" noChangeArrowheads="1" noChangeShapeType="1"/>
              </p14:cNvContentPartPr>
              <p14:nvPr/>
            </p14:nvContentPartPr>
            <p14:xfrm>
              <a:off x="2425700" y="857250"/>
              <a:ext cx="3854450" cy="2603500"/>
            </p14:xfrm>
          </p:contentPart>
        </mc:Choice>
        <mc:Fallback xmlns="">
          <p:pic>
            <p:nvPicPr>
              <p:cNvPr id="16390" name="Ink 6"/>
              <p:cNvPicPr>
                <a:picLocks noRot="1" noChangeAspect="1" noEditPoints="1" noChangeArrowheads="1" noChangeShapeType="1"/>
              </p:cNvPicPr>
              <p:nvPr/>
            </p:nvPicPr>
            <p:blipFill>
              <a:blip r:embed="rId9"/>
              <a:stretch>
                <a:fillRect/>
              </a:stretch>
            </p:blipFill>
            <p:spPr>
              <a:xfrm>
                <a:off x="2416347" y="847891"/>
                <a:ext cx="3873156" cy="262221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6391" name="Ink 7"/>
              <p14:cNvContentPartPr>
                <a14:cpLocks xmlns:a14="http://schemas.microsoft.com/office/drawing/2010/main" noRot="1" noChangeAspect="1" noEditPoints="1" noChangeArrowheads="1" noChangeShapeType="1"/>
              </p14:cNvContentPartPr>
              <p14:nvPr/>
            </p14:nvContentPartPr>
            <p14:xfrm>
              <a:off x="11023600" y="1670050"/>
              <a:ext cx="6350" cy="12700"/>
            </p14:xfrm>
          </p:contentPart>
        </mc:Choice>
        <mc:Fallback xmlns="">
          <p:pic>
            <p:nvPicPr>
              <p:cNvPr id="16391" name="Ink 7"/>
              <p:cNvPicPr>
                <a:picLocks noRot="1" noChangeAspect="1" noEditPoints="1" noChangeArrowheads="1" noChangeShapeType="1"/>
              </p:cNvPicPr>
              <p:nvPr/>
            </p:nvPicPr>
            <p:blipFill>
              <a:blip r:embed="rId11"/>
              <a:stretch>
                <a:fillRect/>
              </a:stretch>
            </p:blipFill>
            <p:spPr>
              <a:xfrm>
                <a:off x="11014911" y="1660878"/>
                <a:ext cx="23729" cy="31044"/>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6392" name="Ink 8"/>
              <p14:cNvContentPartPr>
                <a14:cpLocks xmlns:a14="http://schemas.microsoft.com/office/drawing/2010/main" noRot="1" noChangeAspect="1" noEditPoints="1" noChangeArrowheads="1" noChangeShapeType="1"/>
              </p14:cNvContentPartPr>
              <p14:nvPr/>
            </p14:nvContentPartPr>
            <p14:xfrm>
              <a:off x="9779000" y="1397000"/>
              <a:ext cx="469900" cy="368300"/>
            </p14:xfrm>
          </p:contentPart>
        </mc:Choice>
        <mc:Fallback xmlns="">
          <p:pic>
            <p:nvPicPr>
              <p:cNvPr id="16392" name="Ink 8"/>
              <p:cNvPicPr>
                <a:picLocks noRot="1" noChangeAspect="1" noEditPoints="1" noChangeArrowheads="1" noChangeShapeType="1"/>
              </p:cNvPicPr>
              <p:nvPr/>
            </p:nvPicPr>
            <p:blipFill>
              <a:blip r:embed="rId13"/>
              <a:stretch>
                <a:fillRect/>
              </a:stretch>
            </p:blipFill>
            <p:spPr>
              <a:xfrm>
                <a:off x="9769765" y="1387649"/>
                <a:ext cx="488369" cy="387003"/>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6393" name="Ink 9"/>
              <p14:cNvContentPartPr>
                <a14:cpLocks xmlns:a14="http://schemas.microsoft.com/office/drawing/2010/main" noRot="1" noChangeAspect="1" noEditPoints="1" noChangeArrowheads="1" noChangeShapeType="1"/>
              </p14:cNvContentPartPr>
              <p14:nvPr/>
            </p14:nvContentPartPr>
            <p14:xfrm>
              <a:off x="10521950" y="1282700"/>
              <a:ext cx="514350" cy="482600"/>
            </p14:xfrm>
          </p:contentPart>
        </mc:Choice>
        <mc:Fallback xmlns="">
          <p:pic>
            <p:nvPicPr>
              <p:cNvPr id="16393" name="Ink 9"/>
              <p:cNvPicPr>
                <a:picLocks noRot="1" noChangeAspect="1" noEditPoints="1" noChangeArrowheads="1" noChangeShapeType="1"/>
              </p:cNvPicPr>
              <p:nvPr/>
            </p:nvPicPr>
            <p:blipFill>
              <a:blip r:embed="rId15"/>
              <a:stretch>
                <a:fillRect/>
              </a:stretch>
            </p:blipFill>
            <p:spPr>
              <a:xfrm>
                <a:off x="10512592" y="1273350"/>
                <a:ext cx="533067" cy="50130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6394" name="Ink 10"/>
              <p14:cNvContentPartPr>
                <a14:cpLocks xmlns:a14="http://schemas.microsoft.com/office/drawing/2010/main" noRot="1" noChangeAspect="1" noEditPoints="1" noChangeArrowheads="1" noChangeShapeType="1"/>
              </p14:cNvContentPartPr>
              <p14:nvPr/>
            </p14:nvContentPartPr>
            <p14:xfrm>
              <a:off x="8166100" y="4756150"/>
              <a:ext cx="774700" cy="374650"/>
            </p14:xfrm>
          </p:contentPart>
        </mc:Choice>
        <mc:Fallback xmlns="">
          <p:pic>
            <p:nvPicPr>
              <p:cNvPr id="16394" name="Ink 10"/>
              <p:cNvPicPr>
                <a:picLocks noRot="1" noChangeAspect="1" noEditPoints="1" noChangeArrowheads="1" noChangeShapeType="1"/>
              </p:cNvPicPr>
              <p:nvPr/>
            </p:nvPicPr>
            <p:blipFill>
              <a:blip r:embed="rId17"/>
              <a:stretch>
                <a:fillRect/>
              </a:stretch>
            </p:blipFill>
            <p:spPr>
              <a:xfrm>
                <a:off x="8156753" y="4746793"/>
                <a:ext cx="793393" cy="39336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6395" name="Ink 11"/>
              <p14:cNvContentPartPr>
                <a14:cpLocks xmlns:a14="http://schemas.microsoft.com/office/drawing/2010/main" noRot="1" noChangeAspect="1" noEditPoints="1" noChangeArrowheads="1" noChangeShapeType="1"/>
              </p14:cNvContentPartPr>
              <p14:nvPr/>
            </p14:nvContentPartPr>
            <p14:xfrm>
              <a:off x="8051800" y="1479550"/>
              <a:ext cx="698500" cy="1308100"/>
            </p14:xfrm>
          </p:contentPart>
        </mc:Choice>
        <mc:Fallback xmlns="">
          <p:pic>
            <p:nvPicPr>
              <p:cNvPr id="16395" name="Ink 11"/>
              <p:cNvPicPr>
                <a:picLocks noRot="1" noChangeAspect="1" noEditPoints="1" noChangeArrowheads="1" noChangeShapeType="1"/>
              </p:cNvPicPr>
              <p:nvPr/>
            </p:nvPicPr>
            <p:blipFill>
              <a:blip r:embed="rId19"/>
              <a:stretch>
                <a:fillRect/>
              </a:stretch>
            </p:blipFill>
            <p:spPr>
              <a:xfrm>
                <a:off x="8042443" y="1470191"/>
                <a:ext cx="717213" cy="132681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6396" name="Ink 12"/>
              <p14:cNvContentPartPr>
                <a14:cpLocks xmlns:a14="http://schemas.microsoft.com/office/drawing/2010/main" noRot="1" noChangeAspect="1" noEditPoints="1" noChangeArrowheads="1" noChangeShapeType="1"/>
              </p14:cNvContentPartPr>
              <p14:nvPr/>
            </p14:nvContentPartPr>
            <p14:xfrm>
              <a:off x="1771650" y="1720850"/>
              <a:ext cx="31750" cy="12700"/>
            </p14:xfrm>
          </p:contentPart>
        </mc:Choice>
        <mc:Fallback xmlns="">
          <p:pic>
            <p:nvPicPr>
              <p:cNvPr id="16396" name="Ink 12"/>
              <p:cNvPicPr>
                <a:picLocks noRot="1" noChangeAspect="1" noEditPoints="1" noChangeArrowheads="1" noChangeShapeType="1"/>
              </p:cNvPicPr>
              <p:nvPr/>
            </p:nvPicPr>
            <p:blipFill>
              <a:blip r:embed="rId21"/>
              <a:stretch>
                <a:fillRect/>
              </a:stretch>
            </p:blipFill>
            <p:spPr>
              <a:xfrm>
                <a:off x="1762375" y="1711678"/>
                <a:ext cx="50301" cy="31044"/>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6397" name="Ink 13"/>
              <p14:cNvContentPartPr>
                <a14:cpLocks xmlns:a14="http://schemas.microsoft.com/office/drawing/2010/main" noRot="1" noChangeAspect="1" noEditPoints="1" noChangeArrowheads="1" noChangeShapeType="1"/>
              </p14:cNvContentPartPr>
              <p14:nvPr/>
            </p14:nvContentPartPr>
            <p14:xfrm>
              <a:off x="469900" y="1873250"/>
              <a:ext cx="25400" cy="177800"/>
            </p14:xfrm>
          </p:contentPart>
        </mc:Choice>
        <mc:Fallback xmlns="">
          <p:pic>
            <p:nvPicPr>
              <p:cNvPr id="16397" name="Ink 13"/>
              <p:cNvPicPr>
                <a:picLocks noRot="1" noChangeAspect="1" noEditPoints="1" noChangeArrowheads="1" noChangeShapeType="1"/>
              </p:cNvPicPr>
              <p:nvPr/>
            </p:nvPicPr>
            <p:blipFill>
              <a:blip r:embed="rId23"/>
              <a:stretch>
                <a:fillRect/>
              </a:stretch>
            </p:blipFill>
            <p:spPr>
              <a:xfrm>
                <a:off x="460976" y="1863911"/>
                <a:ext cx="43249" cy="196478"/>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6398" name="Ink 14"/>
              <p14:cNvContentPartPr>
                <a14:cpLocks xmlns:a14="http://schemas.microsoft.com/office/drawing/2010/main" noRot="1" noChangeAspect="1" noEditPoints="1" noChangeArrowheads="1" noChangeShapeType="1"/>
              </p14:cNvContentPartPr>
              <p14:nvPr/>
            </p14:nvContentPartPr>
            <p14:xfrm>
              <a:off x="977900" y="1587500"/>
              <a:ext cx="1327150" cy="596900"/>
            </p14:xfrm>
          </p:contentPart>
        </mc:Choice>
        <mc:Fallback xmlns="">
          <p:pic>
            <p:nvPicPr>
              <p:cNvPr id="16398" name="Ink 14"/>
              <p:cNvPicPr>
                <a:picLocks noRot="1" noChangeAspect="1" noEditPoints="1" noChangeArrowheads="1" noChangeShapeType="1"/>
              </p:cNvPicPr>
              <p:nvPr/>
            </p:nvPicPr>
            <p:blipFill>
              <a:blip r:embed="rId25"/>
              <a:stretch>
                <a:fillRect/>
              </a:stretch>
            </p:blipFill>
            <p:spPr>
              <a:xfrm>
                <a:off x="968551" y="1578117"/>
                <a:ext cx="1345847" cy="615666"/>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6399" name="Ink 15"/>
              <p14:cNvContentPartPr>
                <a14:cpLocks xmlns:a14="http://schemas.microsoft.com/office/drawing/2010/main" noRot="1" noChangeAspect="1" noEditPoints="1" noChangeArrowheads="1" noChangeShapeType="1"/>
              </p14:cNvContentPartPr>
              <p14:nvPr/>
            </p14:nvContentPartPr>
            <p14:xfrm>
              <a:off x="2692400" y="1644650"/>
              <a:ext cx="260350" cy="438150"/>
            </p14:xfrm>
          </p:contentPart>
        </mc:Choice>
        <mc:Fallback xmlns="">
          <p:pic>
            <p:nvPicPr>
              <p:cNvPr id="16399" name="Ink 15"/>
              <p:cNvPicPr>
                <a:picLocks noRot="1" noChangeAspect="1" noEditPoints="1" noChangeArrowheads="1" noChangeShapeType="1"/>
              </p:cNvPicPr>
              <p:nvPr/>
            </p:nvPicPr>
            <p:blipFill>
              <a:blip r:embed="rId27"/>
              <a:stretch>
                <a:fillRect/>
              </a:stretch>
            </p:blipFill>
            <p:spPr>
              <a:xfrm>
                <a:off x="2683228" y="1635312"/>
                <a:ext cx="278694" cy="45682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6400" name="Ink 16"/>
              <p14:cNvContentPartPr>
                <a14:cpLocks xmlns:a14="http://schemas.microsoft.com/office/drawing/2010/main" noRot="1" noChangeAspect="1" noEditPoints="1" noChangeArrowheads="1" noChangeShapeType="1"/>
              </p14:cNvContentPartPr>
              <p14:nvPr/>
            </p14:nvContentPartPr>
            <p14:xfrm>
              <a:off x="0" y="2025650"/>
              <a:ext cx="7785100" cy="2305050"/>
            </p14:xfrm>
          </p:contentPart>
        </mc:Choice>
        <mc:Fallback xmlns="">
          <p:pic>
            <p:nvPicPr>
              <p:cNvPr id="16400" name="Ink 16"/>
              <p:cNvPicPr>
                <a:picLocks noRot="1" noChangeAspect="1" noEditPoints="1" noChangeArrowheads="1" noChangeShapeType="1"/>
              </p:cNvPicPr>
              <p:nvPr/>
            </p:nvPicPr>
            <p:blipFill>
              <a:blip r:embed="rId29"/>
              <a:stretch>
                <a:fillRect/>
              </a:stretch>
            </p:blipFill>
            <p:spPr>
              <a:xfrm>
                <a:off x="-9360" y="2016350"/>
                <a:ext cx="7803819" cy="2323651"/>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6401" name="Ink 17"/>
              <p14:cNvContentPartPr>
                <a14:cpLocks xmlns:a14="http://schemas.microsoft.com/office/drawing/2010/main" noRot="1" noChangeAspect="1" noEditPoints="1" noChangeArrowheads="1" noChangeShapeType="1"/>
              </p14:cNvContentPartPr>
              <p14:nvPr/>
            </p14:nvContentPartPr>
            <p14:xfrm>
              <a:off x="4857750" y="1778000"/>
              <a:ext cx="3619500" cy="2203450"/>
            </p14:xfrm>
          </p:contentPart>
        </mc:Choice>
        <mc:Fallback xmlns="">
          <p:pic>
            <p:nvPicPr>
              <p:cNvPr id="16401" name="Ink 17"/>
              <p:cNvPicPr>
                <a:picLocks noRot="1" noChangeAspect="1" noEditPoints="1" noChangeArrowheads="1" noChangeShapeType="1"/>
              </p:cNvPicPr>
              <p:nvPr/>
            </p:nvPicPr>
            <p:blipFill>
              <a:blip r:embed="rId31"/>
              <a:stretch>
                <a:fillRect/>
              </a:stretch>
            </p:blipFill>
            <p:spPr>
              <a:xfrm>
                <a:off x="4848391" y="1768642"/>
                <a:ext cx="3638218" cy="2222166"/>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6402" name="Ink 18"/>
              <p14:cNvContentPartPr>
                <a14:cpLocks xmlns:a14="http://schemas.microsoft.com/office/drawing/2010/main" noRot="1" noChangeAspect="1" noEditPoints="1" noChangeArrowheads="1" noChangeShapeType="1"/>
              </p14:cNvContentPartPr>
              <p14:nvPr/>
            </p14:nvContentPartPr>
            <p14:xfrm>
              <a:off x="7016750" y="2159000"/>
              <a:ext cx="1143000" cy="1270000"/>
            </p14:xfrm>
          </p:contentPart>
        </mc:Choice>
        <mc:Fallback xmlns="">
          <p:pic>
            <p:nvPicPr>
              <p:cNvPr id="16402" name="Ink 18"/>
              <p:cNvPicPr>
                <a:picLocks noRot="1" noChangeAspect="1" noEditPoints="1" noChangeArrowheads="1" noChangeShapeType="1"/>
              </p:cNvPicPr>
              <p:nvPr/>
            </p:nvPicPr>
            <p:blipFill>
              <a:blip r:embed="rId33"/>
              <a:stretch>
                <a:fillRect/>
              </a:stretch>
            </p:blipFill>
            <p:spPr>
              <a:xfrm>
                <a:off x="7007393" y="2149643"/>
                <a:ext cx="1161714" cy="1288714"/>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6403" name="Ink 19"/>
              <p14:cNvContentPartPr>
                <a14:cpLocks xmlns:a14="http://schemas.microsoft.com/office/drawing/2010/main" noRot="1" noChangeAspect="1" noEditPoints="1" noChangeArrowheads="1" noChangeShapeType="1"/>
              </p14:cNvContentPartPr>
              <p14:nvPr/>
            </p14:nvContentPartPr>
            <p14:xfrm>
              <a:off x="6121400" y="1873250"/>
              <a:ext cx="279400" cy="311150"/>
            </p14:xfrm>
          </p:contentPart>
        </mc:Choice>
        <mc:Fallback xmlns="">
          <p:pic>
            <p:nvPicPr>
              <p:cNvPr id="16403" name="Ink 19"/>
              <p:cNvPicPr>
                <a:picLocks noRot="1" noChangeAspect="1" noEditPoints="1" noChangeArrowheads="1" noChangeShapeType="1"/>
              </p:cNvPicPr>
              <p:nvPr/>
            </p:nvPicPr>
            <p:blipFill>
              <a:blip r:embed="rId35"/>
              <a:stretch>
                <a:fillRect/>
              </a:stretch>
            </p:blipFill>
            <p:spPr>
              <a:xfrm>
                <a:off x="6112158" y="1863919"/>
                <a:ext cx="297884" cy="329812"/>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6404" name="Ink 20"/>
              <p14:cNvContentPartPr>
                <a14:cpLocks xmlns:a14="http://schemas.microsoft.com/office/drawing/2010/main" noRot="1" noChangeAspect="1" noEditPoints="1" noChangeArrowheads="1" noChangeShapeType="1"/>
              </p14:cNvContentPartPr>
              <p14:nvPr/>
            </p14:nvContentPartPr>
            <p14:xfrm>
              <a:off x="6242050" y="1987550"/>
              <a:ext cx="850900" cy="2025650"/>
            </p14:xfrm>
          </p:contentPart>
        </mc:Choice>
        <mc:Fallback xmlns="">
          <p:pic>
            <p:nvPicPr>
              <p:cNvPr id="16404" name="Ink 20"/>
              <p:cNvPicPr>
                <a:picLocks noRot="1" noChangeAspect="1" noEditPoints="1" noChangeArrowheads="1" noChangeShapeType="1"/>
              </p:cNvPicPr>
              <p:nvPr/>
            </p:nvPicPr>
            <p:blipFill>
              <a:blip r:embed="rId37"/>
              <a:stretch>
                <a:fillRect/>
              </a:stretch>
            </p:blipFill>
            <p:spPr>
              <a:xfrm>
                <a:off x="6232695" y="1978194"/>
                <a:ext cx="869609" cy="2044363"/>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6405" name="Ink 21"/>
              <p14:cNvContentPartPr>
                <a14:cpLocks xmlns:a14="http://schemas.microsoft.com/office/drawing/2010/main" noRot="1" noChangeAspect="1" noEditPoints="1" noChangeArrowheads="1" noChangeShapeType="1"/>
              </p14:cNvContentPartPr>
              <p14:nvPr/>
            </p14:nvContentPartPr>
            <p14:xfrm>
              <a:off x="3968750" y="2266950"/>
              <a:ext cx="1346200" cy="361950"/>
            </p14:xfrm>
          </p:contentPart>
        </mc:Choice>
        <mc:Fallback xmlns="">
          <p:pic>
            <p:nvPicPr>
              <p:cNvPr id="16405" name="Ink 21"/>
              <p:cNvPicPr>
                <a:picLocks noRot="1" noChangeAspect="1" noEditPoints="1" noChangeArrowheads="1" noChangeShapeType="1"/>
              </p:cNvPicPr>
              <p:nvPr/>
            </p:nvPicPr>
            <p:blipFill>
              <a:blip r:embed="rId39"/>
              <a:stretch>
                <a:fillRect/>
              </a:stretch>
            </p:blipFill>
            <p:spPr>
              <a:xfrm>
                <a:off x="3959394" y="2257669"/>
                <a:ext cx="1364912" cy="380512"/>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6406" name="Ink 22"/>
              <p14:cNvContentPartPr>
                <a14:cpLocks xmlns:a14="http://schemas.microsoft.com/office/drawing/2010/main" noRot="1" noChangeAspect="1" noEditPoints="1" noChangeArrowheads="1" noChangeShapeType="1"/>
              </p14:cNvContentPartPr>
              <p14:nvPr/>
            </p14:nvContentPartPr>
            <p14:xfrm>
              <a:off x="5937250" y="4610100"/>
              <a:ext cx="5689600" cy="2063750"/>
            </p14:xfrm>
          </p:contentPart>
        </mc:Choice>
        <mc:Fallback xmlns="">
          <p:pic>
            <p:nvPicPr>
              <p:cNvPr id="16406" name="Ink 22"/>
              <p:cNvPicPr>
                <a:picLocks noRot="1" noChangeAspect="1" noEditPoints="1" noChangeArrowheads="1" noChangeShapeType="1"/>
              </p:cNvPicPr>
              <p:nvPr/>
            </p:nvPicPr>
            <p:blipFill>
              <a:blip r:embed="rId41"/>
              <a:stretch>
                <a:fillRect/>
              </a:stretch>
            </p:blipFill>
            <p:spPr>
              <a:xfrm>
                <a:off x="5927890" y="4600749"/>
                <a:ext cx="5708319" cy="208245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6407" name="Ink 23"/>
              <p14:cNvContentPartPr>
                <a14:cpLocks xmlns:a14="http://schemas.microsoft.com/office/drawing/2010/main" noRot="1" noChangeAspect="1" noEditPoints="1" noChangeArrowheads="1" noChangeShapeType="1"/>
              </p14:cNvContentPartPr>
              <p14:nvPr/>
            </p14:nvContentPartPr>
            <p14:xfrm>
              <a:off x="2482850" y="3441700"/>
              <a:ext cx="50800" cy="419100"/>
            </p14:xfrm>
          </p:contentPart>
        </mc:Choice>
        <mc:Fallback xmlns="">
          <p:pic>
            <p:nvPicPr>
              <p:cNvPr id="16407" name="Ink 23"/>
              <p:cNvPicPr>
                <a:picLocks noRot="1" noChangeAspect="1" noEditPoints="1" noChangeArrowheads="1" noChangeShapeType="1"/>
              </p:cNvPicPr>
              <p:nvPr/>
            </p:nvPicPr>
            <p:blipFill>
              <a:blip r:embed="rId43"/>
              <a:stretch>
                <a:fillRect/>
              </a:stretch>
            </p:blipFill>
            <p:spPr>
              <a:xfrm>
                <a:off x="2473549" y="3432347"/>
                <a:ext cx="69403" cy="437807"/>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6408" name="Ink 24"/>
              <p14:cNvContentPartPr>
                <a14:cpLocks xmlns:a14="http://schemas.microsoft.com/office/drawing/2010/main" noRot="1" noChangeAspect="1" noEditPoints="1" noChangeArrowheads="1" noChangeShapeType="1"/>
              </p14:cNvContentPartPr>
              <p14:nvPr/>
            </p14:nvContentPartPr>
            <p14:xfrm>
              <a:off x="3663950" y="3422650"/>
              <a:ext cx="1739900" cy="501650"/>
            </p14:xfrm>
          </p:contentPart>
        </mc:Choice>
        <mc:Fallback xmlns="">
          <p:pic>
            <p:nvPicPr>
              <p:cNvPr id="16408" name="Ink 24"/>
              <p:cNvPicPr>
                <a:picLocks noRot="1" noChangeAspect="1" noEditPoints="1" noChangeArrowheads="1" noChangeShapeType="1"/>
              </p:cNvPicPr>
              <p:nvPr/>
            </p:nvPicPr>
            <p:blipFill>
              <a:blip r:embed="rId45"/>
              <a:stretch>
                <a:fillRect/>
              </a:stretch>
            </p:blipFill>
            <p:spPr>
              <a:xfrm>
                <a:off x="3654592" y="3413471"/>
                <a:ext cx="1758616" cy="520007"/>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6409" name="Ink 25"/>
              <p14:cNvContentPartPr>
                <a14:cpLocks xmlns:a14="http://schemas.microsoft.com/office/drawing/2010/main" noRot="1" noChangeAspect="1" noEditPoints="1" noChangeArrowheads="1" noChangeShapeType="1"/>
              </p14:cNvContentPartPr>
              <p14:nvPr/>
            </p14:nvContentPartPr>
            <p14:xfrm>
              <a:off x="2311400" y="4578350"/>
              <a:ext cx="114300" cy="165100"/>
            </p14:xfrm>
          </p:contentPart>
        </mc:Choice>
        <mc:Fallback xmlns="">
          <p:pic>
            <p:nvPicPr>
              <p:cNvPr id="16409" name="Ink 25"/>
              <p:cNvPicPr>
                <a:picLocks noRot="1" noChangeAspect="1" noEditPoints="1" noChangeArrowheads="1" noChangeShapeType="1"/>
              </p:cNvPicPr>
              <p:nvPr/>
            </p:nvPicPr>
            <p:blipFill>
              <a:blip r:embed="rId47"/>
              <a:stretch>
                <a:fillRect/>
              </a:stretch>
            </p:blipFill>
            <p:spPr>
              <a:xfrm>
                <a:off x="2302055" y="4568998"/>
                <a:ext cx="132991" cy="183804"/>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6410" name="Ink 26"/>
              <p14:cNvContentPartPr>
                <a14:cpLocks xmlns:a14="http://schemas.microsoft.com/office/drawing/2010/main" noRot="1" noChangeAspect="1" noEditPoints="1" noChangeArrowheads="1" noChangeShapeType="1"/>
              </p14:cNvContentPartPr>
              <p14:nvPr/>
            </p14:nvContentPartPr>
            <p14:xfrm>
              <a:off x="3536950" y="4057650"/>
              <a:ext cx="2235200" cy="806450"/>
            </p14:xfrm>
          </p:contentPart>
        </mc:Choice>
        <mc:Fallback xmlns="">
          <p:pic>
            <p:nvPicPr>
              <p:cNvPr id="16410" name="Ink 26"/>
              <p:cNvPicPr>
                <a:picLocks noRot="1" noChangeAspect="1" noEditPoints="1" noChangeArrowheads="1" noChangeShapeType="1"/>
              </p:cNvPicPr>
              <p:nvPr/>
            </p:nvPicPr>
            <p:blipFill>
              <a:blip r:embed="rId49"/>
              <a:stretch>
                <a:fillRect/>
              </a:stretch>
            </p:blipFill>
            <p:spPr>
              <a:xfrm>
                <a:off x="3527599" y="4048478"/>
                <a:ext cx="2253902" cy="824794"/>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6411" name="Ink 27"/>
              <p14:cNvContentPartPr>
                <a14:cpLocks xmlns:a14="http://schemas.microsoft.com/office/drawing/2010/main" noRot="1" noChangeAspect="1" noEditPoints="1" noChangeArrowheads="1" noChangeShapeType="1"/>
              </p14:cNvContentPartPr>
              <p14:nvPr/>
            </p14:nvContentPartPr>
            <p14:xfrm>
              <a:off x="6858000" y="3975100"/>
              <a:ext cx="1695450" cy="520700"/>
            </p14:xfrm>
          </p:contentPart>
        </mc:Choice>
        <mc:Fallback xmlns="">
          <p:pic>
            <p:nvPicPr>
              <p:cNvPr id="16411" name="Ink 27"/>
              <p:cNvPicPr>
                <a:picLocks noRot="1" noChangeAspect="1" noEditPoints="1" noChangeArrowheads="1" noChangeShapeType="1"/>
              </p:cNvPicPr>
              <p:nvPr/>
            </p:nvPicPr>
            <p:blipFill>
              <a:blip r:embed="rId51"/>
              <a:stretch>
                <a:fillRect/>
              </a:stretch>
            </p:blipFill>
            <p:spPr>
              <a:xfrm>
                <a:off x="6848657" y="3965757"/>
                <a:ext cx="1714137" cy="539386"/>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6412" name="Ink 28"/>
              <p14:cNvContentPartPr>
                <a14:cpLocks xmlns:a14="http://schemas.microsoft.com/office/drawing/2010/main" noRot="1" noChangeAspect="1" noEditPoints="1" noChangeArrowheads="1" noChangeShapeType="1"/>
              </p14:cNvContentPartPr>
              <p14:nvPr/>
            </p14:nvContentPartPr>
            <p14:xfrm>
              <a:off x="209550" y="5022850"/>
              <a:ext cx="476250" cy="450850"/>
            </p14:xfrm>
          </p:contentPart>
        </mc:Choice>
        <mc:Fallback xmlns="">
          <p:pic>
            <p:nvPicPr>
              <p:cNvPr id="16412" name="Ink 28"/>
              <p:cNvPicPr>
                <a:picLocks noRot="1" noChangeAspect="1" noEditPoints="1" noChangeArrowheads="1" noChangeShapeType="1"/>
              </p:cNvPicPr>
              <p:nvPr/>
            </p:nvPicPr>
            <p:blipFill>
              <a:blip r:embed="rId53"/>
              <a:stretch>
                <a:fillRect/>
              </a:stretch>
            </p:blipFill>
            <p:spPr>
              <a:xfrm>
                <a:off x="200198" y="5013502"/>
                <a:ext cx="494955" cy="469546"/>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6413" name="Ink 29"/>
              <p14:cNvContentPartPr>
                <a14:cpLocks xmlns:a14="http://schemas.microsoft.com/office/drawing/2010/main" noRot="1" noChangeAspect="1" noEditPoints="1" noChangeArrowheads="1" noChangeShapeType="1"/>
              </p14:cNvContentPartPr>
              <p14:nvPr/>
            </p14:nvContentPartPr>
            <p14:xfrm>
              <a:off x="1244600" y="4184650"/>
              <a:ext cx="3365500" cy="1847850"/>
            </p14:xfrm>
          </p:contentPart>
        </mc:Choice>
        <mc:Fallback xmlns="">
          <p:pic>
            <p:nvPicPr>
              <p:cNvPr id="16413" name="Ink 29"/>
              <p:cNvPicPr>
                <a:picLocks noRot="1" noChangeAspect="1" noEditPoints="1" noChangeArrowheads="1" noChangeShapeType="1"/>
              </p:cNvPicPr>
              <p:nvPr/>
            </p:nvPicPr>
            <p:blipFill>
              <a:blip r:embed="rId55"/>
              <a:stretch>
                <a:fillRect/>
              </a:stretch>
            </p:blipFill>
            <p:spPr>
              <a:xfrm>
                <a:off x="1235241" y="4175292"/>
                <a:ext cx="3384217" cy="1866566"/>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6414" name="Ink 30"/>
              <p14:cNvContentPartPr>
                <a14:cpLocks xmlns:a14="http://schemas.microsoft.com/office/drawing/2010/main" noRot="1" noChangeAspect="1" noEditPoints="1" noChangeArrowheads="1" noChangeShapeType="1"/>
              </p14:cNvContentPartPr>
              <p14:nvPr/>
            </p14:nvContentPartPr>
            <p14:xfrm>
              <a:off x="5759450" y="4591050"/>
              <a:ext cx="5530850" cy="1460500"/>
            </p14:xfrm>
          </p:contentPart>
        </mc:Choice>
        <mc:Fallback xmlns="">
          <p:pic>
            <p:nvPicPr>
              <p:cNvPr id="16414" name="Ink 30"/>
              <p:cNvPicPr>
                <a:picLocks noRot="1" noChangeAspect="1" noEditPoints="1" noChangeArrowheads="1" noChangeShapeType="1"/>
              </p:cNvPicPr>
              <p:nvPr/>
            </p:nvPicPr>
            <p:blipFill>
              <a:blip r:embed="rId57"/>
              <a:stretch>
                <a:fillRect/>
              </a:stretch>
            </p:blipFill>
            <p:spPr>
              <a:xfrm>
                <a:off x="5750098" y="4581641"/>
                <a:ext cx="5549554" cy="1479317"/>
              </a:xfrm>
              <a:prstGeom prst="rect">
                <a:avLst/>
              </a:prstGeom>
            </p:spPr>
          </p:pic>
        </mc:Fallback>
      </mc:AlternateContent>
      <mc:AlternateContent xmlns:mc="http://schemas.openxmlformats.org/markup-compatibility/2006" xmlns:p14="http://schemas.microsoft.com/office/powerpoint/2010/main">
        <mc:Choice Requires="p14">
          <p:contentPart p14:bwMode="auto" r:id="rId58">
            <p14:nvContentPartPr>
              <p14:cNvPr id="16415" name="Ink 31"/>
              <p14:cNvContentPartPr>
                <a14:cpLocks xmlns:a14="http://schemas.microsoft.com/office/drawing/2010/main" noRot="1" noChangeAspect="1" noEditPoints="1" noChangeArrowheads="1" noChangeShapeType="1"/>
              </p14:cNvContentPartPr>
              <p14:nvPr/>
            </p14:nvContentPartPr>
            <p14:xfrm>
              <a:off x="9791700" y="6438900"/>
              <a:ext cx="190500" cy="400050"/>
            </p14:xfrm>
          </p:contentPart>
        </mc:Choice>
        <mc:Fallback xmlns="">
          <p:pic>
            <p:nvPicPr>
              <p:cNvPr id="16415" name="Ink 31"/>
              <p:cNvPicPr>
                <a:picLocks noRot="1" noChangeAspect="1" noEditPoints="1" noChangeArrowheads="1" noChangeShapeType="1"/>
              </p:cNvPicPr>
              <p:nvPr/>
            </p:nvPicPr>
            <p:blipFill>
              <a:blip r:embed="rId59"/>
              <a:stretch>
                <a:fillRect/>
              </a:stretch>
            </p:blipFill>
            <p:spPr>
              <a:xfrm>
                <a:off x="9782355" y="6429410"/>
                <a:ext cx="209191" cy="41903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16416" name="Ink 32"/>
              <p14:cNvContentPartPr>
                <a14:cpLocks xmlns:a14="http://schemas.microsoft.com/office/drawing/2010/main" noRot="1" noChangeAspect="1" noEditPoints="1" noChangeArrowheads="1" noChangeShapeType="1"/>
              </p14:cNvContentPartPr>
              <p14:nvPr/>
            </p14:nvContentPartPr>
            <p14:xfrm>
              <a:off x="6197600" y="1479550"/>
              <a:ext cx="971550" cy="673100"/>
            </p14:xfrm>
          </p:contentPart>
        </mc:Choice>
        <mc:Fallback xmlns="">
          <p:pic>
            <p:nvPicPr>
              <p:cNvPr id="16416" name="Ink 32"/>
              <p:cNvPicPr>
                <a:picLocks noRot="1" noChangeAspect="1" noEditPoints="1" noChangeArrowheads="1" noChangeShapeType="1"/>
              </p:cNvPicPr>
              <p:nvPr/>
            </p:nvPicPr>
            <p:blipFill>
              <a:blip r:embed="rId61"/>
              <a:stretch>
                <a:fillRect/>
              </a:stretch>
            </p:blipFill>
            <p:spPr>
              <a:xfrm>
                <a:off x="6188244" y="1470196"/>
                <a:ext cx="990261" cy="691807"/>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16417" name="Ink 33"/>
              <p14:cNvContentPartPr>
                <a14:cpLocks xmlns:a14="http://schemas.microsoft.com/office/drawing/2010/main" noRot="1" noChangeAspect="1" noEditPoints="1" noChangeArrowheads="1" noChangeShapeType="1"/>
              </p14:cNvContentPartPr>
              <p14:nvPr/>
            </p14:nvContentPartPr>
            <p14:xfrm>
              <a:off x="65920938" y="28305125"/>
              <a:ext cx="0" cy="0"/>
            </p14:xfrm>
          </p:contentPart>
        </mc:Choice>
        <mc:Fallback xmlns="">
          <p:pic>
            <p:nvPicPr>
              <p:cNvPr id="16417" name="Ink 33"/>
              <p:cNvPicPr>
                <a:picLocks noRot="1" noChangeAspect="1" noEditPoints="1" noChangeArrowheads="1" noChangeShapeType="1"/>
              </p:cNvPicPr>
              <p:nvPr/>
            </p:nvPicPr>
            <p:blipFill>
              <a:blip r:embed="rId63"/>
              <a:stretch>
                <a:fillRect/>
              </a:stretch>
            </p:blipFill>
            <p:spPr>
              <a:xfrm>
                <a:off x="65920938" y="28305125"/>
                <a:ext cx="0" cy="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16418" name="Ink 34"/>
              <p14:cNvContentPartPr>
                <a14:cpLocks xmlns:a14="http://schemas.microsoft.com/office/drawing/2010/main" noRot="1" noChangeAspect="1" noEditPoints="1" noChangeArrowheads="1" noChangeShapeType="1"/>
              </p14:cNvContentPartPr>
              <p14:nvPr/>
            </p14:nvContentPartPr>
            <p14:xfrm>
              <a:off x="1606550" y="2349500"/>
              <a:ext cx="317500" cy="298450"/>
            </p14:xfrm>
          </p:contentPart>
        </mc:Choice>
        <mc:Fallback xmlns="">
          <p:pic>
            <p:nvPicPr>
              <p:cNvPr id="16418" name="Ink 34"/>
              <p:cNvPicPr>
                <a:picLocks noRot="1" noChangeAspect="1" noEditPoints="1" noChangeArrowheads="1" noChangeShapeType="1"/>
              </p:cNvPicPr>
              <p:nvPr/>
            </p:nvPicPr>
            <p:blipFill>
              <a:blip r:embed="rId65"/>
              <a:stretch>
                <a:fillRect/>
              </a:stretch>
            </p:blipFill>
            <p:spPr>
              <a:xfrm>
                <a:off x="1597275" y="2340014"/>
                <a:ext cx="336051" cy="317422"/>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16419" name="Ink 35"/>
              <p14:cNvContentPartPr>
                <a14:cpLocks xmlns:a14="http://schemas.microsoft.com/office/drawing/2010/main" noRot="1" noChangeAspect="1" noEditPoints="1" noChangeArrowheads="1" noChangeShapeType="1"/>
              </p14:cNvContentPartPr>
              <p14:nvPr/>
            </p14:nvContentPartPr>
            <p14:xfrm>
              <a:off x="2152650" y="1416050"/>
              <a:ext cx="387350" cy="819150"/>
            </p14:xfrm>
          </p:contentPart>
        </mc:Choice>
        <mc:Fallback xmlns="">
          <p:pic>
            <p:nvPicPr>
              <p:cNvPr id="16419" name="Ink 35"/>
              <p:cNvPicPr>
                <a:picLocks noRot="1" noChangeAspect="1" noEditPoints="1" noChangeArrowheads="1" noChangeShapeType="1"/>
              </p:cNvPicPr>
              <p:nvPr/>
            </p:nvPicPr>
            <p:blipFill>
              <a:blip r:embed="rId67"/>
              <a:stretch>
                <a:fillRect/>
              </a:stretch>
            </p:blipFill>
            <p:spPr>
              <a:xfrm>
                <a:off x="2143427" y="1406705"/>
                <a:ext cx="405795" cy="837841"/>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16420" name="Ink 36"/>
              <p14:cNvContentPartPr>
                <a14:cpLocks xmlns:a14="http://schemas.microsoft.com/office/drawing/2010/main" noRot="1" noChangeAspect="1" noEditPoints="1" noChangeArrowheads="1" noChangeShapeType="1"/>
              </p14:cNvContentPartPr>
              <p14:nvPr/>
            </p14:nvContentPartPr>
            <p14:xfrm>
              <a:off x="1073150" y="5994400"/>
              <a:ext cx="673100" cy="501650"/>
            </p14:xfrm>
          </p:contentPart>
        </mc:Choice>
        <mc:Fallback xmlns="">
          <p:pic>
            <p:nvPicPr>
              <p:cNvPr id="16420" name="Ink 36"/>
              <p:cNvPicPr>
                <a:picLocks noRot="1" noChangeAspect="1" noEditPoints="1" noChangeArrowheads="1" noChangeShapeType="1"/>
              </p:cNvPicPr>
              <p:nvPr/>
            </p:nvPicPr>
            <p:blipFill>
              <a:blip r:embed="rId69"/>
              <a:stretch>
                <a:fillRect/>
              </a:stretch>
            </p:blipFill>
            <p:spPr>
              <a:xfrm>
                <a:off x="1063856" y="5985150"/>
                <a:ext cx="691688" cy="520151"/>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16421" name="Ink 37"/>
              <p14:cNvContentPartPr>
                <a14:cpLocks xmlns:a14="http://schemas.microsoft.com/office/drawing/2010/main" noRot="1" noChangeAspect="1" noEditPoints="1" noChangeArrowheads="1" noChangeShapeType="1"/>
              </p14:cNvContentPartPr>
              <p14:nvPr/>
            </p14:nvContentPartPr>
            <p14:xfrm>
              <a:off x="3035300" y="5930900"/>
              <a:ext cx="673100" cy="317500"/>
            </p14:xfrm>
          </p:contentPart>
        </mc:Choice>
        <mc:Fallback xmlns="">
          <p:pic>
            <p:nvPicPr>
              <p:cNvPr id="16421" name="Ink 37"/>
              <p:cNvPicPr>
                <a:picLocks noRot="1" noChangeAspect="1" noEditPoints="1" noChangeArrowheads="1" noChangeShapeType="1"/>
              </p:cNvPicPr>
              <p:nvPr/>
            </p:nvPicPr>
            <p:blipFill>
              <a:blip r:embed="rId71"/>
              <a:stretch>
                <a:fillRect/>
              </a:stretch>
            </p:blipFill>
            <p:spPr>
              <a:xfrm>
                <a:off x="3025981" y="5921799"/>
                <a:ext cx="691737" cy="335703"/>
              </a:xfrm>
              <a:prstGeom prst="rect">
                <a:avLst/>
              </a:prstGeom>
            </p:spPr>
          </p:pic>
        </mc:Fallback>
      </mc:AlternateContent>
      <mc:AlternateContent xmlns:mc="http://schemas.openxmlformats.org/markup-compatibility/2006" xmlns:p14="http://schemas.microsoft.com/office/powerpoint/2010/main">
        <mc:Choice Requires="p14">
          <p:contentPart p14:bwMode="auto" r:id="rId72">
            <p14:nvContentPartPr>
              <p14:cNvPr id="16422" name="Ink 38"/>
              <p14:cNvContentPartPr>
                <a14:cpLocks xmlns:a14="http://schemas.microsoft.com/office/drawing/2010/main" noRot="1" noChangeAspect="1" noEditPoints="1" noChangeArrowheads="1" noChangeShapeType="1"/>
              </p14:cNvContentPartPr>
              <p14:nvPr/>
            </p14:nvContentPartPr>
            <p14:xfrm>
              <a:off x="6197600" y="2063750"/>
              <a:ext cx="3733800" cy="1778000"/>
            </p14:xfrm>
          </p:contentPart>
        </mc:Choice>
        <mc:Fallback xmlns="">
          <p:pic>
            <p:nvPicPr>
              <p:cNvPr id="16422" name="Ink 38"/>
              <p:cNvPicPr>
                <a:picLocks noRot="1" noChangeAspect="1" noEditPoints="1" noChangeArrowheads="1" noChangeShapeType="1"/>
              </p:cNvPicPr>
              <p:nvPr/>
            </p:nvPicPr>
            <p:blipFill>
              <a:blip r:embed="rId73"/>
              <a:stretch>
                <a:fillRect/>
              </a:stretch>
            </p:blipFill>
            <p:spPr>
              <a:xfrm>
                <a:off x="6188241" y="2054402"/>
                <a:ext cx="3752518" cy="1796697"/>
              </a:xfrm>
              <a:prstGeom prst="rect">
                <a:avLst/>
              </a:prstGeom>
            </p:spPr>
          </p:pic>
        </mc:Fallback>
      </mc:AlternateContent>
      <mc:AlternateContent xmlns:mc="http://schemas.openxmlformats.org/markup-compatibility/2006" xmlns:p14="http://schemas.microsoft.com/office/powerpoint/2010/main">
        <mc:Choice Requires="p14">
          <p:contentPart p14:bwMode="auto" r:id="rId74">
            <p14:nvContentPartPr>
              <p14:cNvPr id="16423" name="Ink 39"/>
              <p14:cNvContentPartPr>
                <a14:cpLocks xmlns:a14="http://schemas.microsoft.com/office/drawing/2010/main" noRot="1" noChangeAspect="1" noEditPoints="1" noChangeArrowheads="1" noChangeShapeType="1"/>
              </p14:cNvContentPartPr>
              <p14:nvPr/>
            </p14:nvContentPartPr>
            <p14:xfrm>
              <a:off x="6127750" y="3879850"/>
              <a:ext cx="3543300" cy="50800"/>
            </p14:xfrm>
          </p:contentPart>
        </mc:Choice>
        <mc:Fallback xmlns="">
          <p:pic>
            <p:nvPicPr>
              <p:cNvPr id="16423" name="Ink 39"/>
              <p:cNvPicPr>
                <a:picLocks noRot="1" noChangeAspect="1" noEditPoints="1" noChangeArrowheads="1" noChangeShapeType="1"/>
              </p:cNvPicPr>
              <p:nvPr/>
            </p:nvPicPr>
            <p:blipFill>
              <a:blip r:embed="rId75"/>
              <a:stretch>
                <a:fillRect/>
              </a:stretch>
            </p:blipFill>
            <p:spPr>
              <a:xfrm>
                <a:off x="6118390" y="3872633"/>
                <a:ext cx="3562019" cy="65235"/>
              </a:xfrm>
              <a:prstGeom prst="rect">
                <a:avLst/>
              </a:prstGeom>
            </p:spPr>
          </p:pic>
        </mc:Fallback>
      </mc:AlternateContent>
      <mc:AlternateContent xmlns:mc="http://schemas.openxmlformats.org/markup-compatibility/2006" xmlns:p14="http://schemas.microsoft.com/office/powerpoint/2010/main">
        <mc:Choice Requires="p14">
          <p:contentPart p14:bwMode="auto" r:id="rId76">
            <p14:nvContentPartPr>
              <p14:cNvPr id="16424" name="Ink 40"/>
              <p14:cNvContentPartPr>
                <a14:cpLocks xmlns:a14="http://schemas.microsoft.com/office/drawing/2010/main" noRot="1" noChangeAspect="1" noEditPoints="1" noChangeArrowheads="1" noChangeShapeType="1"/>
              </p14:cNvContentPartPr>
              <p14:nvPr/>
            </p14:nvContentPartPr>
            <p14:xfrm>
              <a:off x="5842000" y="6013450"/>
              <a:ext cx="4127500" cy="88900"/>
            </p14:xfrm>
          </p:contentPart>
        </mc:Choice>
        <mc:Fallback xmlns="">
          <p:pic>
            <p:nvPicPr>
              <p:cNvPr id="16424" name="Ink 40"/>
              <p:cNvPicPr>
                <a:picLocks noRot="1" noChangeAspect="1" noEditPoints="1" noChangeArrowheads="1" noChangeShapeType="1"/>
              </p:cNvPicPr>
              <p:nvPr/>
            </p:nvPicPr>
            <p:blipFill>
              <a:blip r:embed="rId77"/>
              <a:stretch>
                <a:fillRect/>
              </a:stretch>
            </p:blipFill>
            <p:spPr>
              <a:xfrm>
                <a:off x="5832640" y="6004130"/>
                <a:ext cx="4146220" cy="107540"/>
              </a:xfrm>
              <a:prstGeom prst="rect">
                <a:avLst/>
              </a:prstGeom>
            </p:spPr>
          </p:pic>
        </mc:Fallback>
      </mc:AlternateContent>
      <mc:AlternateContent xmlns:mc="http://schemas.openxmlformats.org/markup-compatibility/2006" xmlns:p14="http://schemas.microsoft.com/office/powerpoint/2010/main">
        <mc:Choice Requires="p14">
          <p:contentPart p14:bwMode="auto" r:id="rId78">
            <p14:nvContentPartPr>
              <p14:cNvPr id="16425" name="Ink 41"/>
              <p14:cNvContentPartPr>
                <a14:cpLocks xmlns:a14="http://schemas.microsoft.com/office/drawing/2010/main" noRot="1" noChangeAspect="1" noEditPoints="1" noChangeArrowheads="1" noChangeShapeType="1"/>
              </p14:cNvContentPartPr>
              <p14:nvPr/>
            </p14:nvContentPartPr>
            <p14:xfrm>
              <a:off x="1041400" y="2419350"/>
              <a:ext cx="190500" cy="1588"/>
            </p14:xfrm>
          </p:contentPart>
        </mc:Choice>
        <mc:Fallback xmlns="">
          <p:pic>
            <p:nvPicPr>
              <p:cNvPr id="16425" name="Ink 41"/>
              <p:cNvPicPr>
                <a:picLocks noRot="1" noChangeAspect="1" noEditPoints="1" noChangeArrowheads="1" noChangeShapeType="1"/>
              </p:cNvPicPr>
              <p:nvPr/>
            </p:nvPicPr>
            <p:blipFill>
              <a:blip r:embed="rId79"/>
              <a:stretch>
                <a:fillRect/>
              </a:stretch>
            </p:blipFill>
            <p:spPr>
              <a:xfrm>
                <a:off x="1032055" y="2378062"/>
                <a:ext cx="209191"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80">
            <p14:nvContentPartPr>
              <p14:cNvPr id="16426" name="Ink 42"/>
              <p14:cNvContentPartPr>
                <a14:cpLocks xmlns:a14="http://schemas.microsoft.com/office/drawing/2010/main" noRot="1" noChangeAspect="1" noEditPoints="1" noChangeArrowheads="1" noChangeShapeType="1"/>
              </p14:cNvContentPartPr>
              <p14:nvPr/>
            </p14:nvContentPartPr>
            <p14:xfrm>
              <a:off x="8007350" y="76200"/>
              <a:ext cx="1758950" cy="730250"/>
            </p14:xfrm>
          </p:contentPart>
        </mc:Choice>
        <mc:Fallback xmlns="">
          <p:pic>
            <p:nvPicPr>
              <p:cNvPr id="16426" name="Ink 42"/>
              <p:cNvPicPr>
                <a:picLocks noRot="1" noChangeAspect="1" noEditPoints="1" noChangeArrowheads="1" noChangeShapeType="1"/>
              </p:cNvPicPr>
              <p:nvPr/>
            </p:nvPicPr>
            <p:blipFill>
              <a:blip r:embed="rId81"/>
              <a:stretch>
                <a:fillRect/>
              </a:stretch>
            </p:blipFill>
            <p:spPr>
              <a:xfrm>
                <a:off x="7998026" y="67019"/>
                <a:ext cx="1777597" cy="748612"/>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16427" name="Ink 43"/>
              <p14:cNvContentPartPr>
                <a14:cpLocks xmlns:a14="http://schemas.microsoft.com/office/drawing/2010/main" noRot="1" noChangeAspect="1" noEditPoints="1" noChangeArrowheads="1" noChangeShapeType="1"/>
              </p14:cNvContentPartPr>
              <p14:nvPr/>
            </p14:nvContentPartPr>
            <p14:xfrm>
              <a:off x="647700" y="1612900"/>
              <a:ext cx="25400" cy="311150"/>
            </p14:xfrm>
          </p:contentPart>
        </mc:Choice>
        <mc:Fallback xmlns="">
          <p:pic>
            <p:nvPicPr>
              <p:cNvPr id="16427" name="Ink 43"/>
              <p:cNvPicPr>
                <a:picLocks noRot="1" noChangeAspect="1" noEditPoints="1" noChangeArrowheads="1" noChangeShapeType="1"/>
              </p:cNvPicPr>
              <p:nvPr/>
            </p:nvPicPr>
            <p:blipFill>
              <a:blip r:embed="rId83"/>
              <a:stretch>
                <a:fillRect/>
              </a:stretch>
            </p:blipFill>
            <p:spPr>
              <a:xfrm>
                <a:off x="638528" y="1603558"/>
                <a:ext cx="43744" cy="329833"/>
              </a:xfrm>
              <a:prstGeom prst="rect">
                <a:avLst/>
              </a:prstGeom>
            </p:spPr>
          </p:pic>
        </mc:Fallback>
      </mc:AlternateContent>
      <mc:AlternateContent xmlns:mc="http://schemas.openxmlformats.org/markup-compatibility/2006" xmlns:p14="http://schemas.microsoft.com/office/powerpoint/2010/main">
        <mc:Choice Requires="p14">
          <p:contentPart p14:bwMode="auto" r:id="rId84">
            <p14:nvContentPartPr>
              <p14:cNvPr id="16428" name="Ink 44"/>
              <p14:cNvContentPartPr>
                <a14:cpLocks xmlns:a14="http://schemas.microsoft.com/office/drawing/2010/main" noRot="1" noChangeAspect="1" noEditPoints="1" noChangeArrowheads="1" noChangeShapeType="1"/>
              </p14:cNvContentPartPr>
              <p14:nvPr/>
            </p14:nvContentPartPr>
            <p14:xfrm>
              <a:off x="539750" y="1828800"/>
              <a:ext cx="76200" cy="177800"/>
            </p14:xfrm>
          </p:contentPart>
        </mc:Choice>
        <mc:Fallback xmlns="">
          <p:pic>
            <p:nvPicPr>
              <p:cNvPr id="16428" name="Ink 44"/>
              <p:cNvPicPr>
                <a:picLocks noRot="1" noChangeAspect="1" noEditPoints="1" noChangeArrowheads="1" noChangeShapeType="1"/>
              </p:cNvPicPr>
              <p:nvPr/>
            </p:nvPicPr>
            <p:blipFill>
              <a:blip r:embed="rId85"/>
              <a:stretch>
                <a:fillRect/>
              </a:stretch>
            </p:blipFill>
            <p:spPr>
              <a:xfrm>
                <a:off x="530449" y="1819461"/>
                <a:ext cx="94803" cy="196478"/>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16429" name="Ink 45"/>
              <p14:cNvContentPartPr>
                <a14:cpLocks xmlns:a14="http://schemas.microsoft.com/office/drawing/2010/main" noRot="1" noChangeAspect="1" noEditPoints="1" noChangeArrowheads="1" noChangeShapeType="1"/>
              </p14:cNvContentPartPr>
              <p14:nvPr/>
            </p14:nvContentPartPr>
            <p14:xfrm>
              <a:off x="768350" y="1822450"/>
              <a:ext cx="1588" cy="12700"/>
            </p14:xfrm>
          </p:contentPart>
        </mc:Choice>
        <mc:Fallback xmlns="">
          <p:pic>
            <p:nvPicPr>
              <p:cNvPr id="16429" name="Ink 45"/>
              <p:cNvPicPr>
                <a:picLocks noRot="1" noChangeAspect="1" noEditPoints="1" noChangeArrowheads="1" noChangeShapeType="1"/>
              </p:cNvPicPr>
              <p:nvPr/>
            </p:nvPicPr>
            <p:blipFill>
              <a:blip r:embed="rId87"/>
              <a:stretch>
                <a:fillRect/>
              </a:stretch>
            </p:blipFill>
            <p:spPr>
              <a:xfrm>
                <a:off x="727062" y="1813526"/>
                <a:ext cx="84164" cy="30549"/>
              </a:xfrm>
              <a:prstGeom prst="rect">
                <a:avLst/>
              </a:prstGeom>
            </p:spPr>
          </p:pic>
        </mc:Fallback>
      </mc:AlternateContent>
      <mc:AlternateContent xmlns:mc="http://schemas.openxmlformats.org/markup-compatibility/2006" xmlns:p14="http://schemas.microsoft.com/office/powerpoint/2010/main">
        <mc:Choice Requires="p14">
          <p:contentPart p14:bwMode="auto" r:id="rId88">
            <p14:nvContentPartPr>
              <p14:cNvPr id="16430" name="Ink 46"/>
              <p14:cNvContentPartPr>
                <a14:cpLocks xmlns:a14="http://schemas.microsoft.com/office/drawing/2010/main" noRot="1" noChangeAspect="1" noEditPoints="1" noChangeArrowheads="1" noChangeShapeType="1"/>
              </p14:cNvContentPartPr>
              <p14:nvPr/>
            </p14:nvContentPartPr>
            <p14:xfrm>
              <a:off x="317500" y="2482850"/>
              <a:ext cx="69850" cy="203200"/>
            </p14:xfrm>
          </p:contentPart>
        </mc:Choice>
        <mc:Fallback xmlns="">
          <p:pic>
            <p:nvPicPr>
              <p:cNvPr id="16430" name="Ink 46"/>
              <p:cNvPicPr>
                <a:picLocks noRot="1" noChangeAspect="1" noEditPoints="1" noChangeArrowheads="1" noChangeShapeType="1"/>
              </p:cNvPicPr>
              <p:nvPr/>
            </p:nvPicPr>
            <p:blipFill>
              <a:blip r:embed="rId89"/>
              <a:stretch>
                <a:fillRect/>
              </a:stretch>
            </p:blipFill>
            <p:spPr>
              <a:xfrm>
                <a:off x="308328" y="2473499"/>
                <a:ext cx="88194" cy="221902"/>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16431" name="Ink 47"/>
              <p14:cNvContentPartPr>
                <a14:cpLocks xmlns:a14="http://schemas.microsoft.com/office/drawing/2010/main" noRot="1" noChangeAspect="1" noEditPoints="1" noChangeArrowheads="1" noChangeShapeType="1"/>
              </p14:cNvContentPartPr>
              <p14:nvPr/>
            </p14:nvContentPartPr>
            <p14:xfrm>
              <a:off x="368300" y="2432050"/>
              <a:ext cx="165100" cy="292100"/>
            </p14:xfrm>
          </p:contentPart>
        </mc:Choice>
        <mc:Fallback xmlns="">
          <p:pic>
            <p:nvPicPr>
              <p:cNvPr id="16431" name="Ink 47"/>
              <p:cNvPicPr>
                <a:picLocks noRot="1" noChangeAspect="1" noEditPoints="1" noChangeArrowheads="1" noChangeShapeType="1"/>
              </p:cNvPicPr>
              <p:nvPr/>
            </p:nvPicPr>
            <p:blipFill>
              <a:blip r:embed="rId91"/>
              <a:stretch>
                <a:fillRect/>
              </a:stretch>
            </p:blipFill>
            <p:spPr>
              <a:xfrm>
                <a:off x="359029" y="2422709"/>
                <a:ext cx="183643" cy="310783"/>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16432" name="Ink 48"/>
              <p14:cNvContentPartPr>
                <a14:cpLocks xmlns:a14="http://schemas.microsoft.com/office/drawing/2010/main" noRot="1" noChangeAspect="1" noEditPoints="1" noChangeArrowheads="1" noChangeShapeType="1"/>
              </p14:cNvContentPartPr>
              <p14:nvPr/>
            </p14:nvContentPartPr>
            <p14:xfrm>
              <a:off x="869950" y="2216150"/>
              <a:ext cx="1588" cy="501650"/>
            </p14:xfrm>
          </p:contentPart>
        </mc:Choice>
        <mc:Fallback xmlns="">
          <p:pic>
            <p:nvPicPr>
              <p:cNvPr id="16432" name="Ink 48"/>
              <p:cNvPicPr>
                <a:picLocks noRot="1" noChangeAspect="1" noEditPoints="1" noChangeArrowheads="1" noChangeShapeType="1"/>
              </p:cNvPicPr>
              <p:nvPr/>
            </p:nvPicPr>
            <p:blipFill>
              <a:blip r:embed="rId93"/>
              <a:stretch>
                <a:fillRect/>
              </a:stretch>
            </p:blipFill>
            <p:spPr>
              <a:xfrm>
                <a:off x="828662" y="2206794"/>
                <a:ext cx="84164" cy="520363"/>
              </a:xfrm>
              <a:prstGeom prst="rect">
                <a:avLst/>
              </a:prstGeom>
            </p:spPr>
          </p:pic>
        </mc:Fallback>
      </mc:AlternateContent>
    </p:spTree>
    <p:extLst>
      <p:ext uri="{BB962C8B-B14F-4D97-AF65-F5344CB8AC3E}">
        <p14:creationId xmlns:p14="http://schemas.microsoft.com/office/powerpoint/2010/main" val="1547702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id="{C83FBD9F-DA46-4D87-88B9-20AB80647106}"/>
              </a:ext>
            </a:extLst>
          </p:cNvPr>
          <p:cNvSpPr/>
          <p:nvPr/>
        </p:nvSpPr>
        <p:spPr>
          <a:xfrm>
            <a:off x="1104899" y="1829840"/>
            <a:ext cx="9980681" cy="3465179"/>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该题给出的广场的面积很小，给出了一种</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的砖，问用砖去铺广场有多少种铺法？</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因为</a:t>
            </a:r>
            <a:r>
              <a:rPr lang="en-US" altLang="zh-CN" sz="1600" dirty="0" err="1">
                <a:latin typeface="微软雅黑" panose="020B0503020204020204" pitchFamily="34" charset="-122"/>
                <a:ea typeface="微软雅黑" panose="020B0503020204020204" pitchFamily="34" charset="-122"/>
              </a:rPr>
              <a:t>w,h</a:t>
            </a:r>
            <a:r>
              <a:rPr lang="en-US" altLang="zh-CN" sz="1600" dirty="0">
                <a:latin typeface="微软雅黑" panose="020B0503020204020204" pitchFamily="34" charset="-122"/>
                <a:ea typeface="微软雅黑" panose="020B0503020204020204" pitchFamily="34" charset="-122"/>
              </a:rPr>
              <a:t>&lt;=11,</a:t>
            </a:r>
            <a:r>
              <a:rPr lang="zh-CN" altLang="en-US" sz="1600" dirty="0">
                <a:latin typeface="微软雅黑" panose="020B0503020204020204" pitchFamily="34" charset="-122"/>
                <a:ea typeface="微软雅黑" panose="020B0503020204020204" pitchFamily="34" charset="-122"/>
              </a:rPr>
              <a:t>很容易想到采用搜索的方法，可以采用深搜或宽搜均可。</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尽管</a:t>
            </a:r>
            <a:r>
              <a:rPr lang="en-US" altLang="zh-CN" sz="1600" dirty="0" err="1">
                <a:latin typeface="微软雅黑" panose="020B0503020204020204" pitchFamily="34" charset="-122"/>
                <a:ea typeface="微软雅黑" panose="020B0503020204020204" pitchFamily="34" charset="-122"/>
              </a:rPr>
              <a:t>w,h</a:t>
            </a:r>
            <a:r>
              <a:rPr lang="en-US" altLang="zh-CN" sz="1600" dirty="0">
                <a:latin typeface="微软雅黑" panose="020B0503020204020204" pitchFamily="34" charset="-122"/>
                <a:ea typeface="微软雅黑" panose="020B0503020204020204" pitchFamily="34" charset="-122"/>
              </a:rPr>
              <a:t>&lt;=11</a:t>
            </a:r>
            <a:r>
              <a:rPr lang="zh-CN" altLang="en-US" sz="1600" dirty="0">
                <a:latin typeface="微软雅黑" panose="020B0503020204020204" pitchFamily="34" charset="-122"/>
                <a:ea typeface="微软雅黑" panose="020B0503020204020204" pitchFamily="34" charset="-122"/>
              </a:rPr>
              <a:t>，不很大，但是用</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的砖铺，深度最大可达到</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，这样，如果采用深搜，对于每一层都需要回溯，时间复杂度也很高。</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如果采用宽搜，每一个点都有</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种铺法，因此可以扩展出</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个结点，要求所有的解，必须扩展全部树结构，如果</a:t>
            </a:r>
            <a:r>
              <a:rPr lang="en-US" altLang="zh-CN" sz="1600" dirty="0">
                <a:latin typeface="微软雅黑" panose="020B0503020204020204" pitchFamily="34" charset="-122"/>
                <a:ea typeface="微软雅黑" panose="020B0503020204020204" pitchFamily="34" charset="-122"/>
              </a:rPr>
              <a:t>11</a:t>
            </a:r>
            <a:r>
              <a:rPr lang="zh-CN" altLang="en-US" sz="1600" dirty="0">
                <a:latin typeface="微软雅黑" panose="020B0503020204020204" pitchFamily="34" charset="-122"/>
                <a:ea typeface="微软雅黑" panose="020B0503020204020204" pitchFamily="34" charset="-122"/>
              </a:rPr>
              <a:t>层结点，是个完全二叉树，结点数量可达</a:t>
            </a:r>
            <a:r>
              <a:rPr lang="en-US" altLang="zh-CN" sz="1600" dirty="0">
                <a:latin typeface="微软雅黑" panose="020B0503020204020204" pitchFamily="34" charset="-122"/>
                <a:ea typeface="微软雅黑" panose="020B0503020204020204" pitchFamily="34" charset="-122"/>
              </a:rPr>
              <a:t>211*11 =2121 </a:t>
            </a:r>
            <a:r>
              <a:rPr lang="zh-CN" altLang="en-US" sz="1600" dirty="0">
                <a:latin typeface="微软雅黑" panose="020B0503020204020204" pitchFamily="34" charset="-122"/>
                <a:ea typeface="微软雅黑" panose="020B0503020204020204" pitchFamily="34" charset="-122"/>
              </a:rPr>
              <a:t>，无论空间和时间都难以承受。</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因此我们需要采用其他方法。</a:t>
            </a:r>
            <a:endParaRPr lang="zh-CN" altLang="en-US" sz="1600" b="1" dirty="0">
              <a:solidFill>
                <a:schemeClr val="accent2"/>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040291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id="{C83FBD9F-DA46-4D87-88B9-20AB80647106}"/>
              </a:ext>
            </a:extLst>
          </p:cNvPr>
          <p:cNvSpPr/>
          <p:nvPr/>
        </p:nvSpPr>
        <p:spPr>
          <a:xfrm>
            <a:off x="1104900" y="1670994"/>
            <a:ext cx="9980681" cy="3465179"/>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：如果</a:t>
            </a:r>
            <a:r>
              <a:rPr lang="en-US" altLang="zh-CN" sz="1600" dirty="0">
                <a:latin typeface="微软雅黑" panose="020B0503020204020204" pitchFamily="34" charset="-122"/>
                <a:ea typeface="微软雅黑" panose="020B0503020204020204" pitchFamily="34" charset="-122"/>
              </a:rPr>
              <a:t>w</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h</a:t>
            </a:r>
            <a:r>
              <a:rPr lang="zh-CN" altLang="en-US" sz="1600" dirty="0">
                <a:latin typeface="微软雅黑" panose="020B0503020204020204" pitchFamily="34" charset="-122"/>
                <a:ea typeface="微软雅黑" panose="020B0503020204020204" pitchFamily="34" charset="-122"/>
              </a:rPr>
              <a:t>都是奇数，则无解，否则有解。</a:t>
            </a:r>
          </a:p>
          <a:p>
            <a:pPr>
              <a:lnSpc>
                <a:spcPct val="200000"/>
              </a:lnSpc>
            </a:pPr>
            <a:r>
              <a:rPr lang="zh-CN" altLang="en-US" sz="1600" dirty="0">
                <a:latin typeface="微软雅黑" panose="020B0503020204020204" pitchFamily="34" charset="-122"/>
                <a:ea typeface="微软雅黑" panose="020B0503020204020204" pitchFamily="34" charset="-122"/>
              </a:rPr>
              <a:t>     证明：</a:t>
            </a:r>
            <a:r>
              <a:rPr lang="en-US" altLang="zh-CN" sz="1600" dirty="0" err="1">
                <a:latin typeface="微软雅黑" panose="020B0503020204020204" pitchFamily="34" charset="-122"/>
                <a:ea typeface="微软雅黑" panose="020B0503020204020204" pitchFamily="34" charset="-122"/>
              </a:rPr>
              <a:t>w,h</a:t>
            </a:r>
            <a:r>
              <a:rPr lang="zh-CN" altLang="en-US" sz="1600" dirty="0">
                <a:latin typeface="微软雅黑" panose="020B0503020204020204" pitchFamily="34" charset="-122"/>
                <a:ea typeface="微软雅黑" panose="020B0503020204020204" pitchFamily="34" charset="-122"/>
              </a:rPr>
              <a:t>都是奇数，则</a:t>
            </a:r>
            <a:r>
              <a:rPr lang="en-US" altLang="zh-CN" sz="1600" dirty="0">
                <a:latin typeface="微软雅黑" panose="020B0503020204020204" pitchFamily="34" charset="-122"/>
                <a:ea typeface="微软雅黑" panose="020B0503020204020204" pitchFamily="34" charset="-122"/>
              </a:rPr>
              <a:t>w*h</a:t>
            </a:r>
            <a:r>
              <a:rPr lang="zh-CN" altLang="en-US" sz="1600" dirty="0">
                <a:latin typeface="微软雅黑" panose="020B0503020204020204" pitchFamily="34" charset="-122"/>
                <a:ea typeface="微软雅黑" panose="020B0503020204020204" pitchFamily="34" charset="-122"/>
              </a:rPr>
              <a:t>也是奇数，由于</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的砖有</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块，因此无论铺多少块都是偶数，因此不能覆盖所有的地板。如果地板的面积</a:t>
            </a:r>
            <a:r>
              <a:rPr lang="en-US" altLang="zh-CN" sz="1600" dirty="0">
                <a:latin typeface="微软雅黑" panose="020B0503020204020204" pitchFamily="34" charset="-122"/>
                <a:ea typeface="微软雅黑" panose="020B0503020204020204" pitchFamily="34" charset="-122"/>
              </a:rPr>
              <a:t>S</a:t>
            </a:r>
            <a:r>
              <a:rPr lang="zh-CN" altLang="en-US" sz="1600" dirty="0">
                <a:latin typeface="微软雅黑" panose="020B0503020204020204" pitchFamily="34" charset="-122"/>
                <a:ea typeface="微软雅黑" panose="020B0503020204020204" pitchFamily="34" charset="-122"/>
              </a:rPr>
              <a:t>是偶数，肯定能被</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整除，因此可以用</a:t>
            </a:r>
            <a:r>
              <a:rPr lang="en-US" altLang="zh-CN" sz="1600" dirty="0">
                <a:latin typeface="微软雅黑" panose="020B0503020204020204" pitchFamily="34" charset="-122"/>
                <a:ea typeface="微软雅黑" panose="020B0503020204020204" pitchFamily="34" charset="-122"/>
              </a:rPr>
              <a:t>S/2</a:t>
            </a:r>
            <a:r>
              <a:rPr lang="zh-CN" altLang="en-US" sz="1600" dirty="0">
                <a:latin typeface="微软雅黑" panose="020B0503020204020204" pitchFamily="34" charset="-122"/>
                <a:ea typeface="微软雅黑" panose="020B0503020204020204" pitchFamily="34" charset="-122"/>
              </a:rPr>
              <a:t>块砖铺满整个地板。</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：对于每铺一次地板，只会影响所铺的上下两行。</a:t>
            </a:r>
          </a:p>
          <a:p>
            <a:pPr>
              <a:lnSpc>
                <a:spcPct val="200000"/>
              </a:lnSpc>
            </a:pPr>
            <a:r>
              <a:rPr lang="zh-CN" altLang="en-US" sz="1600" dirty="0">
                <a:latin typeface="微软雅黑" panose="020B0503020204020204" pitchFamily="34" charset="-122"/>
                <a:ea typeface="微软雅黑" panose="020B0503020204020204" pitchFamily="34" charset="-122"/>
              </a:rPr>
              <a:t>     证明：因为是</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的砖铺，性质显然。</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性质</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：如果按行铺地板，每一行的铺法都类似。</a:t>
            </a:r>
          </a:p>
          <a:p>
            <a:pPr>
              <a:lnSpc>
                <a:spcPct val="200000"/>
              </a:lnSpc>
            </a:pPr>
            <a:r>
              <a:rPr lang="zh-CN" altLang="en-US" sz="1600" dirty="0">
                <a:latin typeface="微软雅黑" panose="020B0503020204020204" pitchFamily="34" charset="-122"/>
                <a:ea typeface="微软雅黑" panose="020B0503020204020204" pitchFamily="34" charset="-122"/>
              </a:rPr>
              <a:t>     证明：显然！</a:t>
            </a:r>
          </a:p>
        </p:txBody>
      </p:sp>
    </p:spTree>
    <p:extLst>
      <p:ext uri="{BB962C8B-B14F-4D97-AF65-F5344CB8AC3E}">
        <p14:creationId xmlns:p14="http://schemas.microsoft.com/office/powerpoint/2010/main" val="309991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10" name="图片 3">
            <a:extLst>
              <a:ext uri="{FF2B5EF4-FFF2-40B4-BE49-F238E27FC236}">
                <a16:creationId xmlns:a16="http://schemas.microsoft.com/office/drawing/2014/main" id="{2F9CDF62-FD1D-48D3-80A7-0DC2A9F83986}"/>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182624" y="2550445"/>
            <a:ext cx="7042150" cy="2409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AD5A8238-85C0-444F-BDD5-97143E00A07D}"/>
              </a:ext>
            </a:extLst>
          </p:cNvPr>
          <p:cNvSpPr/>
          <p:nvPr/>
        </p:nvSpPr>
        <p:spPr>
          <a:xfrm>
            <a:off x="1106418" y="1721828"/>
            <a:ext cx="9902958" cy="4391523"/>
          </a:xfrm>
          <a:prstGeom prst="rect">
            <a:avLst/>
          </a:prstGeom>
        </p:spPr>
        <p:txBody>
          <a:bodyPr wrap="square">
            <a:spAutoFit/>
          </a:bodyPr>
          <a:lstStyle/>
          <a:p>
            <a:pPr marL="342900" lvl="0" indent="-342900">
              <a:lnSpc>
                <a:spcPct val="200000"/>
              </a:lnSpc>
              <a:spcBef>
                <a:spcPct val="20000"/>
              </a:spcBef>
              <a:buFont typeface="Arial" panose="020B0604020202020204" pitchFamily="34" charset="0"/>
              <a:buChar char="•"/>
              <a:defRPr/>
            </a:pPr>
            <a:r>
              <a:rPr lang="zh-CN" altLang="en-US" dirty="0">
                <a:latin typeface="微软雅黑" panose="020B0503020204020204" pitchFamily="34" charset="-122"/>
                <a:ea typeface="微软雅黑" panose="020B0503020204020204" pitchFamily="34" charset="-122"/>
              </a:rPr>
              <a:t>一个</a:t>
            </a:r>
            <a:r>
              <a:rPr lang="en-US" altLang="zh-CN" dirty="0">
                <a:latin typeface="微软雅黑" panose="020B0503020204020204" pitchFamily="34" charset="-122"/>
                <a:ea typeface="微软雅黑" panose="020B0503020204020204" pitchFamily="34" charset="-122"/>
              </a:rPr>
              <a:t>6×9</a:t>
            </a:r>
            <a:r>
              <a:rPr lang="zh-CN" altLang="en-US" dirty="0">
                <a:latin typeface="微软雅黑" panose="020B0503020204020204" pitchFamily="34" charset="-122"/>
                <a:ea typeface="微软雅黑" panose="020B0503020204020204" pitchFamily="34" charset="-122"/>
              </a:rPr>
              <a:t>的面积铺法如下图</a:t>
            </a: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marL="342900" lvl="0" indent="-342900">
              <a:lnSpc>
                <a:spcPct val="200000"/>
              </a:lnSpc>
              <a:spcBef>
                <a:spcPct val="20000"/>
              </a:spcBef>
              <a:buFont typeface="Arial" panose="020B0604020202020204" pitchFamily="34" charset="0"/>
              <a:buChar char="•"/>
              <a:defRPr/>
            </a:pP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lvl="0">
              <a:lnSpc>
                <a:spcPct val="200000"/>
              </a:lnSpc>
              <a:spcBef>
                <a:spcPct val="20000"/>
              </a:spcBef>
              <a:defRPr/>
            </a:pPr>
            <a:endParaRPr lang="en-US" altLang="zh-CN" sz="3200" b="1" dirty="0">
              <a:solidFill>
                <a:sysClr val="windowText" lastClr="000000"/>
              </a:solidFill>
              <a:latin typeface="微软雅黑" panose="020B0503020204020204" pitchFamily="34" charset="-122"/>
              <a:ea typeface="微软雅黑" panose="020B0503020204020204" pitchFamily="34" charset="-122"/>
            </a:endParaRPr>
          </a:p>
          <a:p>
            <a:pPr>
              <a:lnSpc>
                <a:spcPct val="200000"/>
              </a:lnSpc>
              <a:defRPr/>
            </a:pPr>
            <a:endParaRPr lang="en-US" altLang="zh-CN" dirty="0">
              <a:latin typeface="微软雅黑" panose="020B0503020204020204" pitchFamily="34" charset="-122"/>
              <a:ea typeface="微软雅黑" panose="020B0503020204020204" pitchFamily="34" charset="-122"/>
            </a:endParaRPr>
          </a:p>
          <a:p>
            <a:pPr>
              <a:lnSpc>
                <a:spcPct val="200000"/>
              </a:lnSpc>
              <a:defRPr/>
            </a:pPr>
            <a:r>
              <a:rPr lang="zh-CN" altLang="en-US" dirty="0">
                <a:latin typeface="微软雅黑" panose="020B0503020204020204" pitchFamily="34" charset="-122"/>
                <a:ea typeface="微软雅黑" panose="020B0503020204020204" pitchFamily="34" charset="-122"/>
              </a:rPr>
              <a:t>可以看出，在按行铺的过程中，某些砖会分成两半，如图</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，但最多也是向下突出一格，在图</a:t>
            </a:r>
            <a:r>
              <a:rPr lang="en-US" altLang="zh-CN" dirty="0">
                <a:latin typeface="微软雅黑" panose="020B0503020204020204" pitchFamily="34" charset="-122"/>
                <a:ea typeface="微软雅黑" panose="020B0503020204020204" pitchFamily="34" charset="-122"/>
              </a:rPr>
              <a:t>3</a:t>
            </a:r>
            <a:r>
              <a:rPr lang="zh-CN" altLang="en-US" dirty="0">
                <a:latin typeface="微软雅黑" panose="020B0503020204020204" pitchFamily="34" charset="-122"/>
                <a:ea typeface="微软雅黑" panose="020B0503020204020204" pitchFamily="34" charset="-122"/>
              </a:rPr>
              <a:t>中，我们将图</a:t>
            </a:r>
            <a:r>
              <a:rPr lang="en-US" altLang="zh-CN" dirty="0">
                <a:latin typeface="微软雅黑" panose="020B0503020204020204" pitchFamily="34" charset="-122"/>
                <a:ea typeface="微软雅黑" panose="020B0503020204020204" pitchFamily="34" charset="-122"/>
              </a:rPr>
              <a:t>2</a:t>
            </a:r>
            <a:r>
              <a:rPr lang="zh-CN" altLang="en-US" dirty="0">
                <a:latin typeface="微软雅黑" panose="020B0503020204020204" pitchFamily="34" charset="-122"/>
                <a:ea typeface="微软雅黑" panose="020B0503020204020204" pitchFamily="34" charset="-122"/>
              </a:rPr>
              <a:t>的空隙填满，则又转移到了下一种状态。</a:t>
            </a:r>
          </a:p>
        </p:txBody>
      </p:sp>
      <mc:AlternateContent xmlns:mc="http://schemas.openxmlformats.org/markup-compatibility/2006" xmlns:p14="http://schemas.microsoft.com/office/powerpoint/2010/main">
        <mc:Choice Requires="p14">
          <p:contentPart p14:bwMode="auto" r:id="rId3">
            <p14:nvContentPartPr>
              <p14:cNvPr id="13313" name="Ink 1"/>
              <p14:cNvContentPartPr>
                <a14:cpLocks xmlns:a14="http://schemas.microsoft.com/office/drawing/2010/main" noRot="1" noChangeAspect="1" noEditPoints="1" noChangeArrowheads="1" noChangeShapeType="1"/>
              </p14:cNvContentPartPr>
              <p14:nvPr/>
            </p14:nvContentPartPr>
            <p14:xfrm>
              <a:off x="7321550" y="4895850"/>
              <a:ext cx="4578350" cy="908050"/>
            </p14:xfrm>
          </p:contentPart>
        </mc:Choice>
        <mc:Fallback xmlns="">
          <p:pic>
            <p:nvPicPr>
              <p:cNvPr id="13313" name="Ink 1"/>
              <p:cNvPicPr>
                <a:picLocks noRot="1" noChangeAspect="1" noEditPoints="1" noChangeArrowheads="1" noChangeShapeType="1"/>
              </p:cNvPicPr>
              <p:nvPr/>
            </p:nvPicPr>
            <p:blipFill>
              <a:blip r:embed="rId4"/>
              <a:stretch>
                <a:fillRect/>
              </a:stretch>
            </p:blipFill>
            <p:spPr>
              <a:xfrm>
                <a:off x="7312194" y="4886653"/>
                <a:ext cx="4597062" cy="926444"/>
              </a:xfrm>
              <a:prstGeom prst="rect">
                <a:avLst/>
              </a:prstGeom>
            </p:spPr>
          </p:pic>
        </mc:Fallback>
      </mc:AlternateContent>
    </p:spTree>
    <p:extLst>
      <p:ext uri="{BB962C8B-B14F-4D97-AF65-F5344CB8AC3E}">
        <p14:creationId xmlns:p14="http://schemas.microsoft.com/office/powerpoint/2010/main" val="37344049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id="{C83FBD9F-DA46-4D87-88B9-20AB80647106}"/>
              </a:ext>
            </a:extLst>
          </p:cNvPr>
          <p:cNvSpPr/>
          <p:nvPr/>
        </p:nvSpPr>
        <p:spPr>
          <a:xfrm>
            <a:off x="1042756" y="1635483"/>
            <a:ext cx="10052813" cy="3957622"/>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行号作为</a:t>
            </a:r>
            <a:r>
              <a:rPr lang="en-US" altLang="zh-CN" sz="1600" dirty="0">
                <a:latin typeface="微软雅黑" panose="020B0503020204020204" pitchFamily="34" charset="-122"/>
                <a:ea typeface="微软雅黑" panose="020B0503020204020204" pitchFamily="34" charset="-122"/>
              </a:rPr>
              <a:t>DP</a:t>
            </a:r>
            <a:r>
              <a:rPr lang="zh-CN" altLang="en-US" sz="1600" dirty="0">
                <a:latin typeface="微软雅黑" panose="020B0503020204020204" pitchFamily="34" charset="-122"/>
                <a:ea typeface="微软雅黑" panose="020B0503020204020204" pitchFamily="34" charset="-122"/>
              </a:rPr>
              <a:t>的阶段，把上半部分不断向下扩展，直至确定整个棋盘的的分割方法。我们使用一个</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位二进制，其中第</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0&lt;=k&lt;M</a:t>
            </a:r>
            <a:r>
              <a:rPr lang="zh-CN" altLang="en-US" sz="1600" dirty="0">
                <a:latin typeface="微软雅黑" panose="020B0503020204020204" pitchFamily="34" charset="-122"/>
                <a:ea typeface="微软雅黑" panose="020B0503020204020204" pitchFamily="34" charset="-122"/>
              </a:rPr>
              <a:t>）位为</a:t>
            </a:r>
            <a:r>
              <a:rPr lang="en-US" altLang="zh-CN" sz="1600" b="1" dirty="0">
                <a:solidFill>
                  <a:schemeClr val="accent2"/>
                </a:solidFill>
                <a:latin typeface="微软雅黑" panose="020B0503020204020204" pitchFamily="34" charset="-122"/>
                <a:ea typeface="微软雅黑" panose="020B0503020204020204" pitchFamily="34" charset="-122"/>
              </a:rPr>
              <a:t>1</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列是一个竖着的</a:t>
            </a:r>
            <a:r>
              <a:rPr lang="en-US" altLang="zh-CN" sz="1600" b="1" dirty="0">
                <a:solidFill>
                  <a:schemeClr val="accent2"/>
                </a:solidFill>
                <a:latin typeface="微软雅黑" panose="020B0503020204020204" pitchFamily="34" charset="-122"/>
                <a:ea typeface="微软雅黑" panose="020B0503020204020204" pitchFamily="34" charset="-122"/>
              </a:rPr>
              <a:t>1*2</a:t>
            </a:r>
            <a:r>
              <a:rPr lang="zh-CN" altLang="en-US" sz="1600" b="1" dirty="0">
                <a:solidFill>
                  <a:schemeClr val="accent2"/>
                </a:solidFill>
                <a:latin typeface="微软雅黑" panose="020B0503020204020204" pitchFamily="34" charset="-122"/>
                <a:ea typeface="微软雅黑" panose="020B0503020204020204" pitchFamily="34" charset="-122"/>
              </a:rPr>
              <a:t>长方形的上面一半 </a:t>
            </a:r>
            <a:r>
              <a:rPr lang="zh-CN" altLang="en-US" sz="1600" dirty="0">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第</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为</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b="1" dirty="0">
                <a:solidFill>
                  <a:schemeClr val="accent2"/>
                </a:solidFill>
                <a:latin typeface="微软雅黑" panose="020B0503020204020204" pitchFamily="34" charset="-122"/>
                <a:ea typeface="微软雅黑" panose="020B0503020204020204" pitchFamily="34" charset="-122"/>
              </a:rPr>
              <a:t>表示其他情况</a:t>
            </a:r>
            <a:r>
              <a:rPr lang="zh-CN" altLang="en-US" sz="1600" dirty="0">
                <a:latin typeface="微软雅黑" panose="020B0503020204020204" pitchFamily="34" charset="-122"/>
                <a:ea typeface="微软雅黑" panose="020B0503020204020204" pitchFamily="34" charset="-122"/>
              </a:rPr>
              <a:t>。</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设</a:t>
            </a: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行的形态为</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时，前</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行分割方案的总数</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是用进制整数记录的</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位二进制</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i-1</a:t>
            </a:r>
            <a:r>
              <a:rPr lang="zh-CN" altLang="en-US" sz="1600" dirty="0">
                <a:latin typeface="微软雅黑" panose="020B0503020204020204" pitchFamily="34" charset="-122"/>
                <a:ea typeface="微软雅黑" panose="020B0503020204020204" pitchFamily="34" charset="-122"/>
              </a:rPr>
              <a:t>行的形态</a:t>
            </a:r>
            <a:r>
              <a:rPr lang="en-US" altLang="zh-CN" sz="1600" dirty="0">
                <a:latin typeface="微软雅黑" panose="020B0503020204020204" pitchFamily="34" charset="-122"/>
                <a:ea typeface="微软雅黑" panose="020B0503020204020204" pitchFamily="34" charset="-122"/>
              </a:rPr>
              <a:t>k</a:t>
            </a:r>
            <a:r>
              <a:rPr lang="zh-CN" altLang="en-US" sz="1600" dirty="0">
                <a:latin typeface="微软雅黑" panose="020B0503020204020204" pitchFamily="34" charset="-122"/>
                <a:ea typeface="微软雅黑" panose="020B0503020204020204" pitchFamily="34" charset="-122"/>
              </a:rPr>
              <a:t>能转移到第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行的形态</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，当且仅当：</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1.</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和</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执行按位与运算的结果是</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保证每个数字</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的下方必须是数字</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，代表继续补全竖着的</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长方形；</a:t>
            </a:r>
          </a:p>
          <a:p>
            <a:pPr>
              <a:lnSpc>
                <a:spcPct val="200000"/>
              </a:lnSpc>
            </a:pPr>
            <a:r>
              <a:rPr lang="en-US" altLang="zh-CN" sz="1600" dirty="0">
                <a:latin typeface="微软雅黑" panose="020B0503020204020204" pitchFamily="34" charset="-122"/>
                <a:ea typeface="微软雅黑" panose="020B0503020204020204" pitchFamily="34" charset="-122"/>
              </a:rPr>
              <a:t>2.</a:t>
            </a:r>
            <a:r>
              <a:rPr lang="en-US" altLang="zh-CN" sz="1600" b="1" dirty="0">
                <a:solidFill>
                  <a:schemeClr val="accent2"/>
                </a:solidFill>
                <a:latin typeface="微软雅黑" panose="020B0503020204020204" pitchFamily="34" charset="-122"/>
                <a:ea typeface="微软雅黑" panose="020B0503020204020204" pitchFamily="34" charset="-122"/>
              </a:rPr>
              <a:t>J</a:t>
            </a:r>
            <a:r>
              <a:rPr lang="zh-CN" altLang="en-US" sz="1600" b="1" dirty="0">
                <a:solidFill>
                  <a:schemeClr val="accent2"/>
                </a:solidFill>
                <a:latin typeface="微软雅黑" panose="020B0503020204020204" pitchFamily="34" charset="-122"/>
                <a:ea typeface="微软雅黑" panose="020B0503020204020204" pitchFamily="34" charset="-122"/>
              </a:rPr>
              <a:t>和</a:t>
            </a:r>
            <a:r>
              <a:rPr lang="en-US" altLang="zh-CN" sz="1600" b="1" dirty="0">
                <a:solidFill>
                  <a:schemeClr val="accent2"/>
                </a:solidFill>
                <a:latin typeface="微软雅黑" panose="020B0503020204020204" pitchFamily="34" charset="-122"/>
                <a:ea typeface="微软雅黑" panose="020B0503020204020204" pitchFamily="34" charset="-122"/>
              </a:rPr>
              <a:t>k</a:t>
            </a:r>
            <a:r>
              <a:rPr lang="zh-CN" altLang="en-US" sz="1600" b="1" dirty="0">
                <a:solidFill>
                  <a:schemeClr val="accent2"/>
                </a:solidFill>
                <a:latin typeface="微软雅黑" panose="020B0503020204020204" pitchFamily="34" charset="-122"/>
                <a:ea typeface="微软雅黑" panose="020B0503020204020204" pitchFamily="34" charset="-122"/>
              </a:rPr>
              <a:t>执行按位或运算的结果的二进制表示中，每一段连续的</a:t>
            </a:r>
            <a:r>
              <a:rPr lang="en-US" altLang="zh-CN" sz="1600" b="1" dirty="0">
                <a:solidFill>
                  <a:schemeClr val="accent2"/>
                </a:solidFill>
                <a:latin typeface="微软雅黑" panose="020B0503020204020204" pitchFamily="34" charset="-122"/>
                <a:ea typeface="微软雅黑" panose="020B0503020204020204" pitchFamily="34" charset="-122"/>
              </a:rPr>
              <a:t>0</a:t>
            </a:r>
            <a:r>
              <a:rPr lang="zh-CN" altLang="en-US" sz="1600" b="1" dirty="0">
                <a:solidFill>
                  <a:schemeClr val="accent2"/>
                </a:solidFill>
                <a:latin typeface="微软雅黑" panose="020B0503020204020204" pitchFamily="34" charset="-122"/>
                <a:ea typeface="微软雅黑" panose="020B0503020204020204" pitchFamily="34" charset="-122"/>
              </a:rPr>
              <a:t>都必须有偶数个</a:t>
            </a:r>
            <a:r>
              <a:rPr lang="zh-CN" altLang="en-US" sz="1600" dirty="0">
                <a:latin typeface="微软雅黑" panose="020B0503020204020204" pitchFamily="34" charset="-122"/>
                <a:ea typeface="微软雅黑" panose="020B0503020204020204" pitchFamily="34" charset="-122"/>
              </a:rPr>
              <a:t>；</a:t>
            </a:r>
            <a:endParaRPr lang="en-US" altLang="zh-CN" sz="1600" dirty="0">
              <a:latin typeface="微软雅黑" panose="020B0503020204020204" pitchFamily="34" charset="-122"/>
              <a:ea typeface="微软雅黑" panose="020B0503020204020204" pitchFamily="34" charset="-122"/>
            </a:endParaRPr>
          </a:p>
          <a:p>
            <a:pPr>
              <a:lnSpc>
                <a:spcPct val="200000"/>
              </a:lnSpc>
            </a:pPr>
            <a:r>
              <a:rPr lang="zh-CN" altLang="en-US" sz="1600" dirty="0">
                <a:latin typeface="微软雅黑" panose="020B0503020204020204" pitchFamily="34" charset="-122"/>
                <a:ea typeface="微软雅黑" panose="020B0503020204020204" pitchFamily="34" charset="-122"/>
              </a:rPr>
              <a:t>这些</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表示若干横着的</a:t>
            </a:r>
            <a:r>
              <a:rPr lang="en-US" altLang="zh-CN" sz="1600" dirty="0">
                <a:latin typeface="微软雅黑" panose="020B0503020204020204" pitchFamily="34" charset="-122"/>
                <a:ea typeface="微软雅黑" panose="020B0503020204020204" pitchFamily="34" charset="-122"/>
              </a:rPr>
              <a:t>1*2</a:t>
            </a:r>
            <a:r>
              <a:rPr lang="zh-CN" altLang="en-US" sz="1600" dirty="0">
                <a:latin typeface="微软雅黑" panose="020B0503020204020204" pitchFamily="34" charset="-122"/>
                <a:ea typeface="微软雅黑" panose="020B0503020204020204" pitchFamily="34" charset="-122"/>
              </a:rPr>
              <a:t>长方形，奇数个</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无法分割这种状态</a:t>
            </a:r>
          </a:p>
        </p:txBody>
      </p:sp>
      <mc:AlternateContent xmlns:mc="http://schemas.openxmlformats.org/markup-compatibility/2006" xmlns:p14="http://schemas.microsoft.com/office/powerpoint/2010/main">
        <mc:Choice Requires="p14">
          <p:contentPart p14:bwMode="auto" r:id="rId2">
            <p14:nvContentPartPr>
              <p14:cNvPr id="12289" name="Ink 1"/>
              <p14:cNvContentPartPr>
                <a14:cpLocks xmlns:a14="http://schemas.microsoft.com/office/drawing/2010/main" noRot="1" noChangeAspect="1" noEditPoints="1" noChangeArrowheads="1" noChangeShapeType="1"/>
              </p14:cNvContentPartPr>
              <p14:nvPr/>
            </p14:nvContentPartPr>
            <p14:xfrm>
              <a:off x="0" y="755650"/>
              <a:ext cx="666750" cy="1174750"/>
            </p14:xfrm>
          </p:contentPart>
        </mc:Choice>
        <mc:Fallback xmlns="">
          <p:pic>
            <p:nvPicPr>
              <p:cNvPr id="12289" name="Ink 1"/>
              <p:cNvPicPr>
                <a:picLocks noRot="1" noChangeAspect="1" noEditPoints="1" noChangeArrowheads="1" noChangeShapeType="1"/>
              </p:cNvPicPr>
              <p:nvPr/>
            </p:nvPicPr>
            <p:blipFill>
              <a:blip r:embed="rId3"/>
              <a:stretch>
                <a:fillRect/>
              </a:stretch>
            </p:blipFill>
            <p:spPr>
              <a:xfrm>
                <a:off x="-9355" y="746292"/>
                <a:ext cx="685461" cy="1193465"/>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12290" name="Ink 2"/>
              <p14:cNvContentPartPr>
                <a14:cpLocks xmlns:a14="http://schemas.microsoft.com/office/drawing/2010/main" noRot="1" noChangeAspect="1" noEditPoints="1" noChangeArrowheads="1" noChangeShapeType="1"/>
              </p14:cNvContentPartPr>
              <p14:nvPr/>
            </p14:nvContentPartPr>
            <p14:xfrm>
              <a:off x="539750" y="3022600"/>
              <a:ext cx="393700" cy="2419350"/>
            </p14:xfrm>
          </p:contentPart>
        </mc:Choice>
        <mc:Fallback xmlns="">
          <p:pic>
            <p:nvPicPr>
              <p:cNvPr id="12290" name="Ink 2"/>
              <p:cNvPicPr>
                <a:picLocks noRot="1" noChangeAspect="1" noEditPoints="1" noChangeArrowheads="1" noChangeShapeType="1"/>
              </p:cNvPicPr>
              <p:nvPr/>
            </p:nvPicPr>
            <p:blipFill>
              <a:blip r:embed="rId5"/>
              <a:stretch>
                <a:fillRect/>
              </a:stretch>
            </p:blipFill>
            <p:spPr>
              <a:xfrm>
                <a:off x="530333" y="3013241"/>
                <a:ext cx="412534" cy="2438068"/>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2291" name="Ink 3"/>
              <p14:cNvContentPartPr>
                <a14:cpLocks xmlns:a14="http://schemas.microsoft.com/office/drawing/2010/main" noRot="1" noChangeAspect="1" noEditPoints="1" noChangeArrowheads="1" noChangeShapeType="1"/>
              </p14:cNvContentPartPr>
              <p14:nvPr/>
            </p14:nvContentPartPr>
            <p14:xfrm>
              <a:off x="7258050" y="190500"/>
              <a:ext cx="1758950" cy="1346200"/>
            </p14:xfrm>
          </p:contentPart>
        </mc:Choice>
        <mc:Fallback xmlns="">
          <p:pic>
            <p:nvPicPr>
              <p:cNvPr id="12291" name="Ink 3"/>
              <p:cNvPicPr>
                <a:picLocks noRot="1" noChangeAspect="1" noEditPoints="1" noChangeArrowheads="1" noChangeShapeType="1"/>
              </p:cNvPicPr>
              <p:nvPr/>
            </p:nvPicPr>
            <p:blipFill>
              <a:blip r:embed="rId7"/>
              <a:stretch>
                <a:fillRect/>
              </a:stretch>
            </p:blipFill>
            <p:spPr>
              <a:xfrm>
                <a:off x="7248696" y="181196"/>
                <a:ext cx="1777658" cy="1364808"/>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2292" name="Ink 4"/>
              <p14:cNvContentPartPr>
                <a14:cpLocks xmlns:a14="http://schemas.microsoft.com/office/drawing/2010/main" noRot="1" noChangeAspect="1" noEditPoints="1" noChangeArrowheads="1" noChangeShapeType="1"/>
              </p14:cNvContentPartPr>
              <p14:nvPr/>
            </p14:nvContentPartPr>
            <p14:xfrm>
              <a:off x="9391650" y="266700"/>
              <a:ext cx="457200" cy="1073150"/>
            </p14:xfrm>
          </p:contentPart>
        </mc:Choice>
        <mc:Fallback xmlns="">
          <p:pic>
            <p:nvPicPr>
              <p:cNvPr id="12292" name="Ink 4"/>
              <p:cNvPicPr>
                <a:picLocks noRot="1" noChangeAspect="1" noEditPoints="1" noChangeArrowheads="1" noChangeShapeType="1"/>
              </p:cNvPicPr>
              <p:nvPr/>
            </p:nvPicPr>
            <p:blipFill>
              <a:blip r:embed="rId9"/>
              <a:stretch>
                <a:fillRect/>
              </a:stretch>
            </p:blipFill>
            <p:spPr>
              <a:xfrm>
                <a:off x="9382327" y="257371"/>
                <a:ext cx="475847" cy="1091807"/>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2293" name="Ink 5"/>
              <p14:cNvContentPartPr>
                <a14:cpLocks xmlns:a14="http://schemas.microsoft.com/office/drawing/2010/main" noRot="1" noChangeAspect="1" noEditPoints="1" noChangeArrowheads="1" noChangeShapeType="1"/>
              </p14:cNvContentPartPr>
              <p14:nvPr/>
            </p14:nvContentPartPr>
            <p14:xfrm>
              <a:off x="10407650" y="215900"/>
              <a:ext cx="44450" cy="1035050"/>
            </p14:xfrm>
          </p:contentPart>
        </mc:Choice>
        <mc:Fallback xmlns="">
          <p:pic>
            <p:nvPicPr>
              <p:cNvPr id="12293" name="Ink 5"/>
              <p:cNvPicPr>
                <a:picLocks noRot="1" noChangeAspect="1" noEditPoints="1" noChangeArrowheads="1" noChangeShapeType="1"/>
              </p:cNvPicPr>
              <p:nvPr/>
            </p:nvPicPr>
            <p:blipFill>
              <a:blip r:embed="rId11"/>
              <a:stretch>
                <a:fillRect/>
              </a:stretch>
            </p:blipFill>
            <p:spPr>
              <a:xfrm>
                <a:off x="10398621" y="206484"/>
                <a:ext cx="62508" cy="1053882"/>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294" name="Ink 6"/>
              <p14:cNvContentPartPr>
                <a14:cpLocks xmlns:a14="http://schemas.microsoft.com/office/drawing/2010/main" noRot="1" noChangeAspect="1" noEditPoints="1" noChangeArrowheads="1" noChangeShapeType="1"/>
              </p14:cNvContentPartPr>
              <p14:nvPr/>
            </p14:nvContentPartPr>
            <p14:xfrm>
              <a:off x="4248150" y="5454650"/>
              <a:ext cx="279400" cy="63500"/>
            </p14:xfrm>
          </p:contentPart>
        </mc:Choice>
        <mc:Fallback xmlns="">
          <p:pic>
            <p:nvPicPr>
              <p:cNvPr id="12294" name="Ink 6"/>
              <p:cNvPicPr>
                <a:picLocks noRot="1" noChangeAspect="1" noEditPoints="1" noChangeArrowheads="1" noChangeShapeType="1"/>
              </p:cNvPicPr>
              <p:nvPr/>
            </p:nvPicPr>
            <p:blipFill>
              <a:blip r:embed="rId13"/>
              <a:stretch>
                <a:fillRect/>
              </a:stretch>
            </p:blipFill>
            <p:spPr>
              <a:xfrm>
                <a:off x="4238813" y="5445322"/>
                <a:ext cx="298075" cy="82155"/>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2295" name="Ink 7"/>
              <p14:cNvContentPartPr>
                <a14:cpLocks xmlns:a14="http://schemas.microsoft.com/office/drawing/2010/main" noRot="1" noChangeAspect="1" noEditPoints="1" noChangeArrowheads="1" noChangeShapeType="1"/>
              </p14:cNvContentPartPr>
              <p14:nvPr/>
            </p14:nvContentPartPr>
            <p14:xfrm>
              <a:off x="5880100" y="3803650"/>
              <a:ext cx="2120900" cy="1212850"/>
            </p14:xfrm>
          </p:contentPart>
        </mc:Choice>
        <mc:Fallback xmlns="">
          <p:pic>
            <p:nvPicPr>
              <p:cNvPr id="12295" name="Ink 7"/>
              <p:cNvPicPr>
                <a:picLocks noRot="1" noChangeAspect="1" noEditPoints="1" noChangeArrowheads="1" noChangeShapeType="1"/>
              </p:cNvPicPr>
              <p:nvPr/>
            </p:nvPicPr>
            <p:blipFill>
              <a:blip r:embed="rId15"/>
              <a:stretch>
                <a:fillRect/>
              </a:stretch>
            </p:blipFill>
            <p:spPr>
              <a:xfrm>
                <a:off x="5870741" y="3794293"/>
                <a:ext cx="2139618" cy="1231565"/>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2296" name="Ink 8"/>
              <p14:cNvContentPartPr>
                <a14:cpLocks xmlns:a14="http://schemas.microsoft.com/office/drawing/2010/main" noRot="1" noChangeAspect="1" noEditPoints="1" noChangeArrowheads="1" noChangeShapeType="1"/>
              </p14:cNvContentPartPr>
              <p14:nvPr/>
            </p14:nvContentPartPr>
            <p14:xfrm>
              <a:off x="4152900" y="5619750"/>
              <a:ext cx="12700" cy="19050"/>
            </p14:xfrm>
          </p:contentPart>
        </mc:Choice>
        <mc:Fallback xmlns="">
          <p:pic>
            <p:nvPicPr>
              <p:cNvPr id="12296" name="Ink 8"/>
              <p:cNvPicPr>
                <a:picLocks noRot="1" noChangeAspect="1" noEditPoints="1" noChangeArrowheads="1" noChangeShapeType="1"/>
              </p:cNvPicPr>
              <p:nvPr/>
            </p:nvPicPr>
            <p:blipFill>
              <a:blip r:embed="rId17"/>
              <a:stretch>
                <a:fillRect/>
              </a:stretch>
            </p:blipFill>
            <p:spPr>
              <a:xfrm>
                <a:off x="4143728" y="5610578"/>
                <a:ext cx="31044" cy="37394"/>
              </a:xfrm>
              <a:prstGeom prst="rect">
                <a:avLst/>
              </a:prstGeom>
            </p:spPr>
          </p:pic>
        </mc:Fallback>
      </mc:AlternateContent>
    </p:spTree>
    <p:extLst>
      <p:ext uri="{BB962C8B-B14F-4D97-AF65-F5344CB8AC3E}">
        <p14:creationId xmlns:p14="http://schemas.microsoft.com/office/powerpoint/2010/main" val="1125680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83FBD9F-DA46-4D87-88B9-20AB80647106}"/>
                  </a:ext>
                </a:extLst>
              </p:cNvPr>
              <p:cNvSpPr/>
              <p:nvPr/>
            </p:nvSpPr>
            <p:spPr>
              <a:xfrm>
                <a:off x="1032769" y="1721828"/>
                <a:ext cx="10052813" cy="3575274"/>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我们可以在</a:t>
                </a:r>
                <a:r>
                  <a:rPr lang="en-US" altLang="zh-CN" dirty="0" err="1">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前</a:t>
                </a:r>
                <a:r>
                  <a:rPr lang="zh-CN" altLang="en-US" b="1" dirty="0">
                    <a:solidFill>
                      <a:schemeClr val="accent2"/>
                    </a:solidFill>
                    <a:latin typeface="微软雅黑" panose="020B0503020204020204" pitchFamily="34" charset="-122"/>
                    <a:ea typeface="微软雅黑" panose="020B0503020204020204" pitchFamily="34" charset="-122"/>
                  </a:rPr>
                  <a:t>预处理</a:t>
                </a:r>
                <a:r>
                  <a:rPr lang="en-US" altLang="zh-CN" dirty="0">
                    <a:latin typeface="微软雅黑" panose="020B0503020204020204" pitchFamily="34" charset="-122"/>
                    <a:ea typeface="微软雅黑" panose="020B0503020204020204" pitchFamily="34" charset="-122"/>
                  </a:rPr>
                  <a:t>[0,2^M-1]</a:t>
                </a:r>
                <a:r>
                  <a:rPr lang="zh-CN" altLang="en-US" dirty="0">
                    <a:latin typeface="微软雅黑" panose="020B0503020204020204" pitchFamily="34" charset="-122"/>
                    <a:ea typeface="微软雅黑" panose="020B0503020204020204" pitchFamily="34" charset="-122"/>
                  </a:rPr>
                  <a:t>内所有满足“二进制”表示每一段连续的</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都有偶数个的整数，记录在集合</a:t>
                </a:r>
                <a:r>
                  <a:rPr lang="en-US" altLang="zh-CN" dirty="0">
                    <a:latin typeface="微软雅黑" panose="020B0503020204020204" pitchFamily="34" charset="-122"/>
                    <a:ea typeface="微软雅黑" panose="020B0503020204020204" pitchFamily="34" charset="-122"/>
                  </a:rPr>
                  <a:t>S</a:t>
                </a:r>
                <a:r>
                  <a:rPr lang="zh-CN" altLang="en-US" dirty="0">
                    <a:latin typeface="微软雅黑" panose="020B0503020204020204" pitchFamily="34" charset="-122"/>
                    <a:ea typeface="微软雅黑" panose="020B0503020204020204" pitchFamily="34" charset="-122"/>
                  </a:rPr>
                  <a:t>中；</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14:m>
                  <m:oMath xmlns:m="http://schemas.openxmlformats.org/officeDocument/2006/math">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m:t>
                        </m:r>
                        <m:r>
                          <m:rPr>
                            <m:sty m:val="p"/>
                          </m:rPr>
                          <a:rPr lang="en-US" altLang="zh-CN" sz="2000" i="1">
                            <a:solidFill>
                              <a:prstClr val="black"/>
                            </a:solidFill>
                            <a:latin typeface="Cambria Math" panose="02040503050406030204" pitchFamily="18" charset="0"/>
                            <a:ea typeface="宋体" panose="02010600030101010101" pitchFamily="2" charset="-122"/>
                          </a:rPr>
                          <m:t>j</m:t>
                        </m:r>
                      </m:e>
                    </m:d>
                    <m:r>
                      <a:rPr lang="en-US" altLang="zh-CN" sz="2000" i="1">
                        <a:solidFill>
                          <a:prstClr val="black"/>
                        </a:solidFill>
                        <a:latin typeface="Cambria Math" panose="02040503050406030204" pitchFamily="18" charset="0"/>
                        <a:ea typeface="宋体" panose="02010600030101010101" pitchFamily="2" charset="-122"/>
                      </a:rPr>
                      <m:t> </m:t>
                    </m:r>
                  </m:oMath>
                </a14:m>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nary>
                      <m:naryPr>
                        <m:chr m:val="∑"/>
                        <m:supHide m:val="on"/>
                        <m:ctrlPr>
                          <a:rPr lang="en-US" altLang="zh-CN" sz="2000" i="1">
                            <a:solidFill>
                              <a:prstClr val="black"/>
                            </a:solidFill>
                            <a:latin typeface="Cambria Math" panose="02040503050406030204" pitchFamily="18" charset="0"/>
                            <a:ea typeface="宋体" panose="02010600030101010101" pitchFamily="2" charset="-122"/>
                          </a:rPr>
                        </m:ctrlPr>
                      </m:naryPr>
                      <m:sub>
                        <m:r>
                          <m:rPr>
                            <m:sty m:val="p"/>
                            <m:brk m:alnAt="7"/>
                          </m:rPr>
                          <a:rPr lang="en-US" altLang="zh-CN" sz="2000" i="1">
                            <a:solidFill>
                              <a:prstClr val="black"/>
                            </a:solidFill>
                            <a:latin typeface="Cambria Math" panose="02040503050406030204" pitchFamily="18" charset="0"/>
                            <a:ea typeface="宋体" panose="02010600030101010101" pitchFamily="2" charset="-122"/>
                          </a:rPr>
                          <m:t>j</m:t>
                        </m:r>
                        <m:r>
                          <a:rPr lang="en-US" altLang="zh-CN" sz="2000" i="1">
                            <a:solidFill>
                              <a:prstClr val="black"/>
                            </a:solidFill>
                            <a:latin typeface="Cambria Math" panose="02040503050406030204" pitchFamily="18" charset="0"/>
                            <a:ea typeface="宋体" panose="02010600030101010101" pitchFamily="2" charset="-122"/>
                          </a:rPr>
                          <m:t>&amp;</m:t>
                        </m:r>
                        <m:r>
                          <m:rPr>
                            <m:sty m:val="p"/>
                          </m:rPr>
                          <a:rPr lang="en-US" altLang="zh-CN" sz="2000" i="1">
                            <a:solidFill>
                              <a:prstClr val="black"/>
                            </a:solidFill>
                            <a:latin typeface="Cambria Math" panose="02040503050406030204" pitchFamily="18" charset="0"/>
                            <a:ea typeface="宋体" panose="02010600030101010101" pitchFamily="2" charset="-122"/>
                          </a:rPr>
                          <m:t>k</m:t>
                        </m:r>
                        <m:r>
                          <a:rPr lang="en-US" altLang="zh-CN" sz="2000" i="1">
                            <a:solidFill>
                              <a:prstClr val="black"/>
                            </a:solidFill>
                            <a:latin typeface="Cambria Math" panose="02040503050406030204" pitchFamily="18" charset="0"/>
                            <a:ea typeface="宋体" panose="02010600030101010101" pitchFamily="2" charset="-122"/>
                          </a:rPr>
                          <m:t>=0 &amp;&amp; </m:t>
                        </m:r>
                        <m:r>
                          <m:rPr>
                            <m:sty m:val="p"/>
                          </m:rPr>
                          <a:rPr lang="en-US" altLang="zh-CN" sz="2000" i="1">
                            <a:solidFill>
                              <a:prstClr val="black"/>
                            </a:solidFill>
                            <a:latin typeface="Cambria Math" panose="02040503050406030204" pitchFamily="18" charset="0"/>
                            <a:ea typeface="宋体" panose="02010600030101010101" pitchFamily="2" charset="-122"/>
                          </a:rPr>
                          <m:t>j</m:t>
                        </m:r>
                        <m:r>
                          <a:rPr lang="en-US" altLang="zh-CN" sz="2000" i="1">
                            <a:solidFill>
                              <a:prstClr val="black"/>
                            </a:solidFill>
                            <a:latin typeface="Cambria Math" panose="02040503050406030204" pitchFamily="18" charset="0"/>
                            <a:ea typeface="宋体" panose="02010600030101010101" pitchFamily="2" charset="-122"/>
                          </a:rPr>
                          <m:t>|</m:t>
                        </m:r>
                        <m:r>
                          <m:rPr>
                            <m:sty m:val="p"/>
                          </m:rPr>
                          <a:rPr lang="en-US" altLang="zh-CN" sz="2000" i="1">
                            <a:solidFill>
                              <a:prstClr val="black"/>
                            </a:solidFill>
                            <a:latin typeface="Cambria Math" panose="02040503050406030204" pitchFamily="18" charset="0"/>
                            <a:ea typeface="宋体" panose="02010600030101010101" pitchFamily="2" charset="-122"/>
                          </a:rPr>
                          <m:t>k</m:t>
                        </m:r>
                        <m:r>
                          <a:rPr lang="en-US" altLang="zh-CN" sz="2000" i="1">
                            <a:solidFill>
                              <a:prstClr val="black"/>
                            </a:solidFill>
                            <a:latin typeface="Cambria Math" panose="02040503050406030204" pitchFamily="18" charset="0"/>
                            <a:ea typeface="宋体" panose="02010600030101010101" pitchFamily="2" charset="-122"/>
                          </a:rPr>
                          <m:t> ∈</m:t>
                        </m:r>
                        <m:r>
                          <a:rPr lang="en-US" altLang="zh-CN" sz="2000" i="1">
                            <a:solidFill>
                              <a:prstClr val="black"/>
                            </a:solidFill>
                            <a:latin typeface="Cambria Math" panose="02040503050406030204" pitchFamily="18" charset="0"/>
                            <a:ea typeface="宋体" panose="02010600030101010101" pitchFamily="2" charset="-122"/>
                          </a:rPr>
                          <m:t>𝑆</m:t>
                        </m:r>
                      </m:sub>
                      <m:sup/>
                      <m:e>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−1,</m:t>
                            </m:r>
                            <m:r>
                              <a:rPr lang="en-US" altLang="zh-CN" sz="2000" i="1">
                                <a:solidFill>
                                  <a:prstClr val="black"/>
                                </a:solidFill>
                                <a:latin typeface="Cambria Math" panose="02040503050406030204" pitchFamily="18" charset="0"/>
                                <a:ea typeface="宋体" panose="02010600030101010101" pitchFamily="2" charset="-122"/>
                              </a:rPr>
                              <m:t>𝑘</m:t>
                            </m:r>
                          </m:e>
                        </m:d>
                      </m:e>
                    </m:nary>
                  </m:oMath>
                </a14:m>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初值： 𝐹</a:t>
                </a:r>
                <a:r>
                  <a:rPr lang="en-US" altLang="zh-CN" dirty="0">
                    <a:latin typeface="微软雅黑" panose="020B0503020204020204" pitchFamily="34" charset="-122"/>
                    <a:ea typeface="微软雅黑" panose="020B0503020204020204" pitchFamily="34" charset="-122"/>
                  </a:rPr>
                  <a:t>[0,0] =1</a:t>
                </a:r>
                <a:r>
                  <a:rPr lang="zh-CN" altLang="en-US" dirty="0">
                    <a:latin typeface="微软雅黑" panose="020B0503020204020204" pitchFamily="34" charset="-122"/>
                    <a:ea typeface="微软雅黑" panose="020B0503020204020204" pitchFamily="34" charset="-122"/>
                  </a:rPr>
                  <a:t>，其余为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目标： 𝐹</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𝑁</a:t>
                </a:r>
                <a:r>
                  <a:rPr lang="en-US" altLang="zh-CN" dirty="0">
                    <a:latin typeface="微软雅黑" panose="020B0503020204020204" pitchFamily="34" charset="-122"/>
                    <a:ea typeface="微软雅黑" panose="020B0503020204020204" pitchFamily="34" charset="-122"/>
                  </a:rPr>
                  <a:t>,0] </a:t>
                </a: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时间复杂度：</a:t>
                </a:r>
                <a:r>
                  <a:rPr lang="en-US" altLang="zh-CN" dirty="0">
                    <a:latin typeface="微软雅黑" panose="020B0503020204020204" pitchFamily="34" charset="-122"/>
                    <a:ea typeface="微软雅黑" panose="020B0503020204020204" pitchFamily="34" charset="-122"/>
                  </a:rPr>
                  <a:t>O</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r>
                      <a:rPr lang="en-US" altLang="zh-CN" i="1">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4</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latin typeface="微软雅黑" panose="020B0503020204020204" pitchFamily="34" charset="-122"/>
                    <a:ea typeface="微软雅黑" panose="020B0503020204020204" pitchFamily="34" charset="-122"/>
                  </a:rPr>
                  <a:t>N</a:t>
                </a:r>
                <a:endParaRPr lang="zh-CN" altLang="en-US" dirty="0">
                  <a:latin typeface="微软雅黑" panose="020B0503020204020204" pitchFamily="34" charset="-122"/>
                  <a:ea typeface="微软雅黑" panose="020B0503020204020204" pitchFamily="34" charset="-122"/>
                </a:endParaRPr>
              </a:p>
            </p:txBody>
          </p:sp>
        </mc:Choice>
        <mc:Fallback xmlns="">
          <p:sp>
            <p:nvSpPr>
              <p:cNvPr id="6" name="矩形 5">
                <a:extLst>
                  <a:ext uri="{FF2B5EF4-FFF2-40B4-BE49-F238E27FC236}">
                    <a16:creationId xmlns:a16="http://schemas.microsoft.com/office/drawing/2014/main" xmlns="" xmlns:a14="http://schemas.microsoft.com/office/drawing/2010/main" id="{C83FBD9F-DA46-4D87-88B9-20AB80647106}"/>
                  </a:ext>
                </a:extLst>
              </p:cNvPr>
              <p:cNvSpPr>
                <a:spLocks noRot="1" noChangeAspect="1" noMove="1" noResize="1" noEditPoints="1" noAdjustHandles="1" noChangeArrowheads="1" noChangeShapeType="1" noTextEdit="1"/>
              </p:cNvSpPr>
              <p:nvPr/>
            </p:nvSpPr>
            <p:spPr>
              <a:xfrm>
                <a:off x="1032769" y="1721828"/>
                <a:ext cx="10052813" cy="3575274"/>
              </a:xfrm>
              <a:prstGeom prst="rect">
                <a:avLst/>
              </a:prstGeom>
              <a:blipFill>
                <a:blip r:embed="rId3" cstate="print"/>
                <a:stretch>
                  <a:fillRect l="-545" r="-2182"/>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p14:bwMode="auto" r:id="rId4">
            <p14:nvContentPartPr>
              <p14:cNvPr id="11265" name="Ink 1"/>
              <p14:cNvContentPartPr>
                <a14:cpLocks xmlns:a14="http://schemas.microsoft.com/office/drawing/2010/main" noRot="1" noChangeAspect="1" noEditPoints="1" noChangeArrowheads="1" noChangeShapeType="1"/>
              </p14:cNvContentPartPr>
              <p14:nvPr/>
            </p14:nvContentPartPr>
            <p14:xfrm>
              <a:off x="1898650" y="1885950"/>
              <a:ext cx="139700" cy="552450"/>
            </p14:xfrm>
          </p:contentPart>
        </mc:Choice>
        <mc:Fallback xmlns="">
          <p:pic>
            <p:nvPicPr>
              <p:cNvPr id="11265" name="Ink 1"/>
              <p:cNvPicPr>
                <a:picLocks noRot="1" noChangeAspect="1" noEditPoints="1" noChangeArrowheads="1" noChangeShapeType="1"/>
              </p:cNvPicPr>
              <p:nvPr/>
            </p:nvPicPr>
            <p:blipFill>
              <a:blip r:embed="rId5"/>
              <a:stretch>
                <a:fillRect/>
              </a:stretch>
            </p:blipFill>
            <p:spPr>
              <a:xfrm>
                <a:off x="1889313" y="1876593"/>
                <a:ext cx="158375" cy="571165"/>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11266" name="Ink 2"/>
              <p14:cNvContentPartPr>
                <a14:cpLocks xmlns:a14="http://schemas.microsoft.com/office/drawing/2010/main" noRot="1" noChangeAspect="1" noEditPoints="1" noChangeArrowheads="1" noChangeShapeType="1"/>
              </p14:cNvContentPartPr>
              <p14:nvPr/>
            </p14:nvContentPartPr>
            <p14:xfrm>
              <a:off x="2197100" y="1282700"/>
              <a:ext cx="234950" cy="323850"/>
            </p14:xfrm>
          </p:contentPart>
        </mc:Choice>
        <mc:Fallback xmlns="">
          <p:pic>
            <p:nvPicPr>
              <p:cNvPr id="11266" name="Ink 2"/>
              <p:cNvPicPr>
                <a:picLocks noRot="1" noChangeAspect="1" noEditPoints="1" noChangeArrowheads="1" noChangeShapeType="1"/>
              </p:cNvPicPr>
              <p:nvPr/>
            </p:nvPicPr>
            <p:blipFill>
              <a:blip r:embed="rId7"/>
              <a:stretch>
                <a:fillRect/>
              </a:stretch>
            </p:blipFill>
            <p:spPr>
              <a:xfrm>
                <a:off x="2187759" y="1273355"/>
                <a:ext cx="253631" cy="342541"/>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1267" name="Ink 3"/>
              <p14:cNvContentPartPr>
                <a14:cpLocks xmlns:a14="http://schemas.microsoft.com/office/drawing/2010/main" noRot="1" noChangeAspect="1" noEditPoints="1" noChangeArrowheads="1" noChangeShapeType="1"/>
              </p14:cNvContentPartPr>
              <p14:nvPr/>
            </p14:nvContentPartPr>
            <p14:xfrm>
              <a:off x="3200400" y="1282700"/>
              <a:ext cx="1060450" cy="755650"/>
            </p14:xfrm>
          </p:contentPart>
        </mc:Choice>
        <mc:Fallback xmlns="">
          <p:pic>
            <p:nvPicPr>
              <p:cNvPr id="11267" name="Ink 3"/>
              <p:cNvPicPr>
                <a:picLocks noRot="1" noChangeAspect="1" noEditPoints="1" noChangeArrowheads="1" noChangeShapeType="1"/>
              </p:cNvPicPr>
              <p:nvPr/>
            </p:nvPicPr>
            <p:blipFill>
              <a:blip r:embed="rId9"/>
              <a:stretch>
                <a:fillRect/>
              </a:stretch>
            </p:blipFill>
            <p:spPr>
              <a:xfrm>
                <a:off x="3191044" y="1273344"/>
                <a:ext cx="1079162" cy="774361"/>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268" name="Ink 4"/>
              <p14:cNvContentPartPr>
                <a14:cpLocks xmlns:a14="http://schemas.microsoft.com/office/drawing/2010/main" noRot="1" noChangeAspect="1" noEditPoints="1" noChangeArrowheads="1" noChangeShapeType="1"/>
              </p14:cNvContentPartPr>
              <p14:nvPr/>
            </p14:nvContentPartPr>
            <p14:xfrm>
              <a:off x="4597400" y="419100"/>
              <a:ext cx="1365250" cy="641350"/>
            </p14:xfrm>
          </p:contentPart>
        </mc:Choice>
        <mc:Fallback xmlns="">
          <p:pic>
            <p:nvPicPr>
              <p:cNvPr id="11268" name="Ink 4"/>
              <p:cNvPicPr>
                <a:picLocks noRot="1" noChangeAspect="1" noEditPoints="1" noChangeArrowheads="1" noChangeShapeType="1"/>
              </p:cNvPicPr>
              <p:nvPr/>
            </p:nvPicPr>
            <p:blipFill>
              <a:blip r:embed="rId11"/>
              <a:stretch>
                <a:fillRect/>
              </a:stretch>
            </p:blipFill>
            <p:spPr>
              <a:xfrm>
                <a:off x="4588042" y="409748"/>
                <a:ext cx="1383967" cy="66005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1269" name="Ink 5"/>
              <p14:cNvContentPartPr>
                <a14:cpLocks xmlns:a14="http://schemas.microsoft.com/office/drawing/2010/main" noRot="1" noChangeAspect="1" noEditPoints="1" noChangeArrowheads="1" noChangeShapeType="1"/>
              </p14:cNvContentPartPr>
              <p14:nvPr/>
            </p14:nvContentPartPr>
            <p14:xfrm>
              <a:off x="2660650" y="2413000"/>
              <a:ext cx="266700" cy="361950"/>
            </p14:xfrm>
          </p:contentPart>
        </mc:Choice>
        <mc:Fallback xmlns="">
          <p:pic>
            <p:nvPicPr>
              <p:cNvPr id="11269" name="Ink 5"/>
              <p:cNvPicPr>
                <a:picLocks noRot="1" noChangeAspect="1" noEditPoints="1" noChangeArrowheads="1" noChangeShapeType="1"/>
              </p:cNvPicPr>
              <p:nvPr/>
            </p:nvPicPr>
            <p:blipFill>
              <a:blip r:embed="rId13"/>
              <a:stretch>
                <a:fillRect/>
              </a:stretch>
            </p:blipFill>
            <p:spPr>
              <a:xfrm>
                <a:off x="2651380" y="2403645"/>
                <a:ext cx="285241" cy="38065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11270" name="Ink 6"/>
              <p14:cNvContentPartPr>
                <a14:cpLocks xmlns:a14="http://schemas.microsoft.com/office/drawing/2010/main" noRot="1" noChangeAspect="1" noEditPoints="1" noChangeArrowheads="1" noChangeShapeType="1"/>
              </p14:cNvContentPartPr>
              <p14:nvPr/>
            </p14:nvContentPartPr>
            <p14:xfrm>
              <a:off x="774700" y="2698750"/>
              <a:ext cx="5060950" cy="977900"/>
            </p14:xfrm>
          </p:contentPart>
        </mc:Choice>
        <mc:Fallback xmlns="">
          <p:pic>
            <p:nvPicPr>
              <p:cNvPr id="11270" name="Ink 6"/>
              <p:cNvPicPr>
                <a:picLocks noRot="1" noChangeAspect="1" noEditPoints="1" noChangeArrowheads="1" noChangeShapeType="1"/>
              </p:cNvPicPr>
              <p:nvPr/>
            </p:nvPicPr>
            <p:blipFill>
              <a:blip r:embed="rId15"/>
              <a:stretch>
                <a:fillRect/>
              </a:stretch>
            </p:blipFill>
            <p:spPr>
              <a:xfrm>
                <a:off x="765349" y="2689437"/>
                <a:ext cx="5079653" cy="996527"/>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11271" name="Ink 7"/>
              <p14:cNvContentPartPr>
                <a14:cpLocks xmlns:a14="http://schemas.microsoft.com/office/drawing/2010/main" noRot="1" noChangeAspect="1" noEditPoints="1" noChangeArrowheads="1" noChangeShapeType="1"/>
              </p14:cNvContentPartPr>
              <p14:nvPr/>
            </p14:nvContentPartPr>
            <p14:xfrm>
              <a:off x="889000" y="4102100"/>
              <a:ext cx="2590800" cy="749300"/>
            </p14:xfrm>
          </p:contentPart>
        </mc:Choice>
        <mc:Fallback xmlns="">
          <p:pic>
            <p:nvPicPr>
              <p:cNvPr id="11271" name="Ink 7"/>
              <p:cNvPicPr>
                <a:picLocks noRot="1" noChangeAspect="1" noEditPoints="1" noChangeArrowheads="1" noChangeShapeType="1"/>
              </p:cNvPicPr>
              <p:nvPr/>
            </p:nvPicPr>
            <p:blipFill>
              <a:blip r:embed="rId17"/>
              <a:stretch>
                <a:fillRect/>
              </a:stretch>
            </p:blipFill>
            <p:spPr>
              <a:xfrm>
                <a:off x="879642" y="4092787"/>
                <a:ext cx="2609517" cy="767925"/>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1272" name="Ink 8"/>
              <p14:cNvContentPartPr>
                <a14:cpLocks xmlns:a14="http://schemas.microsoft.com/office/drawing/2010/main" noRot="1" noChangeAspect="1" noEditPoints="1" noChangeArrowheads="1" noChangeShapeType="1"/>
              </p14:cNvContentPartPr>
              <p14:nvPr/>
            </p14:nvContentPartPr>
            <p14:xfrm>
              <a:off x="6159500" y="4533900"/>
              <a:ext cx="5861050" cy="762000"/>
            </p14:xfrm>
          </p:contentPart>
        </mc:Choice>
        <mc:Fallback xmlns="">
          <p:pic>
            <p:nvPicPr>
              <p:cNvPr id="11272" name="Ink 8"/>
              <p:cNvPicPr>
                <a:picLocks noRot="1" noChangeAspect="1" noEditPoints="1" noChangeArrowheads="1" noChangeShapeType="1"/>
              </p:cNvPicPr>
              <p:nvPr/>
            </p:nvPicPr>
            <p:blipFill>
              <a:blip r:embed="rId19"/>
              <a:stretch>
                <a:fillRect/>
              </a:stretch>
            </p:blipFill>
            <p:spPr>
              <a:xfrm>
                <a:off x="6150145" y="4524546"/>
                <a:ext cx="5879759" cy="780708"/>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11273" name="Ink 9"/>
              <p14:cNvContentPartPr>
                <a14:cpLocks xmlns:a14="http://schemas.microsoft.com/office/drawing/2010/main" noRot="1" noChangeAspect="1" noEditPoints="1" noChangeArrowheads="1" noChangeShapeType="1"/>
              </p14:cNvContentPartPr>
              <p14:nvPr/>
            </p14:nvContentPartPr>
            <p14:xfrm>
              <a:off x="3117850" y="5238750"/>
              <a:ext cx="1441450" cy="647700"/>
            </p14:xfrm>
          </p:contentPart>
        </mc:Choice>
        <mc:Fallback xmlns="">
          <p:pic>
            <p:nvPicPr>
              <p:cNvPr id="11273" name="Ink 9"/>
              <p:cNvPicPr>
                <a:picLocks noRot="1" noChangeAspect="1" noEditPoints="1" noChangeArrowheads="1" noChangeShapeType="1"/>
              </p:cNvPicPr>
              <p:nvPr/>
            </p:nvPicPr>
            <p:blipFill>
              <a:blip r:embed="rId21"/>
              <a:stretch>
                <a:fillRect/>
              </a:stretch>
            </p:blipFill>
            <p:spPr>
              <a:xfrm>
                <a:off x="3108504" y="5229420"/>
                <a:ext cx="1460142" cy="6663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11274" name="Ink 10"/>
              <p14:cNvContentPartPr>
                <a14:cpLocks xmlns:a14="http://schemas.microsoft.com/office/drawing/2010/main" noRot="1" noChangeAspect="1" noEditPoints="1" noChangeArrowheads="1" noChangeShapeType="1"/>
              </p14:cNvContentPartPr>
              <p14:nvPr/>
            </p14:nvContentPartPr>
            <p14:xfrm>
              <a:off x="4921250" y="5454650"/>
              <a:ext cx="209550" cy="133350"/>
            </p14:xfrm>
          </p:contentPart>
        </mc:Choice>
        <mc:Fallback xmlns="">
          <p:pic>
            <p:nvPicPr>
              <p:cNvPr id="11274" name="Ink 10"/>
              <p:cNvPicPr>
                <a:picLocks noRot="1" noChangeAspect="1" noEditPoints="1" noChangeArrowheads="1" noChangeShapeType="1"/>
              </p:cNvPicPr>
              <p:nvPr/>
            </p:nvPicPr>
            <p:blipFill>
              <a:blip r:embed="rId23"/>
              <a:stretch>
                <a:fillRect/>
              </a:stretch>
            </p:blipFill>
            <p:spPr>
              <a:xfrm>
                <a:off x="4911905" y="5445305"/>
                <a:ext cx="228241" cy="152041"/>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11275" name="Ink 11"/>
              <p14:cNvContentPartPr>
                <a14:cpLocks xmlns:a14="http://schemas.microsoft.com/office/drawing/2010/main" noRot="1" noChangeAspect="1" noEditPoints="1" noChangeArrowheads="1" noChangeShapeType="1"/>
              </p14:cNvContentPartPr>
              <p14:nvPr/>
            </p14:nvContentPartPr>
            <p14:xfrm>
              <a:off x="5499100" y="5378450"/>
              <a:ext cx="273050" cy="412750"/>
            </p14:xfrm>
          </p:contentPart>
        </mc:Choice>
        <mc:Fallback xmlns="">
          <p:pic>
            <p:nvPicPr>
              <p:cNvPr id="11275" name="Ink 11"/>
              <p:cNvPicPr>
                <a:picLocks noRot="1" noChangeAspect="1" noEditPoints="1" noChangeArrowheads="1" noChangeShapeType="1"/>
              </p:cNvPicPr>
              <p:nvPr/>
            </p:nvPicPr>
            <p:blipFill>
              <a:blip r:embed="rId25"/>
              <a:stretch>
                <a:fillRect/>
              </a:stretch>
            </p:blipFill>
            <p:spPr>
              <a:xfrm>
                <a:off x="5489808" y="5369102"/>
                <a:ext cx="291635" cy="431446"/>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11276" name="Ink 12"/>
              <p14:cNvContentPartPr>
                <a14:cpLocks xmlns:a14="http://schemas.microsoft.com/office/drawing/2010/main" noRot="1" noChangeAspect="1" noEditPoints="1" noChangeArrowheads="1" noChangeShapeType="1"/>
              </p14:cNvContentPartPr>
              <p14:nvPr/>
            </p14:nvContentPartPr>
            <p14:xfrm>
              <a:off x="7715250" y="647700"/>
              <a:ext cx="323850" cy="476250"/>
            </p14:xfrm>
          </p:contentPart>
        </mc:Choice>
        <mc:Fallback xmlns="">
          <p:pic>
            <p:nvPicPr>
              <p:cNvPr id="11276" name="Ink 12"/>
              <p:cNvPicPr>
                <a:picLocks noRot="1" noChangeAspect="1" noEditPoints="1" noChangeArrowheads="1" noChangeShapeType="1"/>
              </p:cNvPicPr>
              <p:nvPr/>
            </p:nvPicPr>
            <p:blipFill>
              <a:blip r:embed="rId27"/>
              <a:stretch>
                <a:fillRect/>
              </a:stretch>
            </p:blipFill>
            <p:spPr>
              <a:xfrm>
                <a:off x="7706078" y="638432"/>
                <a:ext cx="342194" cy="494787"/>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1277" name="Ink 13"/>
              <p14:cNvContentPartPr>
                <a14:cpLocks xmlns:a14="http://schemas.microsoft.com/office/drawing/2010/main" noRot="1" noChangeAspect="1" noEditPoints="1" noChangeArrowheads="1" noChangeShapeType="1"/>
              </p14:cNvContentPartPr>
              <p14:nvPr/>
            </p14:nvContentPartPr>
            <p14:xfrm>
              <a:off x="8432800" y="755650"/>
              <a:ext cx="406400" cy="323850"/>
            </p14:xfrm>
          </p:contentPart>
        </mc:Choice>
        <mc:Fallback xmlns="">
          <p:pic>
            <p:nvPicPr>
              <p:cNvPr id="11277" name="Ink 13"/>
              <p:cNvPicPr>
                <a:picLocks noRot="1" noChangeAspect="1" noEditPoints="1" noChangeArrowheads="1" noChangeShapeType="1"/>
              </p:cNvPicPr>
              <p:nvPr/>
            </p:nvPicPr>
            <p:blipFill>
              <a:blip r:embed="rId29"/>
              <a:stretch>
                <a:fillRect/>
              </a:stretch>
            </p:blipFill>
            <p:spPr>
              <a:xfrm>
                <a:off x="8423449" y="746315"/>
                <a:ext cx="425102" cy="3425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1278" name="Ink 14"/>
              <p14:cNvContentPartPr>
                <a14:cpLocks xmlns:a14="http://schemas.microsoft.com/office/drawing/2010/main" noRot="1" noChangeAspect="1" noEditPoints="1" noChangeArrowheads="1" noChangeShapeType="1"/>
              </p14:cNvContentPartPr>
              <p14:nvPr/>
            </p14:nvContentPartPr>
            <p14:xfrm>
              <a:off x="9099550" y="349250"/>
              <a:ext cx="1130300" cy="793750"/>
            </p14:xfrm>
          </p:contentPart>
        </mc:Choice>
        <mc:Fallback xmlns="">
          <p:pic>
            <p:nvPicPr>
              <p:cNvPr id="11278" name="Ink 14"/>
              <p:cNvPicPr>
                <a:picLocks noRot="1" noChangeAspect="1" noEditPoints="1" noChangeArrowheads="1" noChangeShapeType="1"/>
              </p:cNvPicPr>
              <p:nvPr/>
            </p:nvPicPr>
            <p:blipFill>
              <a:blip r:embed="rId31"/>
              <a:stretch>
                <a:fillRect/>
              </a:stretch>
            </p:blipFill>
            <p:spPr>
              <a:xfrm>
                <a:off x="9090191" y="339895"/>
                <a:ext cx="1149018" cy="81246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1279" name="Ink 15"/>
              <p14:cNvContentPartPr>
                <a14:cpLocks xmlns:a14="http://schemas.microsoft.com/office/drawing/2010/main" noRot="1" noChangeAspect="1" noEditPoints="1" noChangeArrowheads="1" noChangeShapeType="1"/>
              </p14:cNvContentPartPr>
              <p14:nvPr/>
            </p14:nvContentPartPr>
            <p14:xfrm>
              <a:off x="11239500" y="539750"/>
              <a:ext cx="19050" cy="266700"/>
            </p14:xfrm>
          </p:contentPart>
        </mc:Choice>
        <mc:Fallback xmlns="">
          <p:pic>
            <p:nvPicPr>
              <p:cNvPr id="11279" name="Ink 15"/>
              <p:cNvPicPr>
                <a:picLocks noRot="1" noChangeAspect="1" noEditPoints="1" noChangeArrowheads="1" noChangeShapeType="1"/>
              </p:cNvPicPr>
              <p:nvPr/>
            </p:nvPicPr>
            <p:blipFill>
              <a:blip r:embed="rId33"/>
              <a:stretch>
                <a:fillRect/>
              </a:stretch>
            </p:blipFill>
            <p:spPr>
              <a:xfrm>
                <a:off x="11230328" y="530303"/>
                <a:ext cx="37394" cy="285594"/>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11280" name="Ink 16"/>
              <p14:cNvContentPartPr>
                <a14:cpLocks xmlns:a14="http://schemas.microsoft.com/office/drawing/2010/main" noRot="1" noChangeAspect="1" noEditPoints="1" noChangeArrowheads="1" noChangeShapeType="1"/>
              </p14:cNvContentPartPr>
              <p14:nvPr/>
            </p14:nvContentPartPr>
            <p14:xfrm>
              <a:off x="5899150" y="3035300"/>
              <a:ext cx="5607050" cy="3155950"/>
            </p14:xfrm>
          </p:contentPart>
        </mc:Choice>
        <mc:Fallback xmlns="">
          <p:pic>
            <p:nvPicPr>
              <p:cNvPr id="11280" name="Ink 16"/>
              <p:cNvPicPr>
                <a:picLocks noRot="1" noChangeAspect="1" noEditPoints="1" noChangeArrowheads="1" noChangeShapeType="1"/>
              </p:cNvPicPr>
              <p:nvPr/>
            </p:nvPicPr>
            <p:blipFill>
              <a:blip r:embed="rId35"/>
              <a:stretch>
                <a:fillRect/>
              </a:stretch>
            </p:blipFill>
            <p:spPr>
              <a:xfrm>
                <a:off x="5889791" y="3025942"/>
                <a:ext cx="5625769" cy="3174667"/>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11281" name="Ink 17"/>
              <p14:cNvContentPartPr>
                <a14:cpLocks xmlns:a14="http://schemas.microsoft.com/office/drawing/2010/main" noRot="1" noChangeAspect="1" noEditPoints="1" noChangeArrowheads="1" noChangeShapeType="1"/>
              </p14:cNvContentPartPr>
              <p14:nvPr/>
            </p14:nvContentPartPr>
            <p14:xfrm>
              <a:off x="2457450" y="5029200"/>
              <a:ext cx="158750" cy="139700"/>
            </p14:xfrm>
          </p:contentPart>
        </mc:Choice>
        <mc:Fallback xmlns="">
          <p:pic>
            <p:nvPicPr>
              <p:cNvPr id="11281" name="Ink 17"/>
              <p:cNvPicPr>
                <a:picLocks noRot="1" noChangeAspect="1" noEditPoints="1" noChangeArrowheads="1" noChangeShapeType="1"/>
              </p:cNvPicPr>
              <p:nvPr/>
            </p:nvPicPr>
            <p:blipFill>
              <a:blip r:embed="rId37"/>
              <a:stretch>
                <a:fillRect/>
              </a:stretch>
            </p:blipFill>
            <p:spPr>
              <a:xfrm>
                <a:off x="2448112" y="5019863"/>
                <a:ext cx="177426" cy="158375"/>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11282" name="Ink 18"/>
              <p14:cNvContentPartPr>
                <a14:cpLocks xmlns:a14="http://schemas.microsoft.com/office/drawing/2010/main" noRot="1" noChangeAspect="1" noEditPoints="1" noChangeArrowheads="1" noChangeShapeType="1"/>
              </p14:cNvContentPartPr>
              <p14:nvPr/>
            </p14:nvContentPartPr>
            <p14:xfrm>
              <a:off x="7245350" y="3041650"/>
              <a:ext cx="3028950" cy="1492250"/>
            </p14:xfrm>
          </p:contentPart>
        </mc:Choice>
        <mc:Fallback xmlns="">
          <p:pic>
            <p:nvPicPr>
              <p:cNvPr id="11282" name="Ink 18"/>
              <p:cNvPicPr>
                <a:picLocks noRot="1" noChangeAspect="1" noEditPoints="1" noChangeArrowheads="1" noChangeShapeType="1"/>
              </p:cNvPicPr>
              <p:nvPr/>
            </p:nvPicPr>
            <p:blipFill>
              <a:blip r:embed="rId39"/>
              <a:stretch>
                <a:fillRect/>
              </a:stretch>
            </p:blipFill>
            <p:spPr>
              <a:xfrm>
                <a:off x="7235999" y="3032395"/>
                <a:ext cx="3047652" cy="1510761"/>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11283" name="Ink 19"/>
              <p14:cNvContentPartPr>
                <a14:cpLocks xmlns:a14="http://schemas.microsoft.com/office/drawing/2010/main" noRot="1" noChangeAspect="1" noEditPoints="1" noChangeArrowheads="1" noChangeShapeType="1"/>
              </p14:cNvContentPartPr>
              <p14:nvPr/>
            </p14:nvContentPartPr>
            <p14:xfrm>
              <a:off x="0" y="850900"/>
              <a:ext cx="31750" cy="882650"/>
            </p14:xfrm>
          </p:contentPart>
        </mc:Choice>
        <mc:Fallback xmlns="">
          <p:pic>
            <p:nvPicPr>
              <p:cNvPr id="11283" name="Ink 19"/>
              <p:cNvPicPr>
                <a:picLocks noRot="1" noChangeAspect="1" noEditPoints="1" noChangeArrowheads="1" noChangeShapeType="1"/>
              </p:cNvPicPr>
              <p:nvPr/>
            </p:nvPicPr>
            <p:blipFill>
              <a:blip r:embed="rId41"/>
              <a:stretch>
                <a:fillRect/>
              </a:stretch>
            </p:blipFill>
            <p:spPr>
              <a:xfrm>
                <a:off x="-9275" y="841541"/>
                <a:ext cx="50301" cy="901369"/>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11284" name="Ink 20"/>
              <p14:cNvContentPartPr>
                <a14:cpLocks xmlns:a14="http://schemas.microsoft.com/office/drawing/2010/main" noRot="1" noChangeAspect="1" noEditPoints="1" noChangeArrowheads="1" noChangeShapeType="1"/>
              </p14:cNvContentPartPr>
              <p14:nvPr/>
            </p14:nvContentPartPr>
            <p14:xfrm>
              <a:off x="2241550" y="139700"/>
              <a:ext cx="69850" cy="577850"/>
            </p14:xfrm>
          </p:contentPart>
        </mc:Choice>
        <mc:Fallback xmlns="">
          <p:pic>
            <p:nvPicPr>
              <p:cNvPr id="11284" name="Ink 20"/>
              <p:cNvPicPr>
                <a:picLocks noRot="1" noChangeAspect="1" noEditPoints="1" noChangeArrowheads="1" noChangeShapeType="1"/>
              </p:cNvPicPr>
              <p:nvPr/>
            </p:nvPicPr>
            <p:blipFill>
              <a:blip r:embed="rId43"/>
              <a:stretch>
                <a:fillRect/>
              </a:stretch>
            </p:blipFill>
            <p:spPr>
              <a:xfrm>
                <a:off x="2232284" y="130345"/>
                <a:ext cx="88382" cy="59656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11285" name="Ink 21"/>
              <p14:cNvContentPartPr>
                <a14:cpLocks xmlns:a14="http://schemas.microsoft.com/office/drawing/2010/main" noRot="1" noChangeAspect="1" noEditPoints="1" noChangeArrowheads="1" noChangeShapeType="1"/>
              </p14:cNvContentPartPr>
              <p14:nvPr/>
            </p14:nvContentPartPr>
            <p14:xfrm>
              <a:off x="4895850" y="1352550"/>
              <a:ext cx="876300" cy="203200"/>
            </p14:xfrm>
          </p:contentPart>
        </mc:Choice>
        <mc:Fallback xmlns="">
          <p:pic>
            <p:nvPicPr>
              <p:cNvPr id="11285" name="Ink 21"/>
              <p:cNvPicPr>
                <a:picLocks noRot="1" noChangeAspect="1" noEditPoints="1" noChangeArrowheads="1" noChangeShapeType="1"/>
              </p:cNvPicPr>
              <p:nvPr/>
            </p:nvPicPr>
            <p:blipFill>
              <a:blip r:embed="rId45"/>
              <a:stretch>
                <a:fillRect/>
              </a:stretch>
            </p:blipFill>
            <p:spPr>
              <a:xfrm>
                <a:off x="4886493" y="1343216"/>
                <a:ext cx="895014" cy="221869"/>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11286" name="Ink 22"/>
              <p14:cNvContentPartPr>
                <a14:cpLocks xmlns:a14="http://schemas.microsoft.com/office/drawing/2010/main" noRot="1" noChangeAspect="1" noEditPoints="1" noChangeArrowheads="1" noChangeShapeType="1"/>
              </p14:cNvContentPartPr>
              <p14:nvPr/>
            </p14:nvContentPartPr>
            <p14:xfrm>
              <a:off x="4616450" y="1079500"/>
              <a:ext cx="793750" cy="774700"/>
            </p14:xfrm>
          </p:contentPart>
        </mc:Choice>
        <mc:Fallback xmlns="">
          <p:pic>
            <p:nvPicPr>
              <p:cNvPr id="11286" name="Ink 22"/>
              <p:cNvPicPr>
                <a:picLocks noRot="1" noChangeAspect="1" noEditPoints="1" noChangeArrowheads="1" noChangeShapeType="1"/>
              </p:cNvPicPr>
              <p:nvPr/>
            </p:nvPicPr>
            <p:blipFill>
              <a:blip r:embed="rId47"/>
              <a:stretch>
                <a:fillRect/>
              </a:stretch>
            </p:blipFill>
            <p:spPr>
              <a:xfrm>
                <a:off x="4607095" y="1070166"/>
                <a:ext cx="812460" cy="793367"/>
              </a:xfrm>
              <a:prstGeom prst="rect">
                <a:avLst/>
              </a:prstGeom>
            </p:spPr>
          </p:pic>
        </mc:Fallback>
      </mc:AlternateContent>
      <mc:AlternateContent xmlns:mc="http://schemas.openxmlformats.org/markup-compatibility/2006" xmlns:p14="http://schemas.microsoft.com/office/powerpoint/2010/main">
        <mc:Choice Requires="p14">
          <p:contentPart p14:bwMode="auto" r:id="rId48">
            <p14:nvContentPartPr>
              <p14:cNvPr id="11287" name="Ink 23"/>
              <p14:cNvContentPartPr>
                <a14:cpLocks xmlns:a14="http://schemas.microsoft.com/office/drawing/2010/main" noRot="1" noChangeAspect="1" noEditPoints="1" noChangeArrowheads="1" noChangeShapeType="1"/>
              </p14:cNvContentPartPr>
              <p14:nvPr/>
            </p14:nvContentPartPr>
            <p14:xfrm>
              <a:off x="5867400" y="1085850"/>
              <a:ext cx="768350" cy="965200"/>
            </p14:xfrm>
          </p:contentPart>
        </mc:Choice>
        <mc:Fallback xmlns="">
          <p:pic>
            <p:nvPicPr>
              <p:cNvPr id="11287" name="Ink 23"/>
              <p:cNvPicPr>
                <a:picLocks noRot="1" noChangeAspect="1" noEditPoints="1" noChangeArrowheads="1" noChangeShapeType="1"/>
              </p:cNvPicPr>
              <p:nvPr/>
            </p:nvPicPr>
            <p:blipFill>
              <a:blip r:embed="rId49"/>
              <a:stretch>
                <a:fillRect/>
              </a:stretch>
            </p:blipFill>
            <p:spPr>
              <a:xfrm>
                <a:off x="5858052" y="1076493"/>
                <a:ext cx="787046" cy="983914"/>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11288" name="Ink 24"/>
              <p14:cNvContentPartPr>
                <a14:cpLocks xmlns:a14="http://schemas.microsoft.com/office/drawing/2010/main" noRot="1" noChangeAspect="1" noEditPoints="1" noChangeArrowheads="1" noChangeShapeType="1"/>
              </p14:cNvContentPartPr>
              <p14:nvPr/>
            </p14:nvContentPartPr>
            <p14:xfrm>
              <a:off x="7086600" y="1543050"/>
              <a:ext cx="336550" cy="323850"/>
            </p14:xfrm>
          </p:contentPart>
        </mc:Choice>
        <mc:Fallback xmlns="">
          <p:pic>
            <p:nvPicPr>
              <p:cNvPr id="11288" name="Ink 24"/>
              <p:cNvPicPr>
                <a:picLocks noRot="1" noChangeAspect="1" noEditPoints="1" noChangeArrowheads="1" noChangeShapeType="1"/>
              </p:cNvPicPr>
              <p:nvPr/>
            </p:nvPicPr>
            <p:blipFill>
              <a:blip r:embed="rId51"/>
              <a:stretch>
                <a:fillRect/>
              </a:stretch>
            </p:blipFill>
            <p:spPr>
              <a:xfrm>
                <a:off x="7077251" y="1533705"/>
                <a:ext cx="355247" cy="342541"/>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11289" name="Ink 25"/>
              <p14:cNvContentPartPr>
                <a14:cpLocks xmlns:a14="http://schemas.microsoft.com/office/drawing/2010/main" noRot="1" noChangeAspect="1" noEditPoints="1" noChangeArrowheads="1" noChangeShapeType="1"/>
              </p14:cNvContentPartPr>
              <p14:nvPr/>
            </p14:nvContentPartPr>
            <p14:xfrm>
              <a:off x="5118100" y="2006600"/>
              <a:ext cx="215900" cy="412750"/>
            </p14:xfrm>
          </p:contentPart>
        </mc:Choice>
        <mc:Fallback xmlns="">
          <p:pic>
            <p:nvPicPr>
              <p:cNvPr id="11289" name="Ink 25"/>
              <p:cNvPicPr>
                <a:picLocks noRot="1" noChangeAspect="1" noEditPoints="1" noChangeArrowheads="1" noChangeShapeType="1"/>
              </p:cNvPicPr>
              <p:nvPr/>
            </p:nvPicPr>
            <p:blipFill>
              <a:blip r:embed="rId53"/>
              <a:stretch>
                <a:fillRect/>
              </a:stretch>
            </p:blipFill>
            <p:spPr>
              <a:xfrm>
                <a:off x="5108806" y="1997244"/>
                <a:ext cx="234487" cy="431462"/>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11290" name="Ink 26"/>
              <p14:cNvContentPartPr>
                <a14:cpLocks xmlns:a14="http://schemas.microsoft.com/office/drawing/2010/main" noRot="1" noChangeAspect="1" noEditPoints="1" noChangeArrowheads="1" noChangeShapeType="1"/>
              </p14:cNvContentPartPr>
              <p14:nvPr/>
            </p14:nvContentPartPr>
            <p14:xfrm>
              <a:off x="12185650" y="0"/>
              <a:ext cx="1588" cy="361950"/>
            </p14:xfrm>
          </p:contentPart>
        </mc:Choice>
        <mc:Fallback xmlns="">
          <p:pic>
            <p:nvPicPr>
              <p:cNvPr id="11290" name="Ink 26"/>
              <p:cNvPicPr>
                <a:picLocks noRot="1" noChangeAspect="1" noEditPoints="1" noChangeArrowheads="1" noChangeShapeType="1"/>
              </p:cNvPicPr>
              <p:nvPr/>
            </p:nvPicPr>
            <p:blipFill>
              <a:blip r:embed="rId55"/>
              <a:stretch>
                <a:fillRect/>
              </a:stretch>
            </p:blipFill>
            <p:spPr>
              <a:xfrm>
                <a:off x="12144362" y="-9355"/>
                <a:ext cx="84164" cy="380659"/>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11291" name="Ink 27"/>
              <p14:cNvContentPartPr>
                <a14:cpLocks xmlns:a14="http://schemas.microsoft.com/office/drawing/2010/main" noRot="1" noChangeAspect="1" noEditPoints="1" noChangeArrowheads="1" noChangeShapeType="1"/>
              </p14:cNvContentPartPr>
              <p14:nvPr/>
            </p14:nvContentPartPr>
            <p14:xfrm>
              <a:off x="7366000" y="63500"/>
              <a:ext cx="3454400" cy="1651000"/>
            </p14:xfrm>
          </p:contentPart>
        </mc:Choice>
        <mc:Fallback xmlns="">
          <p:pic>
            <p:nvPicPr>
              <p:cNvPr id="11291" name="Ink 27"/>
              <p:cNvPicPr>
                <a:picLocks noRot="1" noChangeAspect="1" noEditPoints="1" noChangeArrowheads="1" noChangeShapeType="1"/>
              </p:cNvPicPr>
              <p:nvPr/>
            </p:nvPicPr>
            <p:blipFill>
              <a:blip r:embed="rId57"/>
              <a:stretch>
                <a:fillRect/>
              </a:stretch>
            </p:blipFill>
            <p:spPr>
              <a:xfrm>
                <a:off x="7356640" y="54142"/>
                <a:ext cx="3473119" cy="1669716"/>
              </a:xfrm>
              <a:prstGeom prst="rect">
                <a:avLst/>
              </a:prstGeom>
            </p:spPr>
          </p:pic>
        </mc:Fallback>
      </mc:AlternateContent>
    </p:spTree>
    <p:extLst>
      <p:ext uri="{BB962C8B-B14F-4D97-AF65-F5344CB8AC3E}">
        <p14:creationId xmlns:p14="http://schemas.microsoft.com/office/powerpoint/2010/main" val="26935333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6" name="图片 5">
            <a:extLst>
              <a:ext uri="{FF2B5EF4-FFF2-40B4-BE49-F238E27FC236}">
                <a16:creationId xmlns:a16="http://schemas.microsoft.com/office/drawing/2014/main" id="{CE992890-9BC6-4317-8219-B299317A918A}"/>
              </a:ext>
            </a:extLst>
          </p:cNvPr>
          <p:cNvPicPr>
            <a:picLocks noChangeAspect="1"/>
          </p:cNvPicPr>
          <p:nvPr/>
        </p:nvPicPr>
        <p:blipFill>
          <a:blip r:embed="rId2" cstate="print"/>
          <a:stretch>
            <a:fillRect/>
          </a:stretch>
        </p:blipFill>
        <p:spPr>
          <a:xfrm>
            <a:off x="1374004" y="1721828"/>
            <a:ext cx="8780718" cy="5059972"/>
          </a:xfrm>
          <a:prstGeom prst="rect">
            <a:avLst/>
          </a:prstGeom>
        </p:spPr>
      </p:pic>
      <mc:AlternateContent xmlns:mc="http://schemas.openxmlformats.org/markup-compatibility/2006" xmlns:p14="http://schemas.microsoft.com/office/powerpoint/2010/main">
        <mc:Choice Requires="p14">
          <p:contentPart p14:bwMode="auto" r:id="rId3">
            <p14:nvContentPartPr>
              <p14:cNvPr id="10241" name="Ink 1"/>
              <p14:cNvContentPartPr>
                <a14:cpLocks xmlns:a14="http://schemas.microsoft.com/office/drawing/2010/main" noRot="1" noChangeAspect="1" noEditPoints="1" noChangeArrowheads="1" noChangeShapeType="1"/>
              </p14:cNvContentPartPr>
              <p14:nvPr/>
            </p14:nvContentPartPr>
            <p14:xfrm>
              <a:off x="2768600" y="4514850"/>
              <a:ext cx="6629400" cy="133350"/>
            </p14:xfrm>
          </p:contentPart>
        </mc:Choice>
        <mc:Fallback xmlns="">
          <p:pic>
            <p:nvPicPr>
              <p:cNvPr id="10241" name="Ink 1"/>
              <p:cNvPicPr>
                <a:picLocks noRot="1" noChangeAspect="1" noEditPoints="1" noChangeArrowheads="1" noChangeShapeType="1"/>
              </p:cNvPicPr>
              <p:nvPr/>
            </p:nvPicPr>
            <p:blipFill>
              <a:blip r:embed="rId4"/>
              <a:stretch>
                <a:fillRect/>
              </a:stretch>
            </p:blipFill>
            <p:spPr>
              <a:xfrm>
                <a:off x="2759241" y="4506182"/>
                <a:ext cx="6648119" cy="150686"/>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10242" name="Ink 2"/>
              <p14:cNvContentPartPr>
                <a14:cpLocks xmlns:a14="http://schemas.microsoft.com/office/drawing/2010/main" noRot="1" noChangeAspect="1" noEditPoints="1" noChangeArrowheads="1" noChangeShapeType="1"/>
              </p14:cNvContentPartPr>
              <p14:nvPr/>
            </p14:nvContentPartPr>
            <p14:xfrm>
              <a:off x="1600200" y="3194050"/>
              <a:ext cx="3333750" cy="1612900"/>
            </p14:xfrm>
          </p:contentPart>
        </mc:Choice>
        <mc:Fallback xmlns="">
          <p:pic>
            <p:nvPicPr>
              <p:cNvPr id="10242" name="Ink 2"/>
              <p:cNvPicPr>
                <a:picLocks noRot="1" noChangeAspect="1" noEditPoints="1" noChangeArrowheads="1" noChangeShapeType="1"/>
              </p:cNvPicPr>
              <p:nvPr/>
            </p:nvPicPr>
            <p:blipFill>
              <a:blip r:embed="rId6"/>
              <a:stretch>
                <a:fillRect/>
              </a:stretch>
            </p:blipFill>
            <p:spPr>
              <a:xfrm>
                <a:off x="1590842" y="3184719"/>
                <a:ext cx="3352467" cy="1631563"/>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10243" name="Ink 3"/>
              <p14:cNvContentPartPr>
                <a14:cpLocks xmlns:a14="http://schemas.microsoft.com/office/drawing/2010/main" noRot="1" noChangeAspect="1" noEditPoints="1" noChangeArrowheads="1" noChangeShapeType="1"/>
              </p14:cNvContentPartPr>
              <p14:nvPr/>
            </p14:nvContentPartPr>
            <p14:xfrm>
              <a:off x="5238750" y="5314950"/>
              <a:ext cx="82550" cy="107950"/>
            </p14:xfrm>
          </p:contentPart>
        </mc:Choice>
        <mc:Fallback xmlns="">
          <p:pic>
            <p:nvPicPr>
              <p:cNvPr id="10243" name="Ink 3"/>
              <p:cNvPicPr>
                <a:picLocks noRot="1" noChangeAspect="1" noEditPoints="1" noChangeArrowheads="1" noChangeShapeType="1"/>
              </p:cNvPicPr>
              <p:nvPr/>
            </p:nvPicPr>
            <p:blipFill>
              <a:blip r:embed="rId8"/>
              <a:stretch>
                <a:fillRect/>
              </a:stretch>
            </p:blipFill>
            <p:spPr>
              <a:xfrm>
                <a:off x="5229578" y="5305625"/>
                <a:ext cx="100894" cy="126599"/>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10244" name="Ink 4"/>
              <p14:cNvContentPartPr>
                <a14:cpLocks xmlns:a14="http://schemas.microsoft.com/office/drawing/2010/main" noRot="1" noChangeAspect="1" noEditPoints="1" noChangeArrowheads="1" noChangeShapeType="1"/>
              </p14:cNvContentPartPr>
              <p14:nvPr/>
            </p14:nvContentPartPr>
            <p14:xfrm>
              <a:off x="6743700" y="234950"/>
              <a:ext cx="273050" cy="323850"/>
            </p14:xfrm>
          </p:contentPart>
        </mc:Choice>
        <mc:Fallback xmlns="">
          <p:pic>
            <p:nvPicPr>
              <p:cNvPr id="10244" name="Ink 4"/>
              <p:cNvPicPr>
                <a:picLocks noRot="1" noChangeAspect="1" noEditPoints="1" noChangeArrowheads="1" noChangeShapeType="1"/>
              </p:cNvPicPr>
              <p:nvPr/>
            </p:nvPicPr>
            <p:blipFill>
              <a:blip r:embed="rId10"/>
              <a:stretch>
                <a:fillRect/>
              </a:stretch>
            </p:blipFill>
            <p:spPr>
              <a:xfrm>
                <a:off x="6734504" y="225687"/>
                <a:ext cx="291442" cy="342376"/>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10245" name="Ink 5"/>
              <p14:cNvContentPartPr>
                <a14:cpLocks xmlns:a14="http://schemas.microsoft.com/office/drawing/2010/main" noRot="1" noChangeAspect="1" noEditPoints="1" noChangeArrowheads="1" noChangeShapeType="1"/>
              </p14:cNvContentPartPr>
              <p14:nvPr/>
            </p14:nvContentPartPr>
            <p14:xfrm>
              <a:off x="7632700" y="323850"/>
              <a:ext cx="939800" cy="361950"/>
            </p14:xfrm>
          </p:contentPart>
        </mc:Choice>
        <mc:Fallback xmlns="">
          <p:pic>
            <p:nvPicPr>
              <p:cNvPr id="10245" name="Ink 5"/>
              <p:cNvPicPr>
                <a:picLocks noRot="1" noChangeAspect="1" noEditPoints="1" noChangeArrowheads="1" noChangeShapeType="1"/>
              </p:cNvPicPr>
              <p:nvPr/>
            </p:nvPicPr>
            <p:blipFill>
              <a:blip r:embed="rId12"/>
              <a:stretch>
                <a:fillRect/>
              </a:stretch>
            </p:blipFill>
            <p:spPr>
              <a:xfrm>
                <a:off x="7623349" y="314495"/>
                <a:ext cx="958502" cy="380659"/>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10246" name="Ink 6"/>
              <p14:cNvContentPartPr>
                <a14:cpLocks xmlns:a14="http://schemas.microsoft.com/office/drawing/2010/main" noRot="1" noChangeAspect="1" noEditPoints="1" noChangeArrowheads="1" noChangeShapeType="1"/>
              </p14:cNvContentPartPr>
              <p14:nvPr/>
            </p14:nvContentPartPr>
            <p14:xfrm>
              <a:off x="8775700" y="361950"/>
              <a:ext cx="374650" cy="469900"/>
            </p14:xfrm>
          </p:contentPart>
        </mc:Choice>
        <mc:Fallback xmlns="">
          <p:pic>
            <p:nvPicPr>
              <p:cNvPr id="10246" name="Ink 6"/>
              <p:cNvPicPr>
                <a:picLocks noRot="1" noChangeAspect="1" noEditPoints="1" noChangeArrowheads="1" noChangeShapeType="1"/>
              </p:cNvPicPr>
              <p:nvPr/>
            </p:nvPicPr>
            <p:blipFill>
              <a:blip r:embed="rId14"/>
              <a:stretch>
                <a:fillRect/>
              </a:stretch>
            </p:blipFill>
            <p:spPr>
              <a:xfrm>
                <a:off x="8766352" y="352602"/>
                <a:ext cx="393347" cy="488595"/>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10247" name="Ink 7"/>
              <p14:cNvContentPartPr>
                <a14:cpLocks xmlns:a14="http://schemas.microsoft.com/office/drawing/2010/main" noRot="1" noChangeAspect="1" noEditPoints="1" noChangeArrowheads="1" noChangeShapeType="1"/>
              </p14:cNvContentPartPr>
              <p14:nvPr/>
            </p14:nvContentPartPr>
            <p14:xfrm>
              <a:off x="9112250" y="1149350"/>
              <a:ext cx="584200" cy="520700"/>
            </p14:xfrm>
          </p:contentPart>
        </mc:Choice>
        <mc:Fallback xmlns="">
          <p:pic>
            <p:nvPicPr>
              <p:cNvPr id="10247" name="Ink 7"/>
              <p:cNvPicPr>
                <a:picLocks noRot="1" noChangeAspect="1" noEditPoints="1" noChangeArrowheads="1" noChangeShapeType="1"/>
              </p:cNvPicPr>
              <p:nvPr/>
            </p:nvPicPr>
            <p:blipFill>
              <a:blip r:embed="rId16"/>
              <a:stretch>
                <a:fillRect/>
              </a:stretch>
            </p:blipFill>
            <p:spPr>
              <a:xfrm>
                <a:off x="9102897" y="1139994"/>
                <a:ext cx="602906" cy="539412"/>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10248" name="Ink 8"/>
              <p14:cNvContentPartPr>
                <a14:cpLocks xmlns:a14="http://schemas.microsoft.com/office/drawing/2010/main" noRot="1" noChangeAspect="1" noEditPoints="1" noChangeArrowheads="1" noChangeShapeType="1"/>
              </p14:cNvContentPartPr>
              <p14:nvPr/>
            </p14:nvContentPartPr>
            <p14:xfrm>
              <a:off x="7105650" y="1162050"/>
              <a:ext cx="234950" cy="298450"/>
            </p14:xfrm>
          </p:contentPart>
        </mc:Choice>
        <mc:Fallback xmlns="">
          <p:pic>
            <p:nvPicPr>
              <p:cNvPr id="10248" name="Ink 8"/>
              <p:cNvPicPr>
                <a:picLocks noRot="1" noChangeAspect="1" noEditPoints="1" noChangeArrowheads="1" noChangeShapeType="1"/>
              </p:cNvPicPr>
              <p:nvPr/>
            </p:nvPicPr>
            <p:blipFill>
              <a:blip r:embed="rId18"/>
              <a:stretch>
                <a:fillRect/>
              </a:stretch>
            </p:blipFill>
            <p:spPr>
              <a:xfrm>
                <a:off x="7096309" y="1152610"/>
                <a:ext cx="253631" cy="31733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10249" name="Ink 9"/>
              <p14:cNvContentPartPr>
                <a14:cpLocks xmlns:a14="http://schemas.microsoft.com/office/drawing/2010/main" noRot="1" noChangeAspect="1" noEditPoints="1" noChangeArrowheads="1" noChangeShapeType="1"/>
              </p14:cNvContentPartPr>
              <p14:nvPr/>
            </p14:nvContentPartPr>
            <p14:xfrm>
              <a:off x="7493000" y="1295400"/>
              <a:ext cx="114300" cy="88900"/>
            </p14:xfrm>
          </p:contentPart>
        </mc:Choice>
        <mc:Fallback xmlns="">
          <p:pic>
            <p:nvPicPr>
              <p:cNvPr id="10249" name="Ink 9"/>
              <p:cNvPicPr>
                <a:picLocks noRot="1" noChangeAspect="1" noEditPoints="1" noChangeArrowheads="1" noChangeShapeType="1"/>
              </p:cNvPicPr>
              <p:nvPr/>
            </p:nvPicPr>
            <p:blipFill>
              <a:blip r:embed="rId20"/>
              <a:stretch>
                <a:fillRect/>
              </a:stretch>
            </p:blipFill>
            <p:spPr>
              <a:xfrm>
                <a:off x="7483742" y="1286406"/>
                <a:ext cx="132816" cy="106888"/>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10250" name="Ink 10"/>
              <p14:cNvContentPartPr>
                <a14:cpLocks xmlns:a14="http://schemas.microsoft.com/office/drawing/2010/main" noRot="1" noChangeAspect="1" noEditPoints="1" noChangeArrowheads="1" noChangeShapeType="1"/>
              </p14:cNvContentPartPr>
              <p14:nvPr/>
            </p14:nvContentPartPr>
            <p14:xfrm>
              <a:off x="7893050" y="1308100"/>
              <a:ext cx="742950" cy="203200"/>
            </p14:xfrm>
          </p:contentPart>
        </mc:Choice>
        <mc:Fallback xmlns="">
          <p:pic>
            <p:nvPicPr>
              <p:cNvPr id="10250" name="Ink 10"/>
              <p:cNvPicPr>
                <a:picLocks noRot="1" noChangeAspect="1" noEditPoints="1" noChangeArrowheads="1" noChangeShapeType="1"/>
              </p:cNvPicPr>
              <p:nvPr/>
            </p:nvPicPr>
            <p:blipFill>
              <a:blip r:embed="rId22"/>
              <a:stretch>
                <a:fillRect/>
              </a:stretch>
            </p:blipFill>
            <p:spPr>
              <a:xfrm>
                <a:off x="7883696" y="1298749"/>
                <a:ext cx="761659" cy="221902"/>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10251" name="Ink 11"/>
              <p14:cNvContentPartPr>
                <a14:cpLocks xmlns:a14="http://schemas.microsoft.com/office/drawing/2010/main" noRot="1" noChangeAspect="1" noEditPoints="1" noChangeArrowheads="1" noChangeShapeType="1"/>
              </p14:cNvContentPartPr>
              <p14:nvPr/>
            </p14:nvContentPartPr>
            <p14:xfrm>
              <a:off x="7200900" y="1581150"/>
              <a:ext cx="1841500" cy="1085850"/>
            </p14:xfrm>
          </p:contentPart>
        </mc:Choice>
        <mc:Fallback xmlns="">
          <p:pic>
            <p:nvPicPr>
              <p:cNvPr id="10251" name="Ink 11"/>
              <p:cNvPicPr>
                <a:picLocks noRot="1" noChangeAspect="1" noEditPoints="1" noChangeArrowheads="1" noChangeShapeType="1"/>
              </p:cNvPicPr>
              <p:nvPr/>
            </p:nvPicPr>
            <p:blipFill>
              <a:blip r:embed="rId24"/>
              <a:stretch>
                <a:fillRect/>
              </a:stretch>
            </p:blipFill>
            <p:spPr>
              <a:xfrm>
                <a:off x="7191567" y="1571792"/>
                <a:ext cx="1860166" cy="110456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10252" name="Ink 12"/>
              <p14:cNvContentPartPr>
                <a14:cpLocks xmlns:a14="http://schemas.microsoft.com/office/drawing/2010/main" noRot="1" noChangeAspect="1" noEditPoints="1" noChangeArrowheads="1" noChangeShapeType="1"/>
              </p14:cNvContentPartPr>
              <p14:nvPr/>
            </p14:nvContentPartPr>
            <p14:xfrm>
              <a:off x="4806950" y="628650"/>
              <a:ext cx="1695450" cy="1733550"/>
            </p14:xfrm>
          </p:contentPart>
        </mc:Choice>
        <mc:Fallback xmlns="">
          <p:pic>
            <p:nvPicPr>
              <p:cNvPr id="10252" name="Ink 12"/>
              <p:cNvPicPr>
                <a:picLocks noRot="1" noChangeAspect="1" noEditPoints="1" noChangeArrowheads="1" noChangeShapeType="1"/>
              </p:cNvPicPr>
              <p:nvPr/>
            </p:nvPicPr>
            <p:blipFill>
              <a:blip r:embed="rId26"/>
              <a:stretch>
                <a:fillRect/>
              </a:stretch>
            </p:blipFill>
            <p:spPr>
              <a:xfrm>
                <a:off x="4797642" y="619305"/>
                <a:ext cx="1714066" cy="1752241"/>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10253" name="Ink 13"/>
              <p14:cNvContentPartPr>
                <a14:cpLocks xmlns:a14="http://schemas.microsoft.com/office/drawing/2010/main" noRot="1" noChangeAspect="1" noEditPoints="1" noChangeArrowheads="1" noChangeShapeType="1"/>
              </p14:cNvContentPartPr>
              <p14:nvPr/>
            </p14:nvContentPartPr>
            <p14:xfrm>
              <a:off x="6934200" y="1663700"/>
              <a:ext cx="2438400" cy="1022350"/>
            </p14:xfrm>
          </p:contentPart>
        </mc:Choice>
        <mc:Fallback xmlns="">
          <p:pic>
            <p:nvPicPr>
              <p:cNvPr id="10253" name="Ink 13"/>
              <p:cNvPicPr>
                <a:picLocks noRot="1" noChangeAspect="1" noEditPoints="1" noChangeArrowheads="1" noChangeShapeType="1"/>
              </p:cNvPicPr>
              <p:nvPr/>
            </p:nvPicPr>
            <p:blipFill>
              <a:blip r:embed="rId28"/>
              <a:stretch>
                <a:fillRect/>
              </a:stretch>
            </p:blipFill>
            <p:spPr>
              <a:xfrm>
                <a:off x="6924851" y="1654367"/>
                <a:ext cx="2457099" cy="1041017"/>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10254" name="Ink 14"/>
              <p14:cNvContentPartPr>
                <a14:cpLocks xmlns:a14="http://schemas.microsoft.com/office/drawing/2010/main" noRot="1" noChangeAspect="1" noEditPoints="1" noChangeArrowheads="1" noChangeShapeType="1"/>
              </p14:cNvContentPartPr>
              <p14:nvPr/>
            </p14:nvContentPartPr>
            <p14:xfrm>
              <a:off x="6261100" y="2628900"/>
              <a:ext cx="2711450" cy="615950"/>
            </p14:xfrm>
          </p:contentPart>
        </mc:Choice>
        <mc:Fallback xmlns="">
          <p:pic>
            <p:nvPicPr>
              <p:cNvPr id="10254" name="Ink 14"/>
              <p:cNvPicPr>
                <a:picLocks noRot="1" noChangeAspect="1" noEditPoints="1" noChangeArrowheads="1" noChangeShapeType="1"/>
              </p:cNvPicPr>
              <p:nvPr/>
            </p:nvPicPr>
            <p:blipFill>
              <a:blip r:embed="rId30"/>
              <a:stretch>
                <a:fillRect/>
              </a:stretch>
            </p:blipFill>
            <p:spPr>
              <a:xfrm>
                <a:off x="6251756" y="2619764"/>
                <a:ext cx="2730137" cy="634221"/>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10255" name="Ink 15"/>
              <p14:cNvContentPartPr>
                <a14:cpLocks xmlns:a14="http://schemas.microsoft.com/office/drawing/2010/main" noRot="1" noChangeAspect="1" noEditPoints="1" noChangeArrowheads="1" noChangeShapeType="1"/>
              </p14:cNvContentPartPr>
              <p14:nvPr/>
            </p14:nvContentPartPr>
            <p14:xfrm>
              <a:off x="5562600" y="5486400"/>
              <a:ext cx="1588" cy="6350"/>
            </p14:xfrm>
          </p:contentPart>
        </mc:Choice>
        <mc:Fallback xmlns="">
          <p:pic>
            <p:nvPicPr>
              <p:cNvPr id="10255" name="Ink 15"/>
              <p:cNvPicPr>
                <a:picLocks noRot="1" noChangeAspect="1" noEditPoints="1" noChangeArrowheads="1" noChangeShapeType="1"/>
              </p:cNvPicPr>
              <p:nvPr/>
            </p:nvPicPr>
            <p:blipFill>
              <a:blip r:embed="rId32"/>
              <a:stretch>
                <a:fillRect/>
              </a:stretch>
            </p:blipFill>
            <p:spPr>
              <a:xfrm>
                <a:off x="5521312" y="5477711"/>
                <a:ext cx="84164" cy="23729"/>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10256" name="Ink 16"/>
              <p14:cNvContentPartPr>
                <a14:cpLocks xmlns:a14="http://schemas.microsoft.com/office/drawing/2010/main" noRot="1" noChangeAspect="1" noEditPoints="1" noChangeArrowheads="1" noChangeShapeType="1"/>
              </p14:cNvContentPartPr>
              <p14:nvPr/>
            </p14:nvContentPartPr>
            <p14:xfrm>
              <a:off x="10039350" y="2279650"/>
              <a:ext cx="1314450" cy="2266950"/>
            </p14:xfrm>
          </p:contentPart>
        </mc:Choice>
        <mc:Fallback xmlns="">
          <p:pic>
            <p:nvPicPr>
              <p:cNvPr id="10256" name="Ink 16"/>
              <p:cNvPicPr>
                <a:picLocks noRot="1" noChangeAspect="1" noEditPoints="1" noChangeArrowheads="1" noChangeShapeType="1"/>
              </p:cNvPicPr>
              <p:nvPr/>
            </p:nvPicPr>
            <p:blipFill>
              <a:blip r:embed="rId34"/>
              <a:stretch>
                <a:fillRect/>
              </a:stretch>
            </p:blipFill>
            <p:spPr>
              <a:xfrm>
                <a:off x="10030028" y="2270293"/>
                <a:ext cx="1333095" cy="2285664"/>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10257" name="Ink 17"/>
              <p14:cNvContentPartPr>
                <a14:cpLocks xmlns:a14="http://schemas.microsoft.com/office/drawing/2010/main" noRot="1" noChangeAspect="1" noEditPoints="1" noChangeArrowheads="1" noChangeShapeType="1"/>
              </p14:cNvContentPartPr>
              <p14:nvPr/>
            </p14:nvContentPartPr>
            <p14:xfrm>
              <a:off x="10007600" y="342900"/>
              <a:ext cx="1276350" cy="850900"/>
            </p14:xfrm>
          </p:contentPart>
        </mc:Choice>
        <mc:Fallback xmlns="">
          <p:pic>
            <p:nvPicPr>
              <p:cNvPr id="10257" name="Ink 17"/>
              <p:cNvPicPr>
                <a:picLocks noRot="1" noChangeAspect="1" noEditPoints="1" noChangeArrowheads="1" noChangeShapeType="1"/>
              </p:cNvPicPr>
              <p:nvPr/>
            </p:nvPicPr>
            <p:blipFill>
              <a:blip r:embed="rId36"/>
              <a:stretch>
                <a:fillRect/>
              </a:stretch>
            </p:blipFill>
            <p:spPr>
              <a:xfrm>
                <a:off x="9998257" y="333577"/>
                <a:ext cx="1295035" cy="869546"/>
              </a:xfrm>
              <a:prstGeom prst="rect">
                <a:avLst/>
              </a:prstGeom>
            </p:spPr>
          </p:pic>
        </mc:Fallback>
      </mc:AlternateContent>
      <mc:AlternateContent xmlns:mc="http://schemas.openxmlformats.org/markup-compatibility/2006" xmlns:p14="http://schemas.microsoft.com/office/powerpoint/2010/main">
        <mc:Choice Requires="p14">
          <p:contentPart p14:bwMode="auto" r:id="rId37">
            <p14:nvContentPartPr>
              <p14:cNvPr id="10258" name="Ink 18"/>
              <p14:cNvContentPartPr>
                <a14:cpLocks xmlns:a14="http://schemas.microsoft.com/office/drawing/2010/main" noRot="1" noChangeAspect="1" noEditPoints="1" noChangeArrowheads="1" noChangeShapeType="1"/>
              </p14:cNvContentPartPr>
              <p14:nvPr/>
            </p14:nvContentPartPr>
            <p14:xfrm>
              <a:off x="11207750" y="1841500"/>
              <a:ext cx="977900" cy="2006600"/>
            </p14:xfrm>
          </p:contentPart>
        </mc:Choice>
        <mc:Fallback xmlns="">
          <p:pic>
            <p:nvPicPr>
              <p:cNvPr id="10258" name="Ink 18"/>
              <p:cNvPicPr>
                <a:picLocks noRot="1" noChangeAspect="1" noEditPoints="1" noChangeArrowheads="1" noChangeShapeType="1"/>
              </p:cNvPicPr>
              <p:nvPr/>
            </p:nvPicPr>
            <p:blipFill>
              <a:blip r:embed="rId38"/>
              <a:stretch>
                <a:fillRect/>
              </a:stretch>
            </p:blipFill>
            <p:spPr>
              <a:xfrm>
                <a:off x="11198364" y="1832135"/>
                <a:ext cx="996671" cy="2025330"/>
              </a:xfrm>
              <a:prstGeom prst="rect">
                <a:avLst/>
              </a:prstGeom>
            </p:spPr>
          </p:pic>
        </mc:Fallback>
      </mc:AlternateContent>
      <mc:AlternateContent xmlns:mc="http://schemas.openxmlformats.org/markup-compatibility/2006" xmlns:p14="http://schemas.microsoft.com/office/powerpoint/2010/main">
        <mc:Choice Requires="p14">
          <p:contentPart p14:bwMode="auto" r:id="rId39">
            <p14:nvContentPartPr>
              <p14:cNvPr id="10259" name="Ink 19"/>
              <p14:cNvContentPartPr>
                <a14:cpLocks xmlns:a14="http://schemas.microsoft.com/office/drawing/2010/main" noRot="1" noChangeAspect="1" noEditPoints="1" noChangeArrowheads="1" noChangeShapeType="1"/>
              </p14:cNvContentPartPr>
              <p14:nvPr/>
            </p14:nvContentPartPr>
            <p14:xfrm>
              <a:off x="11176000" y="5238750"/>
              <a:ext cx="1009650" cy="965200"/>
            </p14:xfrm>
          </p:contentPart>
        </mc:Choice>
        <mc:Fallback xmlns="">
          <p:pic>
            <p:nvPicPr>
              <p:cNvPr id="10259" name="Ink 19"/>
              <p:cNvPicPr>
                <a:picLocks noRot="1" noChangeAspect="1" noEditPoints="1" noChangeArrowheads="1" noChangeShapeType="1"/>
              </p:cNvPicPr>
              <p:nvPr/>
            </p:nvPicPr>
            <p:blipFill>
              <a:blip r:embed="rId40"/>
              <a:stretch>
                <a:fillRect/>
              </a:stretch>
            </p:blipFill>
            <p:spPr>
              <a:xfrm>
                <a:off x="11166651" y="5229390"/>
                <a:ext cx="1028347" cy="983921"/>
              </a:xfrm>
              <a:prstGeom prst="rect">
                <a:avLst/>
              </a:prstGeom>
            </p:spPr>
          </p:pic>
        </mc:Fallback>
      </mc:AlternateContent>
      <mc:AlternateContent xmlns:mc="http://schemas.openxmlformats.org/markup-compatibility/2006" xmlns:p14="http://schemas.microsoft.com/office/powerpoint/2010/main">
        <mc:Choice Requires="p14">
          <p:contentPart p14:bwMode="auto" r:id="rId41">
            <p14:nvContentPartPr>
              <p14:cNvPr id="10260" name="Ink 20"/>
              <p14:cNvContentPartPr>
                <a14:cpLocks xmlns:a14="http://schemas.microsoft.com/office/drawing/2010/main" noRot="1" noChangeAspect="1" noEditPoints="1" noChangeArrowheads="1" noChangeShapeType="1"/>
              </p14:cNvContentPartPr>
              <p14:nvPr/>
            </p14:nvContentPartPr>
            <p14:xfrm>
              <a:off x="1276350" y="349250"/>
              <a:ext cx="787400" cy="381000"/>
            </p14:xfrm>
          </p:contentPart>
        </mc:Choice>
        <mc:Fallback xmlns="">
          <p:pic>
            <p:nvPicPr>
              <p:cNvPr id="10260" name="Ink 20"/>
              <p:cNvPicPr>
                <a:picLocks noRot="1" noChangeAspect="1" noEditPoints="1" noChangeArrowheads="1" noChangeShapeType="1"/>
              </p:cNvPicPr>
              <p:nvPr/>
            </p:nvPicPr>
            <p:blipFill>
              <a:blip r:embed="rId42"/>
              <a:stretch>
                <a:fillRect/>
              </a:stretch>
            </p:blipFill>
            <p:spPr>
              <a:xfrm>
                <a:off x="1266950" y="340162"/>
                <a:ext cx="806199" cy="399176"/>
              </a:xfrm>
              <a:prstGeom prst="rect">
                <a:avLst/>
              </a:prstGeom>
            </p:spPr>
          </p:pic>
        </mc:Fallback>
      </mc:AlternateContent>
      <mc:AlternateContent xmlns:mc="http://schemas.openxmlformats.org/markup-compatibility/2006" xmlns:p14="http://schemas.microsoft.com/office/powerpoint/2010/main">
        <mc:Choice Requires="p14">
          <p:contentPart p14:bwMode="auto" r:id="rId43">
            <p14:nvContentPartPr>
              <p14:cNvPr id="10261" name="Ink 21"/>
              <p14:cNvContentPartPr>
                <a14:cpLocks xmlns:a14="http://schemas.microsoft.com/office/drawing/2010/main" noRot="1" noChangeAspect="1" noEditPoints="1" noChangeArrowheads="1" noChangeShapeType="1"/>
              </p14:cNvContentPartPr>
              <p14:nvPr/>
            </p14:nvContentPartPr>
            <p14:xfrm>
              <a:off x="2082800" y="1263650"/>
              <a:ext cx="114300" cy="361950"/>
            </p14:xfrm>
          </p:contentPart>
        </mc:Choice>
        <mc:Fallback xmlns="">
          <p:pic>
            <p:nvPicPr>
              <p:cNvPr id="10261" name="Ink 21"/>
              <p:cNvPicPr>
                <a:picLocks noRot="1" noChangeAspect="1" noEditPoints="1" noChangeArrowheads="1" noChangeShapeType="1"/>
              </p:cNvPicPr>
              <p:nvPr/>
            </p:nvPicPr>
            <p:blipFill>
              <a:blip r:embed="rId44"/>
              <a:stretch>
                <a:fillRect/>
              </a:stretch>
            </p:blipFill>
            <p:spPr>
              <a:xfrm>
                <a:off x="2073455" y="1254305"/>
                <a:ext cx="132991" cy="380641"/>
              </a:xfrm>
              <a:prstGeom prst="rect">
                <a:avLst/>
              </a:prstGeom>
            </p:spPr>
          </p:pic>
        </mc:Fallback>
      </mc:AlternateContent>
      <mc:AlternateContent xmlns:mc="http://schemas.openxmlformats.org/markup-compatibility/2006" xmlns:p14="http://schemas.microsoft.com/office/powerpoint/2010/main">
        <mc:Choice Requires="p14">
          <p:contentPart p14:bwMode="auto" r:id="rId45">
            <p14:nvContentPartPr>
              <p14:cNvPr id="10262" name="Ink 22"/>
              <p14:cNvContentPartPr>
                <a14:cpLocks xmlns:a14="http://schemas.microsoft.com/office/drawing/2010/main" noRot="1" noChangeAspect="1" noEditPoints="1" noChangeArrowheads="1" noChangeShapeType="1"/>
              </p14:cNvContentPartPr>
              <p14:nvPr/>
            </p14:nvContentPartPr>
            <p14:xfrm>
              <a:off x="3359150" y="247650"/>
              <a:ext cx="387350" cy="628650"/>
            </p14:xfrm>
          </p:contentPart>
        </mc:Choice>
        <mc:Fallback xmlns="">
          <p:pic>
            <p:nvPicPr>
              <p:cNvPr id="10262" name="Ink 22"/>
              <p:cNvPicPr>
                <a:picLocks noRot="1" noChangeAspect="1" noEditPoints="1" noChangeArrowheads="1" noChangeShapeType="1"/>
              </p:cNvPicPr>
              <p:nvPr/>
            </p:nvPicPr>
            <p:blipFill>
              <a:blip r:embed="rId46"/>
              <a:stretch>
                <a:fillRect/>
              </a:stretch>
            </p:blipFill>
            <p:spPr>
              <a:xfrm>
                <a:off x="3349808" y="238294"/>
                <a:ext cx="406035" cy="647362"/>
              </a:xfrm>
              <a:prstGeom prst="rect">
                <a:avLst/>
              </a:prstGeom>
            </p:spPr>
          </p:pic>
        </mc:Fallback>
      </mc:AlternateContent>
      <mc:AlternateContent xmlns:mc="http://schemas.openxmlformats.org/markup-compatibility/2006" xmlns:p14="http://schemas.microsoft.com/office/powerpoint/2010/main">
        <mc:Choice Requires="p14">
          <p:contentPart p14:bwMode="auto" r:id="rId47">
            <p14:nvContentPartPr>
              <p14:cNvPr id="10263" name="Ink 23"/>
              <p14:cNvContentPartPr>
                <a14:cpLocks xmlns:a14="http://schemas.microsoft.com/office/drawing/2010/main" noRot="1" noChangeAspect="1" noEditPoints="1" noChangeArrowheads="1" noChangeShapeType="1"/>
              </p14:cNvContentPartPr>
              <p14:nvPr/>
            </p14:nvContentPartPr>
            <p14:xfrm>
              <a:off x="5543550" y="4743450"/>
              <a:ext cx="209550" cy="146050"/>
            </p14:xfrm>
          </p:contentPart>
        </mc:Choice>
        <mc:Fallback xmlns="">
          <p:pic>
            <p:nvPicPr>
              <p:cNvPr id="10263" name="Ink 23"/>
              <p:cNvPicPr>
                <a:picLocks noRot="1" noChangeAspect="1" noEditPoints="1" noChangeArrowheads="1" noChangeShapeType="1"/>
              </p:cNvPicPr>
              <p:nvPr/>
            </p:nvPicPr>
            <p:blipFill>
              <a:blip r:embed="rId48"/>
              <a:stretch>
                <a:fillRect/>
              </a:stretch>
            </p:blipFill>
            <p:spPr>
              <a:xfrm>
                <a:off x="5534205" y="4734120"/>
                <a:ext cx="228241" cy="164710"/>
              </a:xfrm>
              <a:prstGeom prst="rect">
                <a:avLst/>
              </a:prstGeom>
            </p:spPr>
          </p:pic>
        </mc:Fallback>
      </mc:AlternateContent>
      <mc:AlternateContent xmlns:mc="http://schemas.openxmlformats.org/markup-compatibility/2006" xmlns:p14="http://schemas.microsoft.com/office/powerpoint/2010/main">
        <mc:Choice Requires="p14">
          <p:contentPart p14:bwMode="auto" r:id="rId49">
            <p14:nvContentPartPr>
              <p14:cNvPr id="10264" name="Ink 24"/>
              <p14:cNvContentPartPr>
                <a14:cpLocks xmlns:a14="http://schemas.microsoft.com/office/drawing/2010/main" noRot="1" noChangeAspect="1" noEditPoints="1" noChangeArrowheads="1" noChangeShapeType="1"/>
              </p14:cNvContentPartPr>
              <p14:nvPr/>
            </p14:nvContentPartPr>
            <p14:xfrm>
              <a:off x="4394200" y="5194300"/>
              <a:ext cx="266700" cy="25400"/>
            </p14:xfrm>
          </p:contentPart>
        </mc:Choice>
        <mc:Fallback xmlns="">
          <p:pic>
            <p:nvPicPr>
              <p:cNvPr id="10264" name="Ink 24"/>
              <p:cNvPicPr>
                <a:picLocks noRot="1" noChangeAspect="1" noEditPoints="1" noChangeArrowheads="1" noChangeShapeType="1"/>
              </p:cNvPicPr>
              <p:nvPr/>
            </p:nvPicPr>
            <p:blipFill>
              <a:blip r:embed="rId50"/>
              <a:stretch>
                <a:fillRect/>
              </a:stretch>
            </p:blipFill>
            <p:spPr>
              <a:xfrm>
                <a:off x="4384855" y="5184999"/>
                <a:ext cx="285391" cy="44003"/>
              </a:xfrm>
              <a:prstGeom prst="rect">
                <a:avLst/>
              </a:prstGeom>
            </p:spPr>
          </p:pic>
        </mc:Fallback>
      </mc:AlternateContent>
      <mc:AlternateContent xmlns:mc="http://schemas.openxmlformats.org/markup-compatibility/2006" xmlns:p14="http://schemas.microsoft.com/office/powerpoint/2010/main">
        <mc:Choice Requires="p14">
          <p:contentPart p14:bwMode="auto" r:id="rId51">
            <p14:nvContentPartPr>
              <p14:cNvPr id="10265" name="Ink 25"/>
              <p14:cNvContentPartPr>
                <a14:cpLocks xmlns:a14="http://schemas.microsoft.com/office/drawing/2010/main" noRot="1" noChangeAspect="1" noEditPoints="1" noChangeArrowheads="1" noChangeShapeType="1"/>
              </p14:cNvContentPartPr>
              <p14:nvPr/>
            </p14:nvContentPartPr>
            <p14:xfrm>
              <a:off x="5181600" y="5327650"/>
              <a:ext cx="203200" cy="120650"/>
            </p14:xfrm>
          </p:contentPart>
        </mc:Choice>
        <mc:Fallback xmlns="">
          <p:pic>
            <p:nvPicPr>
              <p:cNvPr id="10265" name="Ink 25"/>
              <p:cNvPicPr>
                <a:picLocks noRot="1" noChangeAspect="1" noEditPoints="1" noChangeArrowheads="1" noChangeShapeType="1"/>
              </p:cNvPicPr>
              <p:nvPr/>
            </p:nvPicPr>
            <p:blipFill>
              <a:blip r:embed="rId52"/>
              <a:stretch>
                <a:fillRect/>
              </a:stretch>
            </p:blipFill>
            <p:spPr>
              <a:xfrm>
                <a:off x="5172266" y="5318478"/>
                <a:ext cx="221869" cy="138994"/>
              </a:xfrm>
              <a:prstGeom prst="rect">
                <a:avLst/>
              </a:prstGeom>
            </p:spPr>
          </p:pic>
        </mc:Fallback>
      </mc:AlternateContent>
      <mc:AlternateContent xmlns:mc="http://schemas.openxmlformats.org/markup-compatibility/2006" xmlns:p14="http://schemas.microsoft.com/office/powerpoint/2010/main">
        <mc:Choice Requires="p14">
          <p:contentPart p14:bwMode="auto" r:id="rId53">
            <p14:nvContentPartPr>
              <p14:cNvPr id="10266" name="Ink 26"/>
              <p14:cNvContentPartPr>
                <a14:cpLocks xmlns:a14="http://schemas.microsoft.com/office/drawing/2010/main" noRot="1" noChangeAspect="1" noEditPoints="1" noChangeArrowheads="1" noChangeShapeType="1"/>
              </p14:cNvContentPartPr>
              <p14:nvPr/>
            </p14:nvContentPartPr>
            <p14:xfrm>
              <a:off x="5168900" y="5372100"/>
              <a:ext cx="57150" cy="63500"/>
            </p14:xfrm>
          </p:contentPart>
        </mc:Choice>
        <mc:Fallback xmlns="">
          <p:pic>
            <p:nvPicPr>
              <p:cNvPr id="10266" name="Ink 26"/>
              <p:cNvPicPr>
                <a:picLocks noRot="1" noChangeAspect="1" noEditPoints="1" noChangeArrowheads="1" noChangeShapeType="1"/>
              </p:cNvPicPr>
              <p:nvPr/>
            </p:nvPicPr>
            <p:blipFill>
              <a:blip r:embed="rId54"/>
              <a:stretch>
                <a:fillRect/>
              </a:stretch>
            </p:blipFill>
            <p:spPr>
              <a:xfrm>
                <a:off x="5159840" y="5362772"/>
                <a:ext cx="75271" cy="82155"/>
              </a:xfrm>
              <a:prstGeom prst="rect">
                <a:avLst/>
              </a:prstGeom>
            </p:spPr>
          </p:pic>
        </mc:Fallback>
      </mc:AlternateContent>
      <mc:AlternateContent xmlns:mc="http://schemas.openxmlformats.org/markup-compatibility/2006" xmlns:p14="http://schemas.microsoft.com/office/powerpoint/2010/main">
        <mc:Choice Requires="p14">
          <p:contentPart p14:bwMode="auto" r:id="rId55">
            <p14:nvContentPartPr>
              <p14:cNvPr id="10267" name="Ink 27"/>
              <p14:cNvContentPartPr>
                <a14:cpLocks xmlns:a14="http://schemas.microsoft.com/office/drawing/2010/main" noRot="1" noChangeAspect="1" noEditPoints="1" noChangeArrowheads="1" noChangeShapeType="1"/>
              </p14:cNvContentPartPr>
              <p14:nvPr/>
            </p14:nvContentPartPr>
            <p14:xfrm>
              <a:off x="5505450" y="5308600"/>
              <a:ext cx="107950" cy="146050"/>
            </p14:xfrm>
          </p:contentPart>
        </mc:Choice>
        <mc:Fallback xmlns="">
          <p:pic>
            <p:nvPicPr>
              <p:cNvPr id="10267" name="Ink 27"/>
              <p:cNvPicPr>
                <a:picLocks noRot="1" noChangeAspect="1" noEditPoints="1" noChangeArrowheads="1" noChangeShapeType="1"/>
              </p:cNvPicPr>
              <p:nvPr/>
            </p:nvPicPr>
            <p:blipFill>
              <a:blip r:embed="rId56"/>
              <a:stretch>
                <a:fillRect/>
              </a:stretch>
            </p:blipFill>
            <p:spPr>
              <a:xfrm>
                <a:off x="5496187" y="5299293"/>
                <a:ext cx="126476" cy="164664"/>
              </a:xfrm>
              <a:prstGeom prst="rect">
                <a:avLst/>
              </a:prstGeom>
            </p:spPr>
          </p:pic>
        </mc:Fallback>
      </mc:AlternateContent>
      <mc:AlternateContent xmlns:mc="http://schemas.openxmlformats.org/markup-compatibility/2006" xmlns:p14="http://schemas.microsoft.com/office/powerpoint/2010/main">
        <mc:Choice Requires="p14">
          <p:contentPart p14:bwMode="auto" r:id="rId57">
            <p14:nvContentPartPr>
              <p14:cNvPr id="10268" name="Ink 28"/>
              <p14:cNvContentPartPr>
                <a14:cpLocks xmlns:a14="http://schemas.microsoft.com/office/drawing/2010/main" noRot="1" noChangeAspect="1" noEditPoints="1" noChangeArrowheads="1" noChangeShapeType="1"/>
              </p14:cNvContentPartPr>
              <p14:nvPr/>
            </p14:nvContentPartPr>
            <p14:xfrm>
              <a:off x="6318250" y="5581650"/>
              <a:ext cx="76200" cy="63500"/>
            </p14:xfrm>
          </p:contentPart>
        </mc:Choice>
        <mc:Fallback xmlns="">
          <p:pic>
            <p:nvPicPr>
              <p:cNvPr id="10268" name="Ink 28"/>
              <p:cNvPicPr>
                <a:picLocks noRot="1" noChangeAspect="1" noEditPoints="1" noChangeArrowheads="1" noChangeShapeType="1"/>
              </p:cNvPicPr>
              <p:nvPr/>
            </p:nvPicPr>
            <p:blipFill>
              <a:blip r:embed="rId58"/>
              <a:stretch>
                <a:fillRect/>
              </a:stretch>
            </p:blipFill>
            <p:spPr>
              <a:xfrm>
                <a:off x="6308905" y="5572322"/>
                <a:ext cx="94891" cy="82155"/>
              </a:xfrm>
              <a:prstGeom prst="rect">
                <a:avLst/>
              </a:prstGeom>
            </p:spPr>
          </p:pic>
        </mc:Fallback>
      </mc:AlternateContent>
      <mc:AlternateContent xmlns:mc="http://schemas.openxmlformats.org/markup-compatibility/2006" xmlns:p14="http://schemas.microsoft.com/office/powerpoint/2010/main">
        <mc:Choice Requires="p14">
          <p:contentPart p14:bwMode="auto" r:id="rId59">
            <p14:nvContentPartPr>
              <p14:cNvPr id="10269" name="Ink 29"/>
              <p14:cNvContentPartPr>
                <a14:cpLocks xmlns:a14="http://schemas.microsoft.com/office/drawing/2010/main" noRot="1" noChangeAspect="1" noEditPoints="1" noChangeArrowheads="1" noChangeShapeType="1"/>
              </p14:cNvContentPartPr>
              <p14:nvPr/>
            </p14:nvContentPartPr>
            <p14:xfrm>
              <a:off x="3714750" y="5949950"/>
              <a:ext cx="552450" cy="1588"/>
            </p14:xfrm>
          </p:contentPart>
        </mc:Choice>
        <mc:Fallback xmlns="">
          <p:pic>
            <p:nvPicPr>
              <p:cNvPr id="10269" name="Ink 29"/>
              <p:cNvPicPr>
                <a:picLocks noRot="1" noChangeAspect="1" noEditPoints="1" noChangeArrowheads="1" noChangeShapeType="1"/>
              </p:cNvPicPr>
              <p:nvPr/>
            </p:nvPicPr>
            <p:blipFill>
              <a:blip r:embed="rId60"/>
              <a:stretch>
                <a:fillRect/>
              </a:stretch>
            </p:blipFill>
            <p:spPr>
              <a:xfrm>
                <a:off x="3705393" y="5908662"/>
                <a:ext cx="571165"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61">
            <p14:nvContentPartPr>
              <p14:cNvPr id="10270" name="Ink 30"/>
              <p14:cNvContentPartPr>
                <a14:cpLocks xmlns:a14="http://schemas.microsoft.com/office/drawing/2010/main" noRot="1" noChangeAspect="1" noEditPoints="1" noChangeArrowheads="1" noChangeShapeType="1"/>
              </p14:cNvContentPartPr>
              <p14:nvPr/>
            </p14:nvContentPartPr>
            <p14:xfrm>
              <a:off x="4445000" y="5956300"/>
              <a:ext cx="1028700" cy="25400"/>
            </p14:xfrm>
          </p:contentPart>
        </mc:Choice>
        <mc:Fallback xmlns="">
          <p:pic>
            <p:nvPicPr>
              <p:cNvPr id="10270" name="Ink 30"/>
              <p:cNvPicPr>
                <a:picLocks noRot="1" noChangeAspect="1" noEditPoints="1" noChangeArrowheads="1" noChangeShapeType="1"/>
              </p:cNvPicPr>
              <p:nvPr/>
            </p:nvPicPr>
            <p:blipFill>
              <a:blip r:embed="rId62"/>
              <a:stretch>
                <a:fillRect/>
              </a:stretch>
            </p:blipFill>
            <p:spPr>
              <a:xfrm>
                <a:off x="4435586" y="5950010"/>
                <a:ext cx="1047529" cy="37979"/>
              </a:xfrm>
              <a:prstGeom prst="rect">
                <a:avLst/>
              </a:prstGeom>
            </p:spPr>
          </p:pic>
        </mc:Fallback>
      </mc:AlternateContent>
      <mc:AlternateContent xmlns:mc="http://schemas.openxmlformats.org/markup-compatibility/2006" xmlns:p14="http://schemas.microsoft.com/office/powerpoint/2010/main">
        <mc:Choice Requires="p14">
          <p:contentPart p14:bwMode="auto" r:id="rId63">
            <p14:nvContentPartPr>
              <p14:cNvPr id="10271" name="Ink 31"/>
              <p14:cNvContentPartPr>
                <a14:cpLocks xmlns:a14="http://schemas.microsoft.com/office/drawing/2010/main" noRot="1" noChangeAspect="1" noEditPoints="1" noChangeArrowheads="1" noChangeShapeType="1"/>
              </p14:cNvContentPartPr>
              <p14:nvPr/>
            </p14:nvContentPartPr>
            <p14:xfrm>
              <a:off x="2647950" y="3194050"/>
              <a:ext cx="7816850" cy="1435100"/>
            </p14:xfrm>
          </p:contentPart>
        </mc:Choice>
        <mc:Fallback xmlns="">
          <p:pic>
            <p:nvPicPr>
              <p:cNvPr id="10271" name="Ink 31"/>
              <p:cNvPicPr>
                <a:picLocks noRot="1" noChangeAspect="1" noEditPoints="1" noChangeArrowheads="1" noChangeShapeType="1"/>
              </p:cNvPicPr>
              <p:nvPr/>
            </p:nvPicPr>
            <p:blipFill>
              <a:blip r:embed="rId64"/>
              <a:stretch>
                <a:fillRect/>
              </a:stretch>
            </p:blipFill>
            <p:spPr>
              <a:xfrm>
                <a:off x="2638589" y="3184794"/>
                <a:ext cx="7835573" cy="1453613"/>
              </a:xfrm>
              <a:prstGeom prst="rect">
                <a:avLst/>
              </a:prstGeom>
            </p:spPr>
          </p:pic>
        </mc:Fallback>
      </mc:AlternateContent>
      <mc:AlternateContent xmlns:mc="http://schemas.openxmlformats.org/markup-compatibility/2006" xmlns:p14="http://schemas.microsoft.com/office/powerpoint/2010/main">
        <mc:Choice Requires="p14">
          <p:contentPart p14:bwMode="auto" r:id="rId65">
            <p14:nvContentPartPr>
              <p14:cNvPr id="10272" name="Ink 32"/>
              <p14:cNvContentPartPr>
                <a14:cpLocks xmlns:a14="http://schemas.microsoft.com/office/drawing/2010/main" noRot="1" noChangeAspect="1" noEditPoints="1" noChangeArrowheads="1" noChangeShapeType="1"/>
              </p14:cNvContentPartPr>
              <p14:nvPr/>
            </p14:nvContentPartPr>
            <p14:xfrm>
              <a:off x="3917950" y="3517900"/>
              <a:ext cx="165100" cy="171450"/>
            </p14:xfrm>
          </p:contentPart>
        </mc:Choice>
        <mc:Fallback xmlns="">
          <p:pic>
            <p:nvPicPr>
              <p:cNvPr id="10272" name="Ink 32"/>
              <p:cNvPicPr>
                <a:picLocks noRot="1" noChangeAspect="1" noEditPoints="1" noChangeArrowheads="1" noChangeShapeType="1"/>
              </p:cNvPicPr>
              <p:nvPr/>
            </p:nvPicPr>
            <p:blipFill>
              <a:blip r:embed="rId66"/>
              <a:stretch>
                <a:fillRect/>
              </a:stretch>
            </p:blipFill>
            <p:spPr>
              <a:xfrm>
                <a:off x="3908618" y="3508555"/>
                <a:ext cx="183763" cy="190141"/>
              </a:xfrm>
              <a:prstGeom prst="rect">
                <a:avLst/>
              </a:prstGeom>
            </p:spPr>
          </p:pic>
        </mc:Fallback>
      </mc:AlternateContent>
      <mc:AlternateContent xmlns:mc="http://schemas.openxmlformats.org/markup-compatibility/2006" xmlns:p14="http://schemas.microsoft.com/office/powerpoint/2010/main">
        <mc:Choice Requires="p14">
          <p:contentPart p14:bwMode="auto" r:id="rId67">
            <p14:nvContentPartPr>
              <p14:cNvPr id="10273" name="Ink 33"/>
              <p14:cNvContentPartPr>
                <a14:cpLocks xmlns:a14="http://schemas.microsoft.com/office/drawing/2010/main" noRot="1" noChangeAspect="1" noEditPoints="1" noChangeArrowheads="1" noChangeShapeType="1"/>
              </p14:cNvContentPartPr>
              <p14:nvPr/>
            </p14:nvContentPartPr>
            <p14:xfrm>
              <a:off x="4616450" y="3892550"/>
              <a:ext cx="165100" cy="114300"/>
            </p14:xfrm>
          </p:contentPart>
        </mc:Choice>
        <mc:Fallback xmlns="">
          <p:pic>
            <p:nvPicPr>
              <p:cNvPr id="10273" name="Ink 33"/>
              <p:cNvPicPr>
                <a:picLocks noRot="1" noChangeAspect="1" noEditPoints="1" noChangeArrowheads="1" noChangeShapeType="1"/>
              </p:cNvPicPr>
              <p:nvPr/>
            </p:nvPicPr>
            <p:blipFill>
              <a:blip r:embed="rId68"/>
              <a:stretch>
                <a:fillRect/>
              </a:stretch>
            </p:blipFill>
            <p:spPr>
              <a:xfrm>
                <a:off x="4607118" y="3883321"/>
                <a:ext cx="183763" cy="132758"/>
              </a:xfrm>
              <a:prstGeom prst="rect">
                <a:avLst/>
              </a:prstGeom>
            </p:spPr>
          </p:pic>
        </mc:Fallback>
      </mc:AlternateContent>
      <mc:AlternateContent xmlns:mc="http://schemas.openxmlformats.org/markup-compatibility/2006" xmlns:p14="http://schemas.microsoft.com/office/powerpoint/2010/main">
        <mc:Choice Requires="p14">
          <p:contentPart p14:bwMode="auto" r:id="rId69">
            <p14:nvContentPartPr>
              <p14:cNvPr id="10274" name="Ink 34"/>
              <p14:cNvContentPartPr>
                <a14:cpLocks xmlns:a14="http://schemas.microsoft.com/office/drawing/2010/main" noRot="1" noChangeAspect="1" noEditPoints="1" noChangeArrowheads="1" noChangeShapeType="1"/>
              </p14:cNvContentPartPr>
              <p14:nvPr/>
            </p14:nvContentPartPr>
            <p14:xfrm>
              <a:off x="5060950" y="4216400"/>
              <a:ext cx="654050" cy="44450"/>
            </p14:xfrm>
          </p:contentPart>
        </mc:Choice>
        <mc:Fallback xmlns="">
          <p:pic>
            <p:nvPicPr>
              <p:cNvPr id="10274" name="Ink 34"/>
              <p:cNvPicPr>
                <a:picLocks noRot="1" noChangeAspect="1" noEditPoints="1" noChangeArrowheads="1" noChangeShapeType="1"/>
              </p:cNvPicPr>
              <p:nvPr/>
            </p:nvPicPr>
            <p:blipFill>
              <a:blip r:embed="rId70"/>
              <a:stretch>
                <a:fillRect/>
              </a:stretch>
            </p:blipFill>
            <p:spPr>
              <a:xfrm>
                <a:off x="5051596" y="4207902"/>
                <a:ext cx="672758" cy="61446"/>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10275" name="Ink 35"/>
              <p14:cNvContentPartPr>
                <a14:cpLocks xmlns:a14="http://schemas.microsoft.com/office/drawing/2010/main" noRot="1" noChangeAspect="1" noEditPoints="1" noChangeArrowheads="1" noChangeShapeType="1"/>
              </p14:cNvContentPartPr>
              <p14:nvPr/>
            </p14:nvContentPartPr>
            <p14:xfrm>
              <a:off x="5130800" y="4362450"/>
              <a:ext cx="3746500" cy="2114550"/>
            </p14:xfrm>
          </p:contentPart>
        </mc:Choice>
        <mc:Fallback xmlns="">
          <p:pic>
            <p:nvPicPr>
              <p:cNvPr id="10275" name="Ink 35"/>
              <p:cNvPicPr>
                <a:picLocks noRot="1" noChangeAspect="1" noEditPoints="1" noChangeArrowheads="1" noChangeShapeType="1"/>
              </p:cNvPicPr>
              <p:nvPr/>
            </p:nvPicPr>
            <p:blipFill>
              <a:blip r:embed="rId72"/>
              <a:stretch>
                <a:fillRect/>
              </a:stretch>
            </p:blipFill>
            <p:spPr>
              <a:xfrm>
                <a:off x="5121442" y="4353092"/>
                <a:ext cx="3765216" cy="2133266"/>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10276" name="Ink 36"/>
              <p14:cNvContentPartPr>
                <a14:cpLocks xmlns:a14="http://schemas.microsoft.com/office/drawing/2010/main" noRot="1" noChangeAspect="1" noEditPoints="1" noChangeArrowheads="1" noChangeShapeType="1"/>
              </p14:cNvContentPartPr>
              <p14:nvPr/>
            </p14:nvContentPartPr>
            <p14:xfrm>
              <a:off x="6978650" y="4260850"/>
              <a:ext cx="336550" cy="158750"/>
            </p14:xfrm>
          </p:contentPart>
        </mc:Choice>
        <mc:Fallback xmlns="">
          <p:pic>
            <p:nvPicPr>
              <p:cNvPr id="10276" name="Ink 36"/>
              <p:cNvPicPr>
                <a:picLocks noRot="1" noChangeAspect="1" noEditPoints="1" noChangeArrowheads="1" noChangeShapeType="1"/>
              </p:cNvPicPr>
              <p:nvPr/>
            </p:nvPicPr>
            <p:blipFill>
              <a:blip r:embed="rId74"/>
              <a:stretch>
                <a:fillRect/>
              </a:stretch>
            </p:blipFill>
            <p:spPr>
              <a:xfrm>
                <a:off x="6969301" y="4251512"/>
                <a:ext cx="355247" cy="177426"/>
              </a:xfrm>
              <a:prstGeom prst="rect">
                <a:avLst/>
              </a:prstGeom>
            </p:spPr>
          </p:pic>
        </mc:Fallback>
      </mc:AlternateContent>
    </p:spTree>
    <p:extLst>
      <p:ext uri="{BB962C8B-B14F-4D97-AF65-F5344CB8AC3E}">
        <p14:creationId xmlns:p14="http://schemas.microsoft.com/office/powerpoint/2010/main" val="15530386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p:cNvSpPr/>
          <p:nvPr/>
        </p:nvSpPr>
        <p:spPr>
          <a:xfrm>
            <a:off x="928117" y="1253061"/>
            <a:ext cx="10157465" cy="5687263"/>
          </a:xfrm>
          <a:prstGeom prst="rect">
            <a:avLst/>
          </a:prstGeom>
        </p:spPr>
        <p:txBody>
          <a:bodyPr wrap="square">
            <a:spAutoFit/>
          </a:bodyPr>
          <a:lstStyle/>
          <a:p>
            <a:pPr>
              <a:lnSpc>
                <a:spcPct val="200000"/>
              </a:lnSpc>
            </a:pP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例</a:t>
            </a:r>
            <a:r>
              <a:rPr lang="en-US" altLang="zh-CN" b="1" dirty="0">
                <a:solidFill>
                  <a:schemeClr val="accent2"/>
                </a:solidFill>
                <a:latin typeface="微软雅黑" panose="020B0503020204020204" pitchFamily="34" charset="-122"/>
                <a:ea typeface="微软雅黑" panose="020B0503020204020204" pitchFamily="34" charset="-122"/>
              </a:rPr>
              <a:t>2】</a:t>
            </a:r>
            <a:r>
              <a:rPr lang="zh-CN" altLang="en-US" b="1" dirty="0">
                <a:solidFill>
                  <a:schemeClr val="accent2"/>
                </a:solidFill>
                <a:latin typeface="微软雅黑" panose="020B0503020204020204" pitchFamily="34" charset="-122"/>
                <a:ea typeface="微软雅黑" panose="020B0503020204020204" pitchFamily="34" charset="-122"/>
              </a:rPr>
              <a:t>国王</a:t>
            </a:r>
            <a:endParaRPr lang="en-US" altLang="zh-CN" b="1" dirty="0">
              <a:solidFill>
                <a:schemeClr val="accent2"/>
              </a:solidFill>
              <a:latin typeface="微软雅黑" panose="020B0503020204020204" pitchFamily="34" charset="-122"/>
              <a:ea typeface="微软雅黑" panose="020B0503020204020204" pitchFamily="34" charset="-122"/>
            </a:endParaRPr>
          </a:p>
          <a:p>
            <a:pPr>
              <a:lnSpc>
                <a:spcPct val="150000"/>
              </a:lnSpc>
            </a:pPr>
            <a:r>
              <a:rPr lang="zh-CN" altLang="en-US" dirty="0">
                <a:latin typeface="微软雅黑" panose="020B0503020204020204" pitchFamily="34" charset="-122"/>
                <a:ea typeface="微软雅黑" panose="020B0503020204020204" pitchFamily="34" charset="-122"/>
              </a:rPr>
              <a:t>题目描述</a:t>
            </a:r>
          </a:p>
          <a:p>
            <a:pPr>
              <a:lnSpc>
                <a:spcPct val="150000"/>
              </a:lnSpc>
            </a:pPr>
            <a:r>
              <a:rPr lang="zh-CN" altLang="en-US" dirty="0">
                <a:latin typeface="微软雅黑" panose="020B0503020204020204" pitchFamily="34" charset="-122"/>
                <a:ea typeface="微软雅黑" panose="020B0503020204020204" pitchFamily="34" charset="-122"/>
              </a:rPr>
              <a:t>给你一个尺寸为</a:t>
            </a:r>
            <a:r>
              <a:rPr lang="en-US" altLang="zh-CN" dirty="0" err="1">
                <a:latin typeface="微软雅黑" panose="020B0503020204020204" pitchFamily="34" charset="-122"/>
                <a:ea typeface="微软雅黑" panose="020B0503020204020204" pitchFamily="34" charset="-122"/>
              </a:rPr>
              <a:t>n×n</a:t>
            </a:r>
            <a:r>
              <a:rPr lang="en-US" altLang="zh-CN" dirty="0">
                <a:latin typeface="微软雅黑" panose="020B0503020204020204" pitchFamily="34" charset="-122"/>
                <a:ea typeface="微软雅黑" panose="020B0503020204020204" pitchFamily="34" charset="-122"/>
              </a:rPr>
              <a:t>(1&lt;=n&lt;=10)</a:t>
            </a:r>
            <a:r>
              <a:rPr lang="zh-CN" altLang="en-US" dirty="0">
                <a:latin typeface="微软雅黑" panose="020B0503020204020204" pitchFamily="34" charset="-122"/>
                <a:ea typeface="微软雅黑" panose="020B0503020204020204" pitchFamily="34" charset="-122"/>
              </a:rPr>
              <a:t>的棋盘，上面放</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个国王。每个国王的攻击范围为</a:t>
            </a:r>
            <a:r>
              <a:rPr lang="zh-CN" altLang="en-US" b="1" dirty="0">
                <a:solidFill>
                  <a:schemeClr val="accent2"/>
                </a:solidFill>
                <a:latin typeface="微软雅黑" panose="020B0503020204020204" pitchFamily="34" charset="-122"/>
                <a:ea typeface="微软雅黑" panose="020B0503020204020204" pitchFamily="34" charset="-122"/>
              </a:rPr>
              <a:t>周围一圈的</a:t>
            </a:r>
            <a:r>
              <a:rPr lang="en-US" altLang="zh-CN" b="1" dirty="0">
                <a:solidFill>
                  <a:schemeClr val="accent2"/>
                </a:solidFill>
                <a:latin typeface="微软雅黑" panose="020B0503020204020204" pitchFamily="34" charset="-122"/>
                <a:ea typeface="微软雅黑" panose="020B0503020204020204" pitchFamily="34" charset="-122"/>
              </a:rPr>
              <a:t>8</a:t>
            </a:r>
            <a:r>
              <a:rPr lang="zh-CN" altLang="en-US" b="1" dirty="0">
                <a:solidFill>
                  <a:schemeClr val="accent2"/>
                </a:solidFill>
                <a:latin typeface="微软雅黑" panose="020B0503020204020204" pitchFamily="34" charset="-122"/>
                <a:ea typeface="微软雅黑" panose="020B0503020204020204" pitchFamily="34" charset="-122"/>
              </a:rPr>
              <a:t>个格</a:t>
            </a:r>
            <a:r>
              <a:rPr lang="zh-CN" altLang="en-US" dirty="0">
                <a:latin typeface="微软雅黑" panose="020B0503020204020204" pitchFamily="34" charset="-122"/>
                <a:ea typeface="微软雅黑" panose="020B0503020204020204" pitchFamily="34" charset="-122"/>
              </a:rPr>
              <a:t>。现在问你尺寸</a:t>
            </a:r>
            <a:r>
              <a:rPr lang="en-US" altLang="zh-CN" dirty="0" err="1">
                <a:latin typeface="微软雅黑" panose="020B0503020204020204" pitchFamily="34" charset="-122"/>
                <a:ea typeface="微软雅黑" panose="020B0503020204020204" pitchFamily="34" charset="-122"/>
              </a:rPr>
              <a:t>n×n</a:t>
            </a:r>
            <a:r>
              <a:rPr lang="zh-CN" altLang="en-US" dirty="0">
                <a:latin typeface="微软雅黑" panose="020B0503020204020204" pitchFamily="34" charset="-122"/>
                <a:ea typeface="微软雅黑" panose="020B0503020204020204" pitchFamily="34" charset="-122"/>
              </a:rPr>
              <a:t>的棋盘放</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个国王有多少种放置方法。</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输入格式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输入有多种方案，每组数据只有一行为两个整数</a:t>
            </a:r>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和</a:t>
            </a:r>
            <a:r>
              <a:rPr lang="en-US" altLang="zh-CN" dirty="0">
                <a:latin typeface="微软雅黑" panose="020B0503020204020204" pitchFamily="34" charset="-122"/>
                <a:ea typeface="微软雅黑" panose="020B0503020204020204" pitchFamily="34" charset="-122"/>
              </a:rPr>
              <a:t>k</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输出格式</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每组数据一行为方案总数，若不能放置则输出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样例输入</a:t>
            </a:r>
            <a:r>
              <a:rPr lang="en-US" altLang="zh-CN" dirty="0">
                <a:latin typeface="微软雅黑" panose="020B0503020204020204" pitchFamily="34" charset="-122"/>
                <a:ea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endParaRPr>
          </a:p>
          <a:p>
            <a:pPr>
              <a:lnSpc>
                <a:spcPct val="150000"/>
              </a:lnSpc>
            </a:pPr>
            <a:r>
              <a:rPr lang="en-US" altLang="zh-CN" dirty="0">
                <a:latin typeface="微软雅黑" panose="020B0503020204020204" pitchFamily="34" charset="-122"/>
                <a:ea typeface="微软雅黑" panose="020B0503020204020204" pitchFamily="34" charset="-122"/>
              </a:rPr>
              <a:t>3 2</a:t>
            </a:r>
          </a:p>
          <a:p>
            <a:pPr>
              <a:lnSpc>
                <a:spcPct val="150000"/>
              </a:lnSpc>
            </a:pPr>
            <a:r>
              <a:rPr lang="en-US" altLang="zh-CN" dirty="0">
                <a:latin typeface="微软雅黑" panose="020B0503020204020204" pitchFamily="34" charset="-122"/>
                <a:ea typeface="微软雅黑" panose="020B0503020204020204" pitchFamily="34" charset="-122"/>
              </a:rPr>
              <a:t>4 4</a:t>
            </a:r>
          </a:p>
          <a:p>
            <a:pPr>
              <a:lnSpc>
                <a:spcPct val="150000"/>
              </a:lnSpc>
            </a:pP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样例输出</a:t>
            </a:r>
            <a:r>
              <a:rPr lang="en-US" altLang="zh-CN" dirty="0">
                <a:latin typeface="微软雅黑" panose="020B0503020204020204" pitchFamily="34" charset="-122"/>
                <a:ea typeface="微软雅黑" panose="020B0503020204020204" pitchFamily="34" charset="-122"/>
              </a:rPr>
              <a:t>】</a:t>
            </a:r>
          </a:p>
          <a:p>
            <a:pPr>
              <a:lnSpc>
                <a:spcPct val="150000"/>
              </a:lnSpc>
            </a:pPr>
            <a:r>
              <a:rPr lang="en-US" altLang="zh-CN" dirty="0">
                <a:latin typeface="微软雅黑" panose="020B0503020204020204" pitchFamily="34" charset="-122"/>
                <a:ea typeface="微软雅黑" panose="020B0503020204020204" pitchFamily="34" charset="-122"/>
              </a:rPr>
              <a:t>16</a:t>
            </a:r>
          </a:p>
          <a:p>
            <a:pPr>
              <a:lnSpc>
                <a:spcPct val="150000"/>
              </a:lnSpc>
            </a:pPr>
            <a:r>
              <a:rPr lang="en-US" altLang="zh-CN" dirty="0">
                <a:latin typeface="微软雅黑" panose="020B0503020204020204" pitchFamily="34" charset="-122"/>
                <a:ea typeface="微软雅黑" panose="020B0503020204020204" pitchFamily="34" charset="-122"/>
              </a:rPr>
              <a:t>79</a:t>
            </a:r>
          </a:p>
          <a:p>
            <a:pPr>
              <a:lnSpc>
                <a:spcPct val="200000"/>
              </a:lnSpc>
            </a:pPr>
            <a:endParaRPr lang="en-US" altLang="zh-CN" dirty="0">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p14:bwMode="auto" r:id="rId2">
            <p14:nvContentPartPr>
              <p14:cNvPr id="9217" name="Ink 1"/>
              <p14:cNvContentPartPr>
                <a14:cpLocks xmlns:a14="http://schemas.microsoft.com/office/drawing/2010/main" noRot="1" noChangeAspect="1" noEditPoints="1" noChangeArrowheads="1" noChangeShapeType="1"/>
              </p14:cNvContentPartPr>
              <p14:nvPr/>
            </p14:nvContentPartPr>
            <p14:xfrm>
              <a:off x="2139950" y="292100"/>
              <a:ext cx="9086850" cy="3644900"/>
            </p14:xfrm>
          </p:contentPart>
        </mc:Choice>
        <mc:Fallback xmlns="">
          <p:pic>
            <p:nvPicPr>
              <p:cNvPr id="9217" name="Ink 1"/>
              <p:cNvPicPr>
                <a:picLocks noRot="1" noChangeAspect="1" noEditPoints="1" noChangeArrowheads="1" noChangeShapeType="1"/>
              </p:cNvPicPr>
              <p:nvPr/>
            </p:nvPicPr>
            <p:blipFill>
              <a:blip r:embed="rId3"/>
              <a:stretch>
                <a:fillRect/>
              </a:stretch>
            </p:blipFill>
            <p:spPr>
              <a:xfrm>
                <a:off x="2130591" y="282741"/>
                <a:ext cx="9105569" cy="3663618"/>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9218" name="Ink 2"/>
              <p14:cNvContentPartPr>
                <a14:cpLocks xmlns:a14="http://schemas.microsoft.com/office/drawing/2010/main" noRot="1" noChangeAspect="1" noEditPoints="1" noChangeArrowheads="1" noChangeShapeType="1"/>
              </p14:cNvContentPartPr>
              <p14:nvPr/>
            </p14:nvContentPartPr>
            <p14:xfrm>
              <a:off x="4591050" y="228600"/>
              <a:ext cx="1301750" cy="1041400"/>
            </p14:xfrm>
          </p:contentPart>
        </mc:Choice>
        <mc:Fallback xmlns="">
          <p:pic>
            <p:nvPicPr>
              <p:cNvPr id="9218" name="Ink 2"/>
              <p:cNvPicPr>
                <a:picLocks noRot="1" noChangeAspect="1" noEditPoints="1" noChangeArrowheads="1" noChangeShapeType="1"/>
              </p:cNvPicPr>
              <p:nvPr/>
            </p:nvPicPr>
            <p:blipFill>
              <a:blip r:embed="rId5"/>
              <a:stretch>
                <a:fillRect/>
              </a:stretch>
            </p:blipFill>
            <p:spPr>
              <a:xfrm>
                <a:off x="4581690" y="219244"/>
                <a:ext cx="1320470" cy="1060112"/>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9219" name="Ink 3"/>
              <p14:cNvContentPartPr>
                <a14:cpLocks xmlns:a14="http://schemas.microsoft.com/office/drawing/2010/main" noRot="1" noChangeAspect="1" noEditPoints="1" noChangeArrowheads="1" noChangeShapeType="1"/>
              </p14:cNvContentPartPr>
              <p14:nvPr/>
            </p14:nvContentPartPr>
            <p14:xfrm>
              <a:off x="5657850" y="2178050"/>
              <a:ext cx="1498600" cy="933450"/>
            </p14:xfrm>
          </p:contentPart>
        </mc:Choice>
        <mc:Fallback xmlns="">
          <p:pic>
            <p:nvPicPr>
              <p:cNvPr id="9219" name="Ink 3"/>
              <p:cNvPicPr>
                <a:picLocks noRot="1" noChangeAspect="1" noEditPoints="1" noChangeArrowheads="1" noChangeShapeType="1"/>
              </p:cNvPicPr>
              <p:nvPr/>
            </p:nvPicPr>
            <p:blipFill>
              <a:blip r:embed="rId7"/>
              <a:stretch>
                <a:fillRect/>
              </a:stretch>
            </p:blipFill>
            <p:spPr>
              <a:xfrm>
                <a:off x="5648531" y="2168694"/>
                <a:ext cx="1517238" cy="952162"/>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9220" name="Ink 4"/>
              <p14:cNvContentPartPr>
                <a14:cpLocks xmlns:a14="http://schemas.microsoft.com/office/drawing/2010/main" noRot="1" noChangeAspect="1" noEditPoints="1" noChangeArrowheads="1" noChangeShapeType="1"/>
              </p14:cNvContentPartPr>
              <p14:nvPr/>
            </p14:nvContentPartPr>
            <p14:xfrm>
              <a:off x="7334250" y="3384550"/>
              <a:ext cx="539750" cy="76200"/>
            </p14:xfrm>
          </p:contentPart>
        </mc:Choice>
        <mc:Fallback xmlns="">
          <p:pic>
            <p:nvPicPr>
              <p:cNvPr id="9220" name="Ink 4"/>
              <p:cNvPicPr>
                <a:picLocks noRot="1" noChangeAspect="1" noEditPoints="1" noChangeArrowheads="1" noChangeShapeType="1"/>
              </p:cNvPicPr>
              <p:nvPr/>
            </p:nvPicPr>
            <p:blipFill>
              <a:blip r:embed="rId9"/>
              <a:stretch>
                <a:fillRect/>
              </a:stretch>
            </p:blipFill>
            <p:spPr>
              <a:xfrm>
                <a:off x="7324894" y="3375462"/>
                <a:ext cx="558461" cy="94376"/>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9221" name="Ink 5"/>
              <p14:cNvContentPartPr>
                <a14:cpLocks xmlns:a14="http://schemas.microsoft.com/office/drawing/2010/main" noRot="1" noChangeAspect="1" noEditPoints="1" noChangeArrowheads="1" noChangeShapeType="1"/>
              </p14:cNvContentPartPr>
              <p14:nvPr/>
            </p14:nvContentPartPr>
            <p14:xfrm>
              <a:off x="7385050" y="4044950"/>
              <a:ext cx="927100" cy="1676400"/>
            </p14:xfrm>
          </p:contentPart>
        </mc:Choice>
        <mc:Fallback xmlns="">
          <p:pic>
            <p:nvPicPr>
              <p:cNvPr id="9221" name="Ink 5"/>
              <p:cNvPicPr>
                <a:picLocks noRot="1" noChangeAspect="1" noEditPoints="1" noChangeArrowheads="1" noChangeShapeType="1"/>
              </p:cNvPicPr>
              <p:nvPr/>
            </p:nvPicPr>
            <p:blipFill>
              <a:blip r:embed="rId11"/>
              <a:stretch>
                <a:fillRect/>
              </a:stretch>
            </p:blipFill>
            <p:spPr>
              <a:xfrm>
                <a:off x="7375700" y="4035603"/>
                <a:ext cx="945800" cy="1695095"/>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9222" name="Ink 6"/>
              <p14:cNvContentPartPr>
                <a14:cpLocks xmlns:a14="http://schemas.microsoft.com/office/drawing/2010/main" noRot="1" noChangeAspect="1" noEditPoints="1" noChangeArrowheads="1" noChangeShapeType="1"/>
              </p14:cNvContentPartPr>
              <p14:nvPr/>
            </p14:nvContentPartPr>
            <p14:xfrm>
              <a:off x="3822700" y="2711450"/>
              <a:ext cx="304800" cy="196850"/>
            </p14:xfrm>
          </p:contentPart>
        </mc:Choice>
        <mc:Fallback xmlns="">
          <p:pic>
            <p:nvPicPr>
              <p:cNvPr id="9222" name="Ink 6"/>
              <p:cNvPicPr>
                <a:picLocks noRot="1" noChangeAspect="1" noEditPoints="1" noChangeArrowheads="1" noChangeShapeType="1"/>
              </p:cNvPicPr>
              <p:nvPr/>
            </p:nvPicPr>
            <p:blipFill>
              <a:blip r:embed="rId13"/>
              <a:stretch>
                <a:fillRect/>
              </a:stretch>
            </p:blipFill>
            <p:spPr>
              <a:xfrm>
                <a:off x="3813344" y="2702110"/>
                <a:ext cx="323513" cy="215529"/>
              </a:xfrm>
              <a:prstGeom prst="rect">
                <a:avLst/>
              </a:prstGeom>
            </p:spPr>
          </p:pic>
        </mc:Fallback>
      </mc:AlternateContent>
      <mc:AlternateContent xmlns:mc="http://schemas.openxmlformats.org/markup-compatibility/2006" xmlns:p14="http://schemas.microsoft.com/office/powerpoint/2010/main">
        <mc:Choice Requires="p14">
          <p:contentPart p14:bwMode="auto" r:id="rId14">
            <p14:nvContentPartPr>
              <p14:cNvPr id="9223" name="Ink 7"/>
              <p14:cNvContentPartPr>
                <a14:cpLocks xmlns:a14="http://schemas.microsoft.com/office/drawing/2010/main" noRot="1" noChangeAspect="1" noEditPoints="1" noChangeArrowheads="1" noChangeShapeType="1"/>
              </p14:cNvContentPartPr>
              <p14:nvPr/>
            </p14:nvContentPartPr>
            <p14:xfrm>
              <a:off x="5969000" y="4159250"/>
              <a:ext cx="908050" cy="1593850"/>
            </p14:xfrm>
          </p:contentPart>
        </mc:Choice>
        <mc:Fallback xmlns="">
          <p:pic>
            <p:nvPicPr>
              <p:cNvPr id="9223" name="Ink 7"/>
              <p:cNvPicPr>
                <a:picLocks noRot="1" noChangeAspect="1" noEditPoints="1" noChangeArrowheads="1" noChangeShapeType="1"/>
              </p:cNvPicPr>
              <p:nvPr/>
            </p:nvPicPr>
            <p:blipFill>
              <a:blip r:embed="rId15"/>
              <a:stretch>
                <a:fillRect/>
              </a:stretch>
            </p:blipFill>
            <p:spPr>
              <a:xfrm>
                <a:off x="5959653" y="4149893"/>
                <a:ext cx="926743" cy="1612563"/>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9224" name="Ink 8"/>
              <p14:cNvContentPartPr>
                <a14:cpLocks xmlns:a14="http://schemas.microsoft.com/office/drawing/2010/main" noRot="1" noChangeAspect="1" noEditPoints="1" noChangeArrowheads="1" noChangeShapeType="1"/>
              </p14:cNvContentPartPr>
              <p14:nvPr/>
            </p14:nvContentPartPr>
            <p14:xfrm>
              <a:off x="2838450" y="3625850"/>
              <a:ext cx="2609850" cy="1206500"/>
            </p14:xfrm>
          </p:contentPart>
        </mc:Choice>
        <mc:Fallback xmlns="">
          <p:pic>
            <p:nvPicPr>
              <p:cNvPr id="9224" name="Ink 8"/>
              <p:cNvPicPr>
                <a:picLocks noRot="1" noChangeAspect="1" noEditPoints="1" noChangeArrowheads="1" noChangeShapeType="1"/>
              </p:cNvPicPr>
              <p:nvPr/>
            </p:nvPicPr>
            <p:blipFill>
              <a:blip r:embed="rId17"/>
              <a:stretch>
                <a:fillRect/>
              </a:stretch>
            </p:blipFill>
            <p:spPr>
              <a:xfrm>
                <a:off x="2829109" y="3616492"/>
                <a:ext cx="2628533" cy="1225217"/>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9225" name="Ink 9"/>
              <p14:cNvContentPartPr>
                <a14:cpLocks xmlns:a14="http://schemas.microsoft.com/office/drawing/2010/main" noRot="1" noChangeAspect="1" noEditPoints="1" noChangeArrowheads="1" noChangeShapeType="1"/>
              </p14:cNvContentPartPr>
              <p14:nvPr/>
            </p14:nvContentPartPr>
            <p14:xfrm>
              <a:off x="5683250" y="3848100"/>
              <a:ext cx="679450" cy="482600"/>
            </p14:xfrm>
          </p:contentPart>
        </mc:Choice>
        <mc:Fallback xmlns="">
          <p:pic>
            <p:nvPicPr>
              <p:cNvPr id="9225" name="Ink 9"/>
              <p:cNvPicPr>
                <a:picLocks noRot="1" noChangeAspect="1" noEditPoints="1" noChangeArrowheads="1" noChangeShapeType="1"/>
              </p:cNvPicPr>
              <p:nvPr/>
            </p:nvPicPr>
            <p:blipFill>
              <a:blip r:embed="rId19"/>
              <a:stretch>
                <a:fillRect/>
              </a:stretch>
            </p:blipFill>
            <p:spPr>
              <a:xfrm>
                <a:off x="5673893" y="3838750"/>
                <a:ext cx="698164" cy="50130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9226" name="Ink 10"/>
              <p14:cNvContentPartPr>
                <a14:cpLocks xmlns:a14="http://schemas.microsoft.com/office/drawing/2010/main" noRot="1" noChangeAspect="1" noEditPoints="1" noChangeArrowheads="1" noChangeShapeType="1"/>
              </p14:cNvContentPartPr>
              <p14:nvPr/>
            </p14:nvContentPartPr>
            <p14:xfrm>
              <a:off x="7239000" y="3721100"/>
              <a:ext cx="184150" cy="368300"/>
            </p14:xfrm>
          </p:contentPart>
        </mc:Choice>
        <mc:Fallback xmlns="">
          <p:pic>
            <p:nvPicPr>
              <p:cNvPr id="9226" name="Ink 10"/>
              <p:cNvPicPr>
                <a:picLocks noRot="1" noChangeAspect="1" noEditPoints="1" noChangeArrowheads="1" noChangeShapeType="1"/>
              </p:cNvPicPr>
              <p:nvPr/>
            </p:nvPicPr>
            <p:blipFill>
              <a:blip r:embed="rId21"/>
              <a:stretch>
                <a:fillRect/>
              </a:stretch>
            </p:blipFill>
            <p:spPr>
              <a:xfrm>
                <a:off x="7230117" y="3711785"/>
                <a:ext cx="201916" cy="38693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9227" name="Ink 11"/>
              <p14:cNvContentPartPr>
                <a14:cpLocks xmlns:a14="http://schemas.microsoft.com/office/drawing/2010/main" noRot="1" noChangeAspect="1" noEditPoints="1" noChangeArrowheads="1" noChangeShapeType="1"/>
              </p14:cNvContentPartPr>
              <p14:nvPr/>
            </p14:nvContentPartPr>
            <p14:xfrm>
              <a:off x="4997450" y="4368800"/>
              <a:ext cx="1073150" cy="482600"/>
            </p14:xfrm>
          </p:contentPart>
        </mc:Choice>
        <mc:Fallback xmlns="">
          <p:pic>
            <p:nvPicPr>
              <p:cNvPr id="9227" name="Ink 11"/>
              <p:cNvPicPr>
                <a:picLocks noRot="1" noChangeAspect="1" noEditPoints="1" noChangeArrowheads="1" noChangeShapeType="1"/>
              </p:cNvPicPr>
              <p:nvPr/>
            </p:nvPicPr>
            <p:blipFill>
              <a:blip r:embed="rId23"/>
              <a:stretch>
                <a:fillRect/>
              </a:stretch>
            </p:blipFill>
            <p:spPr>
              <a:xfrm>
                <a:off x="4988093" y="4359443"/>
                <a:ext cx="1091864" cy="501314"/>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9228" name="Ink 12"/>
              <p14:cNvContentPartPr>
                <a14:cpLocks xmlns:a14="http://schemas.microsoft.com/office/drawing/2010/main" noRot="1" noChangeAspect="1" noEditPoints="1" noChangeArrowheads="1" noChangeShapeType="1"/>
              </p14:cNvContentPartPr>
              <p14:nvPr/>
            </p14:nvContentPartPr>
            <p14:xfrm>
              <a:off x="7264400" y="4102100"/>
              <a:ext cx="330200" cy="368300"/>
            </p14:xfrm>
          </p:contentPart>
        </mc:Choice>
        <mc:Fallback xmlns="">
          <p:pic>
            <p:nvPicPr>
              <p:cNvPr id="9228" name="Ink 12"/>
              <p:cNvPicPr>
                <a:picLocks noRot="1" noChangeAspect="1" noEditPoints="1" noChangeArrowheads="1" noChangeShapeType="1"/>
              </p:cNvPicPr>
              <p:nvPr/>
            </p:nvPicPr>
            <p:blipFill>
              <a:blip r:embed="rId25"/>
              <a:stretch>
                <a:fillRect/>
              </a:stretch>
            </p:blipFill>
            <p:spPr>
              <a:xfrm>
                <a:off x="7255048" y="4092749"/>
                <a:ext cx="348904" cy="387003"/>
              </a:xfrm>
              <a:prstGeom prst="rect">
                <a:avLst/>
              </a:prstGeom>
            </p:spPr>
          </p:pic>
        </mc:Fallback>
      </mc:AlternateContent>
      <mc:AlternateContent xmlns:mc="http://schemas.openxmlformats.org/markup-compatibility/2006" xmlns:p14="http://schemas.microsoft.com/office/powerpoint/2010/main">
        <mc:Choice Requires="p14">
          <p:contentPart p14:bwMode="auto" r:id="rId26">
            <p14:nvContentPartPr>
              <p14:cNvPr id="9229" name="Ink 13"/>
              <p14:cNvContentPartPr>
                <a14:cpLocks xmlns:a14="http://schemas.microsoft.com/office/drawing/2010/main" noRot="1" noChangeAspect="1" noEditPoints="1" noChangeArrowheads="1" noChangeShapeType="1"/>
              </p14:cNvContentPartPr>
              <p14:nvPr/>
            </p14:nvContentPartPr>
            <p14:xfrm>
              <a:off x="12052300" y="546100"/>
              <a:ext cx="19050" cy="63500"/>
            </p14:xfrm>
          </p:contentPart>
        </mc:Choice>
        <mc:Fallback xmlns="">
          <p:pic>
            <p:nvPicPr>
              <p:cNvPr id="9229" name="Ink 13"/>
              <p:cNvPicPr>
                <a:picLocks noRot="1" noChangeAspect="1" noEditPoints="1" noChangeArrowheads="1" noChangeShapeType="1"/>
              </p:cNvPicPr>
              <p:nvPr/>
            </p:nvPicPr>
            <p:blipFill>
              <a:blip r:embed="rId27"/>
              <a:stretch>
                <a:fillRect/>
              </a:stretch>
            </p:blipFill>
            <p:spPr>
              <a:xfrm>
                <a:off x="12043128" y="536772"/>
                <a:ext cx="37394" cy="82155"/>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9230" name="Ink 14"/>
              <p14:cNvContentPartPr>
                <a14:cpLocks xmlns:a14="http://schemas.microsoft.com/office/drawing/2010/main" noRot="1" noChangeAspect="1" noEditPoints="1" noChangeArrowheads="1" noChangeShapeType="1"/>
              </p14:cNvContentPartPr>
              <p14:nvPr/>
            </p14:nvContentPartPr>
            <p14:xfrm>
              <a:off x="9378950" y="5486400"/>
              <a:ext cx="12700" cy="361950"/>
            </p14:xfrm>
          </p:contentPart>
        </mc:Choice>
        <mc:Fallback xmlns="">
          <p:pic>
            <p:nvPicPr>
              <p:cNvPr id="9230" name="Ink 14"/>
              <p:cNvPicPr>
                <a:picLocks noRot="1" noChangeAspect="1" noEditPoints="1" noChangeArrowheads="1" noChangeShapeType="1"/>
              </p:cNvPicPr>
              <p:nvPr/>
            </p:nvPicPr>
            <p:blipFill>
              <a:blip r:embed="rId29"/>
              <a:stretch>
                <a:fillRect/>
              </a:stretch>
            </p:blipFill>
            <p:spPr>
              <a:xfrm>
                <a:off x="9372720" y="5476875"/>
                <a:ext cx="25160" cy="38100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9231" name="Ink 15"/>
              <p14:cNvContentPartPr>
                <a14:cpLocks xmlns:a14="http://schemas.microsoft.com/office/drawing/2010/main" noRot="1" noChangeAspect="1" noEditPoints="1" noChangeArrowheads="1" noChangeShapeType="1"/>
              </p14:cNvContentPartPr>
              <p14:nvPr/>
            </p14:nvContentPartPr>
            <p14:xfrm>
              <a:off x="12058650" y="5772150"/>
              <a:ext cx="127000" cy="374650"/>
            </p14:xfrm>
          </p:contentPart>
        </mc:Choice>
        <mc:Fallback xmlns="">
          <p:pic>
            <p:nvPicPr>
              <p:cNvPr id="9231" name="Ink 15"/>
              <p:cNvPicPr>
                <a:picLocks noRot="1" noChangeAspect="1" noEditPoints="1" noChangeArrowheads="1" noChangeShapeType="1"/>
              </p:cNvPicPr>
              <p:nvPr/>
            </p:nvPicPr>
            <p:blipFill>
              <a:blip r:embed="rId31"/>
              <a:stretch>
                <a:fillRect/>
              </a:stretch>
            </p:blipFill>
            <p:spPr>
              <a:xfrm>
                <a:off x="12049322" y="5762793"/>
                <a:ext cx="145655" cy="393365"/>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9232" name="Ink 16"/>
              <p14:cNvContentPartPr>
                <a14:cpLocks xmlns:a14="http://schemas.microsoft.com/office/drawing/2010/main" noRot="1" noChangeAspect="1" noEditPoints="1" noChangeArrowheads="1" noChangeShapeType="1"/>
              </p14:cNvContentPartPr>
              <p14:nvPr/>
            </p14:nvContentPartPr>
            <p14:xfrm>
              <a:off x="10331450" y="4203700"/>
              <a:ext cx="1111250" cy="857250"/>
            </p14:xfrm>
          </p:contentPart>
        </mc:Choice>
        <mc:Fallback xmlns="">
          <p:pic>
            <p:nvPicPr>
              <p:cNvPr id="9232" name="Ink 16"/>
              <p:cNvPicPr>
                <a:picLocks noRot="1" noChangeAspect="1" noEditPoints="1" noChangeArrowheads="1" noChangeShapeType="1"/>
              </p:cNvPicPr>
              <p:nvPr/>
            </p:nvPicPr>
            <p:blipFill>
              <a:blip r:embed="rId33"/>
              <a:stretch>
                <a:fillRect/>
              </a:stretch>
            </p:blipFill>
            <p:spPr>
              <a:xfrm>
                <a:off x="10322136" y="4194409"/>
                <a:ext cx="1129878" cy="875831"/>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9233" name="Ink 17"/>
              <p14:cNvContentPartPr>
                <a14:cpLocks xmlns:a14="http://schemas.microsoft.com/office/drawing/2010/main" noRot="1" noChangeAspect="1" noEditPoints="1" noChangeArrowheads="1" noChangeShapeType="1"/>
              </p14:cNvContentPartPr>
              <p14:nvPr/>
            </p14:nvContentPartPr>
            <p14:xfrm>
              <a:off x="9626600" y="2736850"/>
              <a:ext cx="146050" cy="914400"/>
            </p14:xfrm>
          </p:contentPart>
        </mc:Choice>
        <mc:Fallback xmlns="">
          <p:pic>
            <p:nvPicPr>
              <p:cNvPr id="9233" name="Ink 17"/>
              <p:cNvPicPr>
                <a:picLocks noRot="1" noChangeAspect="1" noEditPoints="1" noChangeArrowheads="1" noChangeShapeType="1"/>
              </p:cNvPicPr>
              <p:nvPr/>
            </p:nvPicPr>
            <p:blipFill>
              <a:blip r:embed="rId35"/>
              <a:stretch>
                <a:fillRect/>
              </a:stretch>
            </p:blipFill>
            <p:spPr>
              <a:xfrm>
                <a:off x="9617644" y="2727512"/>
                <a:ext cx="163962" cy="933076"/>
              </a:xfrm>
              <a:prstGeom prst="rect">
                <a:avLst/>
              </a:prstGeom>
            </p:spPr>
          </p:pic>
        </mc:Fallback>
      </mc:AlternateContent>
      <mc:AlternateContent xmlns:mc="http://schemas.openxmlformats.org/markup-compatibility/2006" xmlns:p14="http://schemas.microsoft.com/office/powerpoint/2010/main">
        <mc:Choice Requires="p14">
          <p:contentPart p14:bwMode="auto" r:id="rId36">
            <p14:nvContentPartPr>
              <p14:cNvPr id="9234" name="Ink 18"/>
              <p14:cNvContentPartPr>
                <a14:cpLocks xmlns:a14="http://schemas.microsoft.com/office/drawing/2010/main" noRot="1" noChangeAspect="1" noEditPoints="1" noChangeArrowheads="1" noChangeShapeType="1"/>
              </p14:cNvContentPartPr>
              <p14:nvPr/>
            </p14:nvContentPartPr>
            <p14:xfrm>
              <a:off x="850900" y="965200"/>
              <a:ext cx="57150" cy="184150"/>
            </p14:xfrm>
          </p:contentPart>
        </mc:Choice>
        <mc:Fallback xmlns="">
          <p:pic>
            <p:nvPicPr>
              <p:cNvPr id="9234" name="Ink 18"/>
              <p:cNvPicPr>
                <a:picLocks noRot="1" noChangeAspect="1" noEditPoints="1" noChangeArrowheads="1" noChangeShapeType="1"/>
              </p:cNvPicPr>
              <p:nvPr/>
            </p:nvPicPr>
            <p:blipFill>
              <a:blip r:embed="rId37"/>
              <a:stretch>
                <a:fillRect/>
              </a:stretch>
            </p:blipFill>
            <p:spPr>
              <a:xfrm>
                <a:off x="841555" y="955867"/>
                <a:ext cx="75841" cy="202816"/>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9235" name="Ink 19"/>
              <p14:cNvContentPartPr>
                <a14:cpLocks xmlns:a14="http://schemas.microsoft.com/office/drawing/2010/main" noRot="1" noChangeAspect="1" noEditPoints="1" noChangeArrowheads="1" noChangeShapeType="1"/>
              </p14:cNvContentPartPr>
              <p14:nvPr/>
            </p14:nvContentPartPr>
            <p14:xfrm>
              <a:off x="2178050" y="1174750"/>
              <a:ext cx="82550" cy="1588"/>
            </p14:xfrm>
          </p:contentPart>
        </mc:Choice>
        <mc:Fallback xmlns="">
          <p:pic>
            <p:nvPicPr>
              <p:cNvPr id="9235" name="Ink 19"/>
              <p:cNvPicPr>
                <a:picLocks noRot="1" noChangeAspect="1" noEditPoints="1" noChangeArrowheads="1" noChangeShapeType="1"/>
              </p:cNvPicPr>
              <p:nvPr/>
            </p:nvPicPr>
            <p:blipFill>
              <a:blip r:embed="rId39"/>
              <a:stretch>
                <a:fillRect/>
              </a:stretch>
            </p:blipFill>
            <p:spPr>
              <a:xfrm>
                <a:off x="2168718" y="1133462"/>
                <a:ext cx="101213" cy="84164"/>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9236" name="Ink 20"/>
              <p14:cNvContentPartPr>
                <a14:cpLocks xmlns:a14="http://schemas.microsoft.com/office/drawing/2010/main" noRot="1" noChangeAspect="1" noEditPoints="1" noChangeArrowheads="1" noChangeShapeType="1"/>
              </p14:cNvContentPartPr>
              <p14:nvPr/>
            </p14:nvContentPartPr>
            <p14:xfrm>
              <a:off x="7848600" y="577850"/>
              <a:ext cx="2089150" cy="1663700"/>
            </p14:xfrm>
          </p:contentPart>
        </mc:Choice>
        <mc:Fallback xmlns="">
          <p:pic>
            <p:nvPicPr>
              <p:cNvPr id="9236" name="Ink 20"/>
              <p:cNvPicPr>
                <a:picLocks noRot="1" noChangeAspect="1" noEditPoints="1" noChangeArrowheads="1" noChangeShapeType="1"/>
              </p:cNvPicPr>
              <p:nvPr/>
            </p:nvPicPr>
            <p:blipFill>
              <a:blip r:embed="rId41"/>
              <a:stretch>
                <a:fillRect/>
              </a:stretch>
            </p:blipFill>
            <p:spPr>
              <a:xfrm>
                <a:off x="7839241" y="568493"/>
                <a:ext cx="2107867" cy="1682413"/>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9237" name="Ink 21"/>
              <p14:cNvContentPartPr>
                <a14:cpLocks xmlns:a14="http://schemas.microsoft.com/office/drawing/2010/main" noRot="1" noChangeAspect="1" noEditPoints="1" noChangeArrowheads="1" noChangeShapeType="1"/>
              </p14:cNvContentPartPr>
              <p14:nvPr/>
            </p14:nvContentPartPr>
            <p14:xfrm>
              <a:off x="7696200" y="1943100"/>
              <a:ext cx="1860550" cy="254000"/>
            </p14:xfrm>
          </p:contentPart>
        </mc:Choice>
        <mc:Fallback xmlns="">
          <p:pic>
            <p:nvPicPr>
              <p:cNvPr id="9237" name="Ink 21"/>
              <p:cNvPicPr>
                <a:picLocks noRot="1" noChangeAspect="1" noEditPoints="1" noChangeArrowheads="1" noChangeShapeType="1"/>
              </p:cNvPicPr>
              <p:nvPr/>
            </p:nvPicPr>
            <p:blipFill>
              <a:blip r:embed="rId43"/>
              <a:stretch>
                <a:fillRect/>
              </a:stretch>
            </p:blipFill>
            <p:spPr>
              <a:xfrm>
                <a:off x="7686843" y="1933746"/>
                <a:ext cx="1879263" cy="272708"/>
              </a:xfrm>
              <a:prstGeom prst="rect">
                <a:avLst/>
              </a:prstGeom>
            </p:spPr>
          </p:pic>
        </mc:Fallback>
      </mc:AlternateContent>
    </p:spTree>
    <p:extLst>
      <p:ext uri="{BB962C8B-B14F-4D97-AF65-F5344CB8AC3E}">
        <p14:creationId xmlns:p14="http://schemas.microsoft.com/office/powerpoint/2010/main" val="25733800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81849" y="1477199"/>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问题分析</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sp>
        <p:nvSpPr>
          <p:cNvPr id="6" name="矩形 5">
            <a:extLst>
              <a:ext uri="{FF2B5EF4-FFF2-40B4-BE49-F238E27FC236}">
                <a16:creationId xmlns:a16="http://schemas.microsoft.com/office/drawing/2014/main" id="{C83FBD9F-DA46-4D87-88B9-20AB80647106}"/>
              </a:ext>
            </a:extLst>
          </p:cNvPr>
          <p:cNvSpPr/>
          <p:nvPr/>
        </p:nvSpPr>
        <p:spPr>
          <a:xfrm>
            <a:off x="1009935" y="1840612"/>
            <a:ext cx="10075647" cy="4942507"/>
          </a:xfrm>
          <a:prstGeom prst="rect">
            <a:avLst/>
          </a:prstGeom>
        </p:spPr>
        <p:txBody>
          <a:bodyPr wrap="square">
            <a:spAutoFit/>
          </a:bodyPr>
          <a:lstStyle/>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国王只能影响周围的一个格子，搜索剪枝条件减少；</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当我们摆放第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行时，这一行只会和前后一行互相影响，而这一行状态是可以确定的。可以把一行当做一个整体，每一行对下一行的影响就体现在这一行的摆放方式以及之前总共放了多少国王。</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把摆放方式作为状态，设</a:t>
            </a: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i,j,s</a:t>
            </a:r>
            <a:r>
              <a:rPr lang="en-US" altLang="zh-CN" sz="1600" b="1" dirty="0">
                <a:solidFill>
                  <a:schemeClr val="accent2"/>
                </a:solidFill>
                <a:latin typeface="微软雅黑" panose="020B0503020204020204" pitchFamily="34" charset="-122"/>
                <a:ea typeface="微软雅黑" panose="020B0503020204020204" pitchFamily="34" charset="-122"/>
              </a:rPr>
              <a:t>]</a:t>
            </a:r>
            <a:r>
              <a:rPr lang="zh-CN" altLang="en-US" sz="1600" b="1" dirty="0">
                <a:solidFill>
                  <a:schemeClr val="accent2"/>
                </a:solidFill>
                <a:latin typeface="微软雅黑" panose="020B0503020204020204" pitchFamily="34" charset="-122"/>
                <a:ea typeface="微软雅黑" panose="020B0503020204020204" pitchFamily="34" charset="-122"/>
              </a:rPr>
              <a:t>表示第</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行状态为</a:t>
            </a:r>
            <a:r>
              <a:rPr lang="en-US" altLang="zh-CN" sz="1600" b="1" dirty="0">
                <a:solidFill>
                  <a:schemeClr val="accent2"/>
                </a:solidFill>
                <a:latin typeface="微软雅黑" panose="020B0503020204020204" pitchFamily="34" charset="-122"/>
                <a:ea typeface="微软雅黑" panose="020B0503020204020204" pitchFamily="34" charset="-122"/>
              </a:rPr>
              <a:t>a[j]</a:t>
            </a:r>
            <a:r>
              <a:rPr lang="zh-CN" altLang="en-US" sz="1600" b="1" dirty="0">
                <a:solidFill>
                  <a:schemeClr val="accent2"/>
                </a:solidFill>
                <a:latin typeface="微软雅黑" panose="020B0503020204020204" pitchFamily="34" charset="-122"/>
                <a:ea typeface="微软雅黑" panose="020B0503020204020204" pitchFamily="34" charset="-122"/>
              </a:rPr>
              <a:t>且前</a:t>
            </a:r>
            <a:r>
              <a:rPr lang="en-US" altLang="zh-CN" sz="1600" b="1" dirty="0" err="1">
                <a:solidFill>
                  <a:schemeClr val="accent2"/>
                </a:solidFill>
                <a:latin typeface="微软雅黑" panose="020B0503020204020204" pitchFamily="34" charset="-122"/>
                <a:ea typeface="微软雅黑" panose="020B0503020204020204" pitchFamily="34" charset="-122"/>
              </a:rPr>
              <a:t>i</a:t>
            </a:r>
            <a:r>
              <a:rPr lang="zh-CN" altLang="en-US" sz="1600" b="1" dirty="0">
                <a:solidFill>
                  <a:schemeClr val="accent2"/>
                </a:solidFill>
                <a:latin typeface="微软雅黑" panose="020B0503020204020204" pitchFamily="34" charset="-122"/>
                <a:ea typeface="微软雅黑" panose="020B0503020204020204" pitchFamily="34" charset="-122"/>
              </a:rPr>
              <a:t>行已放</a:t>
            </a:r>
            <a:r>
              <a:rPr lang="en-US" altLang="zh-CN" sz="1600" b="1" dirty="0">
                <a:solidFill>
                  <a:schemeClr val="accent2"/>
                </a:solidFill>
                <a:latin typeface="微软雅黑" panose="020B0503020204020204" pitchFamily="34" charset="-122"/>
                <a:ea typeface="微软雅黑" panose="020B0503020204020204" pitchFamily="34" charset="-122"/>
              </a:rPr>
              <a:t>s</a:t>
            </a:r>
            <a:r>
              <a:rPr lang="zh-CN" altLang="en-US" sz="1600" b="1" dirty="0">
                <a:solidFill>
                  <a:schemeClr val="accent2"/>
                </a:solidFill>
                <a:latin typeface="微软雅黑" panose="020B0503020204020204" pitchFamily="34" charset="-122"/>
                <a:ea typeface="微软雅黑" panose="020B0503020204020204" pitchFamily="34" charset="-122"/>
              </a:rPr>
              <a:t>个国王的方案数</a:t>
            </a:r>
            <a:r>
              <a:rPr lang="en-US" altLang="zh-CN" sz="1600" dirty="0">
                <a:latin typeface="微软雅黑" panose="020B0503020204020204" pitchFamily="34" charset="-122"/>
                <a:ea typeface="微软雅黑" panose="020B0503020204020204" pitchFamily="34" charset="-122"/>
              </a:rPr>
              <a:t>,</a:t>
            </a:r>
            <a:r>
              <a:rPr lang="zh-CN" altLang="en-US" sz="1600" dirty="0">
                <a:latin typeface="微软雅黑" panose="020B0503020204020204" pitchFamily="34" charset="-122"/>
                <a:ea typeface="微软雅黑" panose="020B0503020204020204" pitchFamily="34" charset="-122"/>
              </a:rPr>
              <a:t>状态转移方程如下：</a:t>
            </a:r>
          </a:p>
          <a:p>
            <a:pPr marL="285750" indent="-285750">
              <a:lnSpc>
                <a:spcPct val="200000"/>
              </a:lnSpc>
              <a:buFont typeface="Arial" panose="020B0604020202020204" pitchFamily="34" charset="0"/>
              <a:buChar char="•"/>
            </a:pPr>
            <a:r>
              <a:rPr lang="en-US" altLang="zh-CN" sz="1600" b="1" dirty="0">
                <a:solidFill>
                  <a:schemeClr val="accent2"/>
                </a:solidFill>
                <a:latin typeface="微软雅黑" panose="020B0503020204020204" pitchFamily="34" charset="-122"/>
                <a:ea typeface="微软雅黑" panose="020B0503020204020204" pitchFamily="34" charset="-122"/>
              </a:rPr>
              <a:t>f[</a:t>
            </a:r>
            <a:r>
              <a:rPr lang="en-US" altLang="zh-CN" sz="1600" b="1" dirty="0" err="1">
                <a:solidFill>
                  <a:schemeClr val="accent2"/>
                </a:solidFill>
                <a:latin typeface="微软雅黑" panose="020B0503020204020204" pitchFamily="34" charset="-122"/>
                <a:ea typeface="微软雅黑" panose="020B0503020204020204" pitchFamily="34" charset="-122"/>
              </a:rPr>
              <a:t>i,j,s</a:t>
            </a:r>
            <a:r>
              <a:rPr lang="en-US" altLang="zh-CN" sz="1600" b="1" dirty="0">
                <a:solidFill>
                  <a:schemeClr val="accent2"/>
                </a:solidFill>
                <a:latin typeface="微软雅黑" panose="020B0503020204020204" pitchFamily="34" charset="-122"/>
                <a:ea typeface="微软雅黑" panose="020B0503020204020204" pitchFamily="34" charset="-122"/>
              </a:rPr>
              <a:t>]+=f[i-1,t,s-num[j]]</a:t>
            </a:r>
          </a:p>
          <a:p>
            <a:pPr>
              <a:lnSpc>
                <a:spcPct val="200000"/>
              </a:lnSpc>
            </a:pPr>
            <a:r>
              <a:rPr lang="zh-CN" altLang="en-US" sz="1600" dirty="0">
                <a:latin typeface="微软雅黑" panose="020B0503020204020204" pitchFamily="34" charset="-122"/>
                <a:ea typeface="微软雅黑" panose="020B0503020204020204" pitchFamily="34" charset="-122"/>
              </a:rPr>
              <a:t>其中</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t</a:t>
            </a:r>
            <a:r>
              <a:rPr lang="zh-CN" altLang="en-US" sz="1600" dirty="0">
                <a:latin typeface="微软雅黑" panose="020B0503020204020204" pitchFamily="34" charset="-122"/>
                <a:ea typeface="微软雅黑" panose="020B0503020204020204" pitchFamily="34" charset="-122"/>
              </a:rPr>
              <a:t>两个状态是可以放在上下两行的，</a:t>
            </a:r>
            <a:r>
              <a:rPr lang="en-US" altLang="zh-CN" sz="1600" dirty="0">
                <a:latin typeface="微软雅黑" panose="020B0503020204020204" pitchFamily="34" charset="-122"/>
                <a:ea typeface="微软雅黑" panose="020B0503020204020204" pitchFamily="34" charset="-122"/>
              </a:rPr>
              <a:t>num[j]</a:t>
            </a:r>
            <a:r>
              <a:rPr lang="zh-CN" altLang="en-US" sz="1600" dirty="0">
                <a:latin typeface="微软雅黑" panose="020B0503020204020204" pitchFamily="34" charset="-122"/>
                <a:ea typeface="微软雅黑" panose="020B0503020204020204" pitchFamily="34" charset="-122"/>
              </a:rPr>
              <a:t>表示第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行放置</a:t>
            </a:r>
            <a:r>
              <a:rPr lang="en-US" altLang="zh-CN" sz="1600" dirty="0">
                <a:latin typeface="微软雅黑" panose="020B0503020204020204" pitchFamily="34" charset="-122"/>
                <a:ea typeface="微软雅黑" panose="020B0503020204020204" pitchFamily="34" charset="-122"/>
              </a:rPr>
              <a:t>j</a:t>
            </a:r>
            <a:r>
              <a:rPr lang="zh-CN" altLang="en-US" sz="1600" dirty="0">
                <a:latin typeface="微软雅黑" panose="020B0503020204020204" pitchFamily="34" charset="-122"/>
                <a:ea typeface="微软雅黑" panose="020B0503020204020204" pitchFamily="34" charset="-122"/>
              </a:rPr>
              <a:t>这种方式放置的国王数</a:t>
            </a:r>
          </a:p>
          <a:p>
            <a:pPr marL="285750" indent="-285750">
              <a:lnSpc>
                <a:spcPct val="200000"/>
              </a:lnSpc>
              <a:buFont typeface="Arial" panose="020B0604020202020204" pitchFamily="34" charset="0"/>
              <a:buChar char="•"/>
            </a:pPr>
            <a:r>
              <a:rPr lang="zh-CN" altLang="en-US" sz="1600" dirty="0">
                <a:latin typeface="微软雅黑" panose="020B0503020204020204" pitchFamily="34" charset="-122"/>
                <a:ea typeface="微软雅黑" panose="020B0503020204020204" pitchFamily="34" charset="-122"/>
              </a:rPr>
              <a:t>每种状态用</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位二进制数表示：</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表示放置国王，</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表示不放（状态压缩）</a:t>
            </a:r>
          </a:p>
          <a:p>
            <a:pPr marL="285750" indent="-285750">
              <a:lnSpc>
                <a:spcPct val="200000"/>
              </a:lnSpc>
              <a:buFont typeface="Arial" panose="020B0604020202020204" pitchFamily="34" charset="0"/>
              <a:buChar char="•"/>
            </a:pPr>
            <a:r>
              <a:rPr lang="zh-CN" altLang="en-US" sz="1600" b="1" dirty="0">
                <a:solidFill>
                  <a:schemeClr val="accent2"/>
                </a:solidFill>
                <a:latin typeface="微软雅黑" panose="020B0503020204020204" pitchFamily="34" charset="-122"/>
                <a:ea typeface="微软雅黑" panose="020B0503020204020204" pitchFamily="34" charset="-122"/>
              </a:rPr>
              <a:t>预处理</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枚举每行可能状态（</a:t>
            </a:r>
            <a:r>
              <a:rPr lang="en-US" altLang="zh-CN" sz="1600" dirty="0">
                <a:latin typeface="微软雅黑" panose="020B0503020204020204" pitchFamily="34" charset="-122"/>
                <a:ea typeface="微软雅黑" panose="020B0503020204020204" pitchFamily="34" charset="-122"/>
              </a:rPr>
              <a:t>1&lt;&lt;n</a:t>
            </a:r>
            <a:r>
              <a:rPr lang="zh-CN" altLang="en-US" sz="1600" dirty="0">
                <a:latin typeface="微软雅黑" panose="020B0503020204020204" pitchFamily="34" charset="-122"/>
                <a:ea typeface="微软雅黑" panose="020B0503020204020204" pitchFamily="34" charset="-122"/>
              </a:rPr>
              <a:t>种）：不能互相攻击</a:t>
            </a:r>
          </a:p>
          <a:p>
            <a:pPr>
              <a:lnSpc>
                <a:spcPct val="200000"/>
              </a:lnSpc>
            </a:pPr>
            <a:r>
              <a:rPr lang="zh-CN" altLang="en-US" sz="1600" dirty="0">
                <a:latin typeface="微软雅黑" panose="020B0503020204020204" pitchFamily="34" charset="-122"/>
                <a:ea typeface="微软雅黑" panose="020B0503020204020204" pitchFamily="34" charset="-122"/>
              </a:rPr>
              <a:t>                   </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每种状态放置的国王数</a:t>
            </a:r>
          </a:p>
          <a:p>
            <a:pPr>
              <a:lnSpc>
                <a:spcPct val="200000"/>
              </a:lnSpc>
            </a:pPr>
            <a:endParaRPr lang="en-US" altLang="zh-CN" sz="1600" dirty="0">
              <a:latin typeface="微软雅黑" panose="020B0503020204020204" pitchFamily="34" charset="-122"/>
              <a:ea typeface="微软雅黑" panose="020B0503020204020204" pitchFamily="34" charset="-122"/>
            </a:endParaRPr>
          </a:p>
        </p:txBody>
      </p:sp>
      <mc:AlternateContent xmlns:mc="http://schemas.openxmlformats.org/markup-compatibility/2006" xmlns:p14="http://schemas.microsoft.com/office/powerpoint/2010/main">
        <mc:Choice Requires="p14">
          <p:contentPart p14:bwMode="auto" r:id="rId2">
            <p14:nvContentPartPr>
              <p14:cNvPr id="8193" name="Ink 1"/>
              <p14:cNvContentPartPr>
                <a14:cpLocks xmlns:a14="http://schemas.microsoft.com/office/drawing/2010/main" noRot="1" noChangeAspect="1" noEditPoints="1" noChangeArrowheads="1" noChangeShapeType="1"/>
              </p14:cNvContentPartPr>
              <p14:nvPr/>
            </p14:nvContentPartPr>
            <p14:xfrm>
              <a:off x="3060700" y="4070350"/>
              <a:ext cx="330200" cy="88900"/>
            </p14:xfrm>
          </p:contentPart>
        </mc:Choice>
        <mc:Fallback xmlns="">
          <p:pic>
            <p:nvPicPr>
              <p:cNvPr id="8193" name="Ink 1"/>
              <p:cNvPicPr>
                <a:picLocks noRot="1" noChangeAspect="1" noEditPoints="1" noChangeArrowheads="1" noChangeShapeType="1"/>
              </p:cNvPicPr>
              <p:nvPr/>
            </p:nvPicPr>
            <p:blipFill>
              <a:blip r:embed="rId3"/>
              <a:stretch>
                <a:fillRect/>
              </a:stretch>
            </p:blipFill>
            <p:spPr>
              <a:xfrm>
                <a:off x="3051348" y="4060992"/>
                <a:ext cx="348904" cy="107616"/>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8194" name="Ink 2"/>
              <p14:cNvContentPartPr>
                <a14:cpLocks xmlns:a14="http://schemas.microsoft.com/office/drawing/2010/main" noRot="1" noChangeAspect="1" noEditPoints="1" noChangeArrowheads="1" noChangeShapeType="1"/>
              </p14:cNvContentPartPr>
              <p14:nvPr/>
            </p14:nvContentPartPr>
            <p14:xfrm>
              <a:off x="1866900" y="4324350"/>
              <a:ext cx="425450" cy="69850"/>
            </p14:xfrm>
          </p:contentPart>
        </mc:Choice>
        <mc:Fallback xmlns="">
          <p:pic>
            <p:nvPicPr>
              <p:cNvPr id="8194" name="Ink 2"/>
              <p:cNvPicPr>
                <a:picLocks noRot="1" noChangeAspect="1" noEditPoints="1" noChangeArrowheads="1" noChangeShapeType="1"/>
              </p:cNvPicPr>
              <p:nvPr/>
            </p:nvPicPr>
            <p:blipFill>
              <a:blip r:embed="rId5"/>
              <a:stretch>
                <a:fillRect/>
              </a:stretch>
            </p:blipFill>
            <p:spPr>
              <a:xfrm>
                <a:off x="1857549" y="4315037"/>
                <a:ext cx="444151" cy="88477"/>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8195" name="Ink 3"/>
              <p14:cNvContentPartPr>
                <a14:cpLocks xmlns:a14="http://schemas.microsoft.com/office/drawing/2010/main" noRot="1" noChangeAspect="1" noEditPoints="1" noChangeArrowheads="1" noChangeShapeType="1"/>
              </p14:cNvContentPartPr>
              <p14:nvPr/>
            </p14:nvContentPartPr>
            <p14:xfrm>
              <a:off x="1301750" y="4362450"/>
              <a:ext cx="5594350" cy="2387600"/>
            </p14:xfrm>
          </p:contentPart>
        </mc:Choice>
        <mc:Fallback xmlns="">
          <p:pic>
            <p:nvPicPr>
              <p:cNvPr id="8195" name="Ink 3"/>
              <p:cNvPicPr>
                <a:picLocks noRot="1" noChangeAspect="1" noEditPoints="1" noChangeArrowheads="1" noChangeShapeType="1"/>
              </p:cNvPicPr>
              <p:nvPr/>
            </p:nvPicPr>
            <p:blipFill>
              <a:blip r:embed="rId7"/>
              <a:stretch>
                <a:fillRect/>
              </a:stretch>
            </p:blipFill>
            <p:spPr>
              <a:xfrm>
                <a:off x="1292397" y="4353163"/>
                <a:ext cx="5613057" cy="2406175"/>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196" name="Ink 4"/>
              <p14:cNvContentPartPr>
                <a14:cpLocks xmlns:a14="http://schemas.microsoft.com/office/drawing/2010/main" noRot="1" noChangeAspect="1" noEditPoints="1" noChangeArrowheads="1" noChangeShapeType="1"/>
              </p14:cNvContentPartPr>
              <p14:nvPr/>
            </p14:nvContentPartPr>
            <p14:xfrm>
              <a:off x="4597400" y="6026150"/>
              <a:ext cx="336550" cy="247650"/>
            </p14:xfrm>
          </p:contentPart>
        </mc:Choice>
        <mc:Fallback xmlns="">
          <p:pic>
            <p:nvPicPr>
              <p:cNvPr id="8196" name="Ink 4"/>
              <p:cNvPicPr>
                <a:picLocks noRot="1" noChangeAspect="1" noEditPoints="1" noChangeArrowheads="1" noChangeShapeType="1"/>
              </p:cNvPicPr>
              <p:nvPr/>
            </p:nvPicPr>
            <p:blipFill>
              <a:blip r:embed="rId9"/>
              <a:stretch>
                <a:fillRect/>
              </a:stretch>
            </p:blipFill>
            <p:spPr>
              <a:xfrm>
                <a:off x="4588041" y="6016805"/>
                <a:ext cx="355267" cy="266341"/>
              </a:xfrm>
              <a:prstGeom prst="rect">
                <a:avLst/>
              </a:prstGeom>
            </p:spPr>
          </p:pic>
        </mc:Fallback>
      </mc:AlternateContent>
    </p:spTree>
    <p:extLst>
      <p:ext uri="{BB962C8B-B14F-4D97-AF65-F5344CB8AC3E}">
        <p14:creationId xmlns:p14="http://schemas.microsoft.com/office/powerpoint/2010/main" val="2117262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3" name="图片 2">
            <a:extLst>
              <a:ext uri="{FF2B5EF4-FFF2-40B4-BE49-F238E27FC236}">
                <a16:creationId xmlns:a16="http://schemas.microsoft.com/office/drawing/2014/main" id="{1CDCB15D-8892-41CF-95DF-1330BC97856E}"/>
              </a:ext>
            </a:extLst>
          </p:cNvPr>
          <p:cNvPicPr>
            <a:picLocks noChangeAspect="1"/>
          </p:cNvPicPr>
          <p:nvPr/>
        </p:nvPicPr>
        <p:blipFill>
          <a:blip r:embed="rId2" cstate="print"/>
          <a:stretch>
            <a:fillRect/>
          </a:stretch>
        </p:blipFill>
        <p:spPr>
          <a:xfrm>
            <a:off x="1104899" y="1774457"/>
            <a:ext cx="6873583" cy="3361716"/>
          </a:xfrm>
          <a:prstGeom prst="rect">
            <a:avLst/>
          </a:prstGeom>
        </p:spPr>
      </p:pic>
      <mc:AlternateContent xmlns:mc="http://schemas.openxmlformats.org/markup-compatibility/2006" xmlns:p14="http://schemas.microsoft.com/office/powerpoint/2010/main">
        <mc:Choice Requires="p14">
          <p:contentPart p14:bwMode="auto" r:id="rId3">
            <p14:nvContentPartPr>
              <p14:cNvPr id="7169" name="Ink 1"/>
              <p14:cNvContentPartPr>
                <a14:cpLocks xmlns:a14="http://schemas.microsoft.com/office/drawing/2010/main" noRot="1" noChangeAspect="1" noEditPoints="1" noChangeArrowheads="1" noChangeShapeType="1"/>
              </p14:cNvContentPartPr>
              <p14:nvPr/>
            </p14:nvContentPartPr>
            <p14:xfrm>
              <a:off x="1905000" y="3181350"/>
              <a:ext cx="6007100" cy="1638300"/>
            </p14:xfrm>
          </p:contentPart>
        </mc:Choice>
        <mc:Fallback xmlns="">
          <p:pic>
            <p:nvPicPr>
              <p:cNvPr id="7169" name="Ink 1"/>
              <p:cNvPicPr>
                <a:picLocks noRot="1" noChangeAspect="1" noEditPoints="1" noChangeArrowheads="1" noChangeShapeType="1"/>
              </p:cNvPicPr>
              <p:nvPr/>
            </p:nvPicPr>
            <p:blipFill>
              <a:blip r:embed="rId4"/>
              <a:stretch>
                <a:fillRect/>
              </a:stretch>
            </p:blipFill>
            <p:spPr>
              <a:xfrm>
                <a:off x="1895640" y="3172041"/>
                <a:ext cx="6025819" cy="1656917"/>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7170" name="Ink 2"/>
              <p14:cNvContentPartPr>
                <a14:cpLocks xmlns:a14="http://schemas.microsoft.com/office/drawing/2010/main" noRot="1" noChangeAspect="1" noEditPoints="1" noChangeArrowheads="1" noChangeShapeType="1"/>
              </p14:cNvContentPartPr>
              <p14:nvPr/>
            </p14:nvContentPartPr>
            <p14:xfrm>
              <a:off x="7912100" y="0"/>
              <a:ext cx="1060450" cy="1327150"/>
            </p14:xfrm>
          </p:contentPart>
        </mc:Choice>
        <mc:Fallback xmlns="">
          <p:pic>
            <p:nvPicPr>
              <p:cNvPr id="7170" name="Ink 2"/>
              <p:cNvPicPr>
                <a:picLocks noRot="1" noChangeAspect="1" noEditPoints="1" noChangeArrowheads="1" noChangeShapeType="1"/>
              </p:cNvPicPr>
              <p:nvPr/>
            </p:nvPicPr>
            <p:blipFill>
              <a:blip r:embed="rId6"/>
              <a:stretch>
                <a:fillRect/>
              </a:stretch>
            </p:blipFill>
            <p:spPr>
              <a:xfrm>
                <a:off x="7902813" y="-9333"/>
                <a:ext cx="1079023" cy="134581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7171" name="Ink 3"/>
              <p14:cNvContentPartPr>
                <a14:cpLocks xmlns:a14="http://schemas.microsoft.com/office/drawing/2010/main" noRot="1" noChangeAspect="1" noEditPoints="1" noChangeArrowheads="1" noChangeShapeType="1"/>
              </p14:cNvContentPartPr>
              <p14:nvPr/>
            </p14:nvContentPartPr>
            <p14:xfrm>
              <a:off x="9842500" y="990600"/>
              <a:ext cx="876300" cy="800100"/>
            </p14:xfrm>
          </p:contentPart>
        </mc:Choice>
        <mc:Fallback xmlns="">
          <p:pic>
            <p:nvPicPr>
              <p:cNvPr id="7171" name="Ink 3"/>
              <p:cNvPicPr>
                <a:picLocks noRot="1" noChangeAspect="1" noEditPoints="1" noChangeArrowheads="1" noChangeShapeType="1"/>
              </p:cNvPicPr>
              <p:nvPr/>
            </p:nvPicPr>
            <p:blipFill>
              <a:blip r:embed="rId8"/>
              <a:stretch>
                <a:fillRect/>
              </a:stretch>
            </p:blipFill>
            <p:spPr>
              <a:xfrm>
                <a:off x="9833159" y="981242"/>
                <a:ext cx="894983" cy="818816"/>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7172" name="Ink 4"/>
              <p14:cNvContentPartPr>
                <a14:cpLocks xmlns:a14="http://schemas.microsoft.com/office/drawing/2010/main" noRot="1" noChangeAspect="1" noEditPoints="1" noChangeArrowheads="1" noChangeShapeType="1"/>
              </p14:cNvContentPartPr>
              <p14:nvPr/>
            </p14:nvContentPartPr>
            <p14:xfrm>
              <a:off x="9594850" y="1905000"/>
              <a:ext cx="6350" cy="419100"/>
            </p14:xfrm>
          </p:contentPart>
        </mc:Choice>
        <mc:Fallback xmlns="">
          <p:pic>
            <p:nvPicPr>
              <p:cNvPr id="7172" name="Ink 4"/>
              <p:cNvPicPr>
                <a:picLocks noRot="1" noChangeAspect="1" noEditPoints="1" noChangeArrowheads="1" noChangeShapeType="1"/>
              </p:cNvPicPr>
              <p:nvPr/>
            </p:nvPicPr>
            <p:blipFill>
              <a:blip r:embed="rId10"/>
              <a:stretch>
                <a:fillRect/>
              </a:stretch>
            </p:blipFill>
            <p:spPr>
              <a:xfrm>
                <a:off x="9589691" y="1895647"/>
                <a:ext cx="16669" cy="43780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7173" name="Ink 5"/>
              <p14:cNvContentPartPr>
                <a14:cpLocks xmlns:a14="http://schemas.microsoft.com/office/drawing/2010/main" noRot="1" noChangeAspect="1" noEditPoints="1" noChangeArrowheads="1" noChangeShapeType="1"/>
              </p14:cNvContentPartPr>
              <p14:nvPr/>
            </p14:nvContentPartPr>
            <p14:xfrm>
              <a:off x="9912350" y="1968500"/>
              <a:ext cx="158750" cy="228600"/>
            </p14:xfrm>
          </p:contentPart>
        </mc:Choice>
        <mc:Fallback xmlns="">
          <p:pic>
            <p:nvPicPr>
              <p:cNvPr id="7173" name="Ink 5"/>
              <p:cNvPicPr>
                <a:picLocks noRot="1" noChangeAspect="1" noEditPoints="1" noChangeArrowheads="1" noChangeShapeType="1"/>
              </p:cNvPicPr>
              <p:nvPr/>
            </p:nvPicPr>
            <p:blipFill>
              <a:blip r:embed="rId12"/>
              <a:stretch>
                <a:fillRect/>
              </a:stretch>
            </p:blipFill>
            <p:spPr>
              <a:xfrm>
                <a:off x="9903054" y="1959155"/>
                <a:ext cx="177342" cy="247291"/>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7174" name="Ink 6"/>
              <p14:cNvContentPartPr>
                <a14:cpLocks xmlns:a14="http://schemas.microsoft.com/office/drawing/2010/main" noRot="1" noChangeAspect="1" noEditPoints="1" noChangeArrowheads="1" noChangeShapeType="1"/>
              </p14:cNvContentPartPr>
              <p14:nvPr/>
            </p14:nvContentPartPr>
            <p14:xfrm>
              <a:off x="10369550" y="1873250"/>
              <a:ext cx="95250" cy="361950"/>
            </p14:xfrm>
          </p:contentPart>
        </mc:Choice>
        <mc:Fallback xmlns="">
          <p:pic>
            <p:nvPicPr>
              <p:cNvPr id="7174" name="Ink 6"/>
              <p:cNvPicPr>
                <a:picLocks noRot="1" noChangeAspect="1" noEditPoints="1" noChangeArrowheads="1" noChangeShapeType="1"/>
              </p:cNvPicPr>
              <p:nvPr/>
            </p:nvPicPr>
            <p:blipFill>
              <a:blip r:embed="rId14"/>
              <a:stretch>
                <a:fillRect/>
              </a:stretch>
            </p:blipFill>
            <p:spPr>
              <a:xfrm>
                <a:off x="10360240" y="1863905"/>
                <a:ext cx="113870" cy="380641"/>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7175" name="Ink 7"/>
              <p14:cNvContentPartPr>
                <a14:cpLocks xmlns:a14="http://schemas.microsoft.com/office/drawing/2010/main" noRot="1" noChangeAspect="1" noEditPoints="1" noChangeArrowheads="1" noChangeShapeType="1"/>
              </p14:cNvContentPartPr>
              <p14:nvPr/>
            </p14:nvContentPartPr>
            <p14:xfrm>
              <a:off x="10617200" y="1981200"/>
              <a:ext cx="184150" cy="184150"/>
            </p14:xfrm>
          </p:contentPart>
        </mc:Choice>
        <mc:Fallback xmlns="">
          <p:pic>
            <p:nvPicPr>
              <p:cNvPr id="7175" name="Ink 7"/>
              <p:cNvPicPr>
                <a:picLocks noRot="1" noChangeAspect="1" noEditPoints="1" noChangeArrowheads="1" noChangeShapeType="1"/>
              </p:cNvPicPr>
              <p:nvPr/>
            </p:nvPicPr>
            <p:blipFill>
              <a:blip r:embed="rId16"/>
              <a:stretch>
                <a:fillRect/>
              </a:stretch>
            </p:blipFill>
            <p:spPr>
              <a:xfrm>
                <a:off x="10607903" y="1971975"/>
                <a:ext cx="202744" cy="202600"/>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7176" name="Ink 8"/>
              <p14:cNvContentPartPr>
                <a14:cpLocks xmlns:a14="http://schemas.microsoft.com/office/drawing/2010/main" noRot="1" noChangeAspect="1" noEditPoints="1" noChangeArrowheads="1" noChangeShapeType="1"/>
              </p14:cNvContentPartPr>
              <p14:nvPr/>
            </p14:nvContentPartPr>
            <p14:xfrm>
              <a:off x="10763250" y="2679700"/>
              <a:ext cx="209550" cy="400050"/>
            </p14:xfrm>
          </p:contentPart>
        </mc:Choice>
        <mc:Fallback xmlns="">
          <p:pic>
            <p:nvPicPr>
              <p:cNvPr id="7176" name="Ink 8"/>
              <p:cNvPicPr>
                <a:picLocks noRot="1" noChangeAspect="1" noEditPoints="1" noChangeArrowheads="1" noChangeShapeType="1"/>
              </p:cNvPicPr>
              <p:nvPr/>
            </p:nvPicPr>
            <p:blipFill>
              <a:blip r:embed="rId18"/>
              <a:stretch>
                <a:fillRect/>
              </a:stretch>
            </p:blipFill>
            <p:spPr>
              <a:xfrm>
                <a:off x="10754016" y="2670380"/>
                <a:ext cx="228019" cy="418690"/>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7177" name="Ink 9"/>
              <p14:cNvContentPartPr>
                <a14:cpLocks xmlns:a14="http://schemas.microsoft.com/office/drawing/2010/main" noRot="1" noChangeAspect="1" noEditPoints="1" noChangeArrowheads="1" noChangeShapeType="1"/>
              </p14:cNvContentPartPr>
              <p14:nvPr/>
            </p14:nvContentPartPr>
            <p14:xfrm>
              <a:off x="10052050" y="2806700"/>
              <a:ext cx="520700" cy="323850"/>
            </p14:xfrm>
          </p:contentPart>
        </mc:Choice>
        <mc:Fallback xmlns="">
          <p:pic>
            <p:nvPicPr>
              <p:cNvPr id="7177" name="Ink 9"/>
              <p:cNvPicPr>
                <a:picLocks noRot="1" noChangeAspect="1" noEditPoints="1" noChangeArrowheads="1" noChangeShapeType="1"/>
              </p:cNvPicPr>
              <p:nvPr/>
            </p:nvPicPr>
            <p:blipFill>
              <a:blip r:embed="rId20"/>
              <a:stretch>
                <a:fillRect/>
              </a:stretch>
            </p:blipFill>
            <p:spPr>
              <a:xfrm>
                <a:off x="10042733" y="2797406"/>
                <a:ext cx="539335" cy="342437"/>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7178" name="Ink 10"/>
              <p14:cNvContentPartPr>
                <a14:cpLocks xmlns:a14="http://schemas.microsoft.com/office/drawing/2010/main" noRot="1" noChangeAspect="1" noEditPoints="1" noChangeArrowheads="1" noChangeShapeType="1"/>
              </p14:cNvContentPartPr>
              <p14:nvPr/>
            </p14:nvContentPartPr>
            <p14:xfrm>
              <a:off x="9556750" y="2660650"/>
              <a:ext cx="120650" cy="660400"/>
            </p14:xfrm>
          </p:contentPart>
        </mc:Choice>
        <mc:Fallback xmlns="">
          <p:pic>
            <p:nvPicPr>
              <p:cNvPr id="7178" name="Ink 10"/>
              <p:cNvPicPr>
                <a:picLocks noRot="1" noChangeAspect="1" noEditPoints="1" noChangeArrowheads="1" noChangeShapeType="1"/>
              </p:cNvPicPr>
              <p:nvPr/>
            </p:nvPicPr>
            <p:blipFill>
              <a:blip r:embed="rId22"/>
              <a:stretch>
                <a:fillRect/>
              </a:stretch>
            </p:blipFill>
            <p:spPr>
              <a:xfrm>
                <a:off x="9547414" y="2651293"/>
                <a:ext cx="139322" cy="679114"/>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7179" name="Ink 11"/>
              <p14:cNvContentPartPr>
                <a14:cpLocks xmlns:a14="http://schemas.microsoft.com/office/drawing/2010/main" noRot="1" noChangeAspect="1" noEditPoints="1" noChangeArrowheads="1" noChangeShapeType="1"/>
              </p14:cNvContentPartPr>
              <p14:nvPr/>
            </p14:nvContentPartPr>
            <p14:xfrm>
              <a:off x="9594850" y="1295400"/>
              <a:ext cx="114300" cy="311150"/>
            </p14:xfrm>
          </p:contentPart>
        </mc:Choice>
        <mc:Fallback xmlns="">
          <p:pic>
            <p:nvPicPr>
              <p:cNvPr id="7179" name="Ink 11"/>
              <p:cNvPicPr>
                <a:picLocks noRot="1" noChangeAspect="1" noEditPoints="1" noChangeArrowheads="1" noChangeShapeType="1"/>
              </p:cNvPicPr>
              <p:nvPr/>
            </p:nvPicPr>
            <p:blipFill>
              <a:blip r:embed="rId24"/>
              <a:stretch>
                <a:fillRect/>
              </a:stretch>
            </p:blipFill>
            <p:spPr>
              <a:xfrm>
                <a:off x="9586032" y="1286123"/>
                <a:ext cx="131937" cy="329705"/>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7180" name="Ink 12"/>
              <p14:cNvContentPartPr>
                <a14:cpLocks xmlns:a14="http://schemas.microsoft.com/office/drawing/2010/main" noRot="1" noChangeAspect="1" noEditPoints="1" noChangeArrowheads="1" noChangeShapeType="1"/>
              </p14:cNvContentPartPr>
              <p14:nvPr/>
            </p14:nvContentPartPr>
            <p14:xfrm>
              <a:off x="9258300" y="2692400"/>
              <a:ext cx="577850" cy="508000"/>
            </p14:xfrm>
          </p:contentPart>
        </mc:Choice>
        <mc:Fallback xmlns="">
          <p:pic>
            <p:nvPicPr>
              <p:cNvPr id="7180" name="Ink 12"/>
              <p:cNvPicPr>
                <a:picLocks noRot="1" noChangeAspect="1" noEditPoints="1" noChangeArrowheads="1" noChangeShapeType="1"/>
              </p:cNvPicPr>
              <p:nvPr/>
            </p:nvPicPr>
            <p:blipFill>
              <a:blip r:embed="rId26"/>
              <a:stretch>
                <a:fillRect/>
              </a:stretch>
            </p:blipFill>
            <p:spPr>
              <a:xfrm>
                <a:off x="9248974" y="2683079"/>
                <a:ext cx="596502" cy="526642"/>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7181" name="Ink 13"/>
              <p14:cNvContentPartPr>
                <a14:cpLocks xmlns:a14="http://schemas.microsoft.com/office/drawing/2010/main" noRot="1" noChangeAspect="1" noEditPoints="1" noChangeArrowheads="1" noChangeShapeType="1"/>
              </p14:cNvContentPartPr>
              <p14:nvPr/>
            </p14:nvContentPartPr>
            <p14:xfrm>
              <a:off x="9671050" y="3606800"/>
              <a:ext cx="863600" cy="1130300"/>
            </p14:xfrm>
          </p:contentPart>
        </mc:Choice>
        <mc:Fallback xmlns="">
          <p:pic>
            <p:nvPicPr>
              <p:cNvPr id="7181" name="Ink 13"/>
              <p:cNvPicPr>
                <a:picLocks noRot="1" noChangeAspect="1" noEditPoints="1" noChangeArrowheads="1" noChangeShapeType="1"/>
              </p:cNvPicPr>
              <p:nvPr/>
            </p:nvPicPr>
            <p:blipFill>
              <a:blip r:embed="rId28"/>
              <a:stretch>
                <a:fillRect/>
              </a:stretch>
            </p:blipFill>
            <p:spPr>
              <a:xfrm>
                <a:off x="9661764" y="3597444"/>
                <a:ext cx="882172" cy="1149012"/>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7182" name="Ink 14"/>
              <p14:cNvContentPartPr>
                <a14:cpLocks xmlns:a14="http://schemas.microsoft.com/office/drawing/2010/main" noRot="1" noChangeAspect="1" noEditPoints="1" noChangeArrowheads="1" noChangeShapeType="1"/>
              </p14:cNvContentPartPr>
              <p14:nvPr/>
            </p14:nvContentPartPr>
            <p14:xfrm>
              <a:off x="8782050" y="2540000"/>
              <a:ext cx="2393950" cy="31750"/>
            </p14:xfrm>
          </p:contentPart>
        </mc:Choice>
        <mc:Fallback xmlns="">
          <p:pic>
            <p:nvPicPr>
              <p:cNvPr id="7182" name="Ink 14"/>
              <p:cNvPicPr>
                <a:picLocks noRot="1" noChangeAspect="1" noEditPoints="1" noChangeArrowheads="1" noChangeShapeType="1"/>
              </p:cNvPicPr>
              <p:nvPr/>
            </p:nvPicPr>
            <p:blipFill>
              <a:blip r:embed="rId30"/>
              <a:stretch>
                <a:fillRect/>
              </a:stretch>
            </p:blipFill>
            <p:spPr>
              <a:xfrm>
                <a:off x="8772690" y="2531745"/>
                <a:ext cx="2412670" cy="4826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7183" name="Ink 15"/>
              <p14:cNvContentPartPr>
                <a14:cpLocks xmlns:a14="http://schemas.microsoft.com/office/drawing/2010/main" noRot="1" noChangeAspect="1" noEditPoints="1" noChangeArrowheads="1" noChangeShapeType="1"/>
              </p14:cNvContentPartPr>
              <p14:nvPr/>
            </p14:nvContentPartPr>
            <p14:xfrm>
              <a:off x="8997950" y="4305300"/>
              <a:ext cx="2127250" cy="336550"/>
            </p14:xfrm>
          </p:contentPart>
        </mc:Choice>
        <mc:Fallback xmlns="">
          <p:pic>
            <p:nvPicPr>
              <p:cNvPr id="7183" name="Ink 15"/>
              <p:cNvPicPr>
                <a:picLocks noRot="1" noChangeAspect="1" noEditPoints="1" noChangeArrowheads="1" noChangeShapeType="1"/>
              </p:cNvPicPr>
              <p:nvPr/>
            </p:nvPicPr>
            <p:blipFill>
              <a:blip r:embed="rId32"/>
              <a:stretch>
                <a:fillRect/>
              </a:stretch>
            </p:blipFill>
            <p:spPr>
              <a:xfrm>
                <a:off x="8988592" y="4295951"/>
                <a:ext cx="2145967" cy="355247"/>
              </a:xfrm>
              <a:prstGeom prst="rect">
                <a:avLst/>
              </a:prstGeom>
            </p:spPr>
          </p:pic>
        </mc:Fallback>
      </mc:AlternateContent>
    </p:spTree>
    <p:extLst>
      <p:ext uri="{BB962C8B-B14F-4D97-AF65-F5344CB8AC3E}">
        <p14:creationId xmlns:p14="http://schemas.microsoft.com/office/powerpoint/2010/main" val="20545931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6" name="图片 5">
            <a:extLst>
              <a:ext uri="{FF2B5EF4-FFF2-40B4-BE49-F238E27FC236}">
                <a16:creationId xmlns:a16="http://schemas.microsoft.com/office/drawing/2014/main" id="{FA1D1B35-BA86-41F0-82FE-9DA4EA1E5F2D}"/>
              </a:ext>
            </a:extLst>
          </p:cNvPr>
          <p:cNvPicPr>
            <a:picLocks noChangeAspect="1"/>
          </p:cNvPicPr>
          <p:nvPr/>
        </p:nvPicPr>
        <p:blipFill>
          <a:blip r:embed="rId2" cstate="print"/>
          <a:stretch>
            <a:fillRect/>
          </a:stretch>
        </p:blipFill>
        <p:spPr>
          <a:xfrm>
            <a:off x="899604" y="1829840"/>
            <a:ext cx="10792287" cy="3509565"/>
          </a:xfrm>
          <a:prstGeom prst="rect">
            <a:avLst/>
          </a:prstGeom>
        </p:spPr>
      </p:pic>
      <mc:AlternateContent xmlns:mc="http://schemas.openxmlformats.org/markup-compatibility/2006" xmlns:p14="http://schemas.microsoft.com/office/powerpoint/2010/main">
        <mc:Choice Requires="p14">
          <p:contentPart p14:bwMode="auto" r:id="rId3">
            <p14:nvContentPartPr>
              <p14:cNvPr id="6145" name="Ink 1"/>
              <p14:cNvContentPartPr>
                <a14:cpLocks xmlns:a14="http://schemas.microsoft.com/office/drawing/2010/main" noRot="1" noChangeAspect="1" noEditPoints="1" noChangeArrowheads="1" noChangeShapeType="1"/>
              </p14:cNvContentPartPr>
              <p14:nvPr/>
            </p14:nvContentPartPr>
            <p14:xfrm>
              <a:off x="5556250" y="704850"/>
              <a:ext cx="2552700" cy="469900"/>
            </p14:xfrm>
          </p:contentPart>
        </mc:Choice>
        <mc:Fallback xmlns="">
          <p:pic>
            <p:nvPicPr>
              <p:cNvPr id="6145" name="Ink 1"/>
              <p:cNvPicPr>
                <a:picLocks noRot="1" noChangeAspect="1" noEditPoints="1" noChangeArrowheads="1" noChangeShapeType="1"/>
              </p:cNvPicPr>
              <p:nvPr/>
            </p:nvPicPr>
            <p:blipFill>
              <a:blip r:embed="rId4"/>
              <a:stretch>
                <a:fillRect/>
              </a:stretch>
            </p:blipFill>
            <p:spPr>
              <a:xfrm>
                <a:off x="5546895" y="695587"/>
                <a:ext cx="2571409" cy="488425"/>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6146" name="Ink 2"/>
              <p14:cNvContentPartPr>
                <a14:cpLocks xmlns:a14="http://schemas.microsoft.com/office/drawing/2010/main" noRot="1" noChangeAspect="1" noEditPoints="1" noChangeArrowheads="1" noChangeShapeType="1"/>
              </p14:cNvContentPartPr>
              <p14:nvPr/>
            </p14:nvContentPartPr>
            <p14:xfrm>
              <a:off x="8978900" y="44450"/>
              <a:ext cx="2946400" cy="844550"/>
            </p14:xfrm>
          </p:contentPart>
        </mc:Choice>
        <mc:Fallback xmlns="">
          <p:pic>
            <p:nvPicPr>
              <p:cNvPr id="6146" name="Ink 2"/>
              <p:cNvPicPr>
                <a:picLocks noRot="1" noChangeAspect="1" noEditPoints="1" noChangeArrowheads="1" noChangeShapeType="1"/>
              </p:cNvPicPr>
              <p:nvPr/>
            </p:nvPicPr>
            <p:blipFill>
              <a:blip r:embed="rId6"/>
              <a:stretch>
                <a:fillRect/>
              </a:stretch>
            </p:blipFill>
            <p:spPr>
              <a:xfrm>
                <a:off x="8969557" y="35189"/>
                <a:ext cx="2965087" cy="863072"/>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6147" name="Ink 3"/>
              <p14:cNvContentPartPr>
                <a14:cpLocks xmlns:a14="http://schemas.microsoft.com/office/drawing/2010/main" noRot="1" noChangeAspect="1" noEditPoints="1" noChangeArrowheads="1" noChangeShapeType="1"/>
              </p14:cNvContentPartPr>
              <p14:nvPr/>
            </p14:nvContentPartPr>
            <p14:xfrm>
              <a:off x="7677150" y="850900"/>
              <a:ext cx="146050" cy="120650"/>
            </p14:xfrm>
          </p:contentPart>
        </mc:Choice>
        <mc:Fallback xmlns="">
          <p:pic>
            <p:nvPicPr>
              <p:cNvPr id="6147" name="Ink 3"/>
              <p:cNvPicPr>
                <a:picLocks noRot="1" noChangeAspect="1" noEditPoints="1" noChangeArrowheads="1" noChangeShapeType="1"/>
              </p:cNvPicPr>
              <p:nvPr/>
            </p:nvPicPr>
            <p:blipFill>
              <a:blip r:embed="rId8"/>
              <a:stretch>
                <a:fillRect/>
              </a:stretch>
            </p:blipFill>
            <p:spPr>
              <a:xfrm>
                <a:off x="7668173" y="841860"/>
                <a:ext cx="164004" cy="13873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6148" name="Ink 4"/>
              <p14:cNvContentPartPr>
                <a14:cpLocks xmlns:a14="http://schemas.microsoft.com/office/drawing/2010/main" noRot="1" noChangeAspect="1" noEditPoints="1" noChangeArrowheads="1" noChangeShapeType="1"/>
              </p14:cNvContentPartPr>
              <p14:nvPr/>
            </p14:nvContentPartPr>
            <p14:xfrm>
              <a:off x="1206500" y="2711450"/>
              <a:ext cx="12700" cy="6350"/>
            </p14:xfrm>
          </p:contentPart>
        </mc:Choice>
        <mc:Fallback xmlns="">
          <p:pic>
            <p:nvPicPr>
              <p:cNvPr id="6148" name="Ink 4"/>
              <p:cNvPicPr>
                <a:picLocks noRot="1" noChangeAspect="1" noEditPoints="1" noChangeArrowheads="1" noChangeShapeType="1"/>
              </p:cNvPicPr>
              <p:nvPr/>
            </p:nvPicPr>
            <p:blipFill>
              <a:blip r:embed="rId10"/>
              <a:stretch>
                <a:fillRect/>
              </a:stretch>
            </p:blipFill>
            <p:spPr>
              <a:xfrm>
                <a:off x="1197576" y="2702278"/>
                <a:ext cx="30549" cy="24694"/>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6149" name="Ink 5"/>
              <p14:cNvContentPartPr>
                <a14:cpLocks xmlns:a14="http://schemas.microsoft.com/office/drawing/2010/main" noRot="1" noChangeAspect="1" noEditPoints="1" noChangeArrowheads="1" noChangeShapeType="1"/>
              </p14:cNvContentPartPr>
              <p14:nvPr/>
            </p14:nvContentPartPr>
            <p14:xfrm>
              <a:off x="1016000" y="2362200"/>
              <a:ext cx="2660650" cy="374650"/>
            </p14:xfrm>
          </p:contentPart>
        </mc:Choice>
        <mc:Fallback xmlns="">
          <p:pic>
            <p:nvPicPr>
              <p:cNvPr id="6149" name="Ink 5"/>
              <p:cNvPicPr>
                <a:picLocks noRot="1" noChangeAspect="1" noEditPoints="1" noChangeArrowheads="1" noChangeShapeType="1"/>
              </p:cNvPicPr>
              <p:nvPr/>
            </p:nvPicPr>
            <p:blipFill>
              <a:blip r:embed="rId12"/>
              <a:stretch>
                <a:fillRect/>
              </a:stretch>
            </p:blipFill>
            <p:spPr>
              <a:xfrm>
                <a:off x="1006651" y="2352861"/>
                <a:ext cx="2679349" cy="393329"/>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6150" name="Ink 6"/>
              <p14:cNvContentPartPr>
                <a14:cpLocks xmlns:a14="http://schemas.microsoft.com/office/drawing/2010/main" noRot="1" noChangeAspect="1" noEditPoints="1" noChangeArrowheads="1" noChangeShapeType="1"/>
              </p14:cNvContentPartPr>
              <p14:nvPr/>
            </p14:nvContentPartPr>
            <p14:xfrm>
              <a:off x="9931400" y="1377950"/>
              <a:ext cx="1028700" cy="571500"/>
            </p14:xfrm>
          </p:contentPart>
        </mc:Choice>
        <mc:Fallback xmlns="">
          <p:pic>
            <p:nvPicPr>
              <p:cNvPr id="6150" name="Ink 6"/>
              <p:cNvPicPr>
                <a:picLocks noRot="1" noChangeAspect="1" noEditPoints="1" noChangeArrowheads="1" noChangeShapeType="1"/>
              </p:cNvPicPr>
              <p:nvPr/>
            </p:nvPicPr>
            <p:blipFill>
              <a:blip r:embed="rId14"/>
              <a:stretch>
                <a:fillRect/>
              </a:stretch>
            </p:blipFill>
            <p:spPr>
              <a:xfrm>
                <a:off x="9922045" y="1368599"/>
                <a:ext cx="1047410" cy="590202"/>
              </a:xfrm>
              <a:prstGeom prst="rect">
                <a:avLst/>
              </a:prstGeom>
            </p:spPr>
          </p:pic>
        </mc:Fallback>
      </mc:AlternateContent>
      <mc:AlternateContent xmlns:mc="http://schemas.openxmlformats.org/markup-compatibility/2006" xmlns:p14="http://schemas.microsoft.com/office/powerpoint/2010/main">
        <mc:Choice Requires="p14">
          <p:contentPart p14:bwMode="auto" r:id="rId15">
            <p14:nvContentPartPr>
              <p14:cNvPr id="6151" name="Ink 7"/>
              <p14:cNvContentPartPr>
                <a14:cpLocks xmlns:a14="http://schemas.microsoft.com/office/drawing/2010/main" noRot="1" noChangeAspect="1" noEditPoints="1" noChangeArrowheads="1" noChangeShapeType="1"/>
              </p14:cNvContentPartPr>
              <p14:nvPr/>
            </p14:nvContentPartPr>
            <p14:xfrm>
              <a:off x="11436350" y="1377950"/>
              <a:ext cx="533400" cy="431800"/>
            </p14:xfrm>
          </p:contentPart>
        </mc:Choice>
        <mc:Fallback xmlns="">
          <p:pic>
            <p:nvPicPr>
              <p:cNvPr id="6151" name="Ink 7"/>
              <p:cNvPicPr>
                <a:picLocks noRot="1" noChangeAspect="1" noEditPoints="1" noChangeArrowheads="1" noChangeShapeType="1"/>
              </p:cNvPicPr>
              <p:nvPr/>
            </p:nvPicPr>
            <p:blipFill>
              <a:blip r:embed="rId16"/>
              <a:stretch>
                <a:fillRect/>
              </a:stretch>
            </p:blipFill>
            <p:spPr>
              <a:xfrm>
                <a:off x="11426992" y="1368594"/>
                <a:ext cx="552116" cy="450511"/>
              </a:xfrm>
              <a:prstGeom prst="rect">
                <a:avLst/>
              </a:prstGeom>
            </p:spPr>
          </p:pic>
        </mc:Fallback>
      </mc:AlternateContent>
      <mc:AlternateContent xmlns:mc="http://schemas.openxmlformats.org/markup-compatibility/2006" xmlns:p14="http://schemas.microsoft.com/office/powerpoint/2010/main">
        <mc:Choice Requires="p14">
          <p:contentPart p14:bwMode="auto" r:id="rId17">
            <p14:nvContentPartPr>
              <p14:cNvPr id="6152" name="Ink 8"/>
              <p14:cNvContentPartPr>
                <a14:cpLocks xmlns:a14="http://schemas.microsoft.com/office/drawing/2010/main" noRot="1" noChangeAspect="1" noEditPoints="1" noChangeArrowheads="1" noChangeShapeType="1"/>
              </p14:cNvContentPartPr>
              <p14:nvPr/>
            </p14:nvContentPartPr>
            <p14:xfrm>
              <a:off x="2241550" y="2787650"/>
              <a:ext cx="4953000" cy="1079500"/>
            </p14:xfrm>
          </p:contentPart>
        </mc:Choice>
        <mc:Fallback xmlns="">
          <p:pic>
            <p:nvPicPr>
              <p:cNvPr id="6152" name="Ink 8"/>
              <p:cNvPicPr>
                <a:picLocks noRot="1" noChangeAspect="1" noEditPoints="1" noChangeArrowheads="1" noChangeShapeType="1"/>
              </p:cNvPicPr>
              <p:nvPr/>
            </p:nvPicPr>
            <p:blipFill>
              <a:blip r:embed="rId18"/>
              <a:stretch>
                <a:fillRect/>
              </a:stretch>
            </p:blipFill>
            <p:spPr>
              <a:xfrm>
                <a:off x="2232190" y="2778347"/>
                <a:ext cx="4971719" cy="1098106"/>
              </a:xfrm>
              <a:prstGeom prst="rect">
                <a:avLst/>
              </a:prstGeom>
            </p:spPr>
          </p:pic>
        </mc:Fallback>
      </mc:AlternateContent>
      <mc:AlternateContent xmlns:mc="http://schemas.openxmlformats.org/markup-compatibility/2006" xmlns:p14="http://schemas.microsoft.com/office/powerpoint/2010/main">
        <mc:Choice Requires="p14">
          <p:contentPart p14:bwMode="auto" r:id="rId19">
            <p14:nvContentPartPr>
              <p14:cNvPr id="6153" name="Ink 9"/>
              <p14:cNvContentPartPr>
                <a14:cpLocks xmlns:a14="http://schemas.microsoft.com/office/drawing/2010/main" noRot="1" noChangeAspect="1" noEditPoints="1" noChangeArrowheads="1" noChangeShapeType="1"/>
              </p14:cNvContentPartPr>
              <p14:nvPr/>
            </p14:nvContentPartPr>
            <p14:xfrm>
              <a:off x="9163050" y="2146300"/>
              <a:ext cx="2559050" cy="1543050"/>
            </p14:xfrm>
          </p:contentPart>
        </mc:Choice>
        <mc:Fallback xmlns="">
          <p:pic>
            <p:nvPicPr>
              <p:cNvPr id="6153" name="Ink 9"/>
              <p:cNvPicPr>
                <a:picLocks noRot="1" noChangeAspect="1" noEditPoints="1" noChangeArrowheads="1" noChangeShapeType="1"/>
              </p:cNvPicPr>
              <p:nvPr/>
            </p:nvPicPr>
            <p:blipFill>
              <a:blip r:embed="rId20"/>
              <a:stretch>
                <a:fillRect/>
              </a:stretch>
            </p:blipFill>
            <p:spPr>
              <a:xfrm>
                <a:off x="9153704" y="2137043"/>
                <a:ext cx="2577742" cy="1561564"/>
              </a:xfrm>
              <a:prstGeom prst="rect">
                <a:avLst/>
              </a:prstGeom>
            </p:spPr>
          </p:pic>
        </mc:Fallback>
      </mc:AlternateContent>
      <mc:AlternateContent xmlns:mc="http://schemas.openxmlformats.org/markup-compatibility/2006" xmlns:p14="http://schemas.microsoft.com/office/powerpoint/2010/main">
        <mc:Choice Requires="p14">
          <p:contentPart p14:bwMode="auto" r:id="rId21">
            <p14:nvContentPartPr>
              <p14:cNvPr id="6154" name="Ink 10"/>
              <p14:cNvContentPartPr>
                <a14:cpLocks xmlns:a14="http://schemas.microsoft.com/office/drawing/2010/main" noRot="1" noChangeAspect="1" noEditPoints="1" noChangeArrowheads="1" noChangeShapeType="1"/>
              </p14:cNvContentPartPr>
              <p14:nvPr/>
            </p14:nvContentPartPr>
            <p14:xfrm>
              <a:off x="10477500" y="2101850"/>
              <a:ext cx="374650" cy="279400"/>
            </p14:xfrm>
          </p:contentPart>
        </mc:Choice>
        <mc:Fallback xmlns="">
          <p:pic>
            <p:nvPicPr>
              <p:cNvPr id="6154" name="Ink 10"/>
              <p:cNvPicPr>
                <a:picLocks noRot="1" noChangeAspect="1" noEditPoints="1" noChangeArrowheads="1" noChangeShapeType="1"/>
              </p:cNvPicPr>
              <p:nvPr/>
            </p:nvPicPr>
            <p:blipFill>
              <a:blip r:embed="rId22"/>
              <a:stretch>
                <a:fillRect/>
              </a:stretch>
            </p:blipFill>
            <p:spPr>
              <a:xfrm>
                <a:off x="10468152" y="2092513"/>
                <a:ext cx="393347" cy="298075"/>
              </a:xfrm>
              <a:prstGeom prst="rect">
                <a:avLst/>
              </a:prstGeom>
            </p:spPr>
          </p:pic>
        </mc:Fallback>
      </mc:AlternateContent>
      <mc:AlternateContent xmlns:mc="http://schemas.openxmlformats.org/markup-compatibility/2006" xmlns:p14="http://schemas.microsoft.com/office/powerpoint/2010/main">
        <mc:Choice Requires="p14">
          <p:contentPart p14:bwMode="auto" r:id="rId23">
            <p14:nvContentPartPr>
              <p14:cNvPr id="6155" name="Ink 11"/>
              <p14:cNvContentPartPr>
                <a14:cpLocks xmlns:a14="http://schemas.microsoft.com/office/drawing/2010/main" noRot="1" noChangeAspect="1" noEditPoints="1" noChangeArrowheads="1" noChangeShapeType="1"/>
              </p14:cNvContentPartPr>
              <p14:nvPr/>
            </p14:nvContentPartPr>
            <p14:xfrm>
              <a:off x="11449050" y="2133600"/>
              <a:ext cx="285750" cy="431800"/>
            </p14:xfrm>
          </p:contentPart>
        </mc:Choice>
        <mc:Fallback xmlns="">
          <p:pic>
            <p:nvPicPr>
              <p:cNvPr id="6155" name="Ink 11"/>
              <p:cNvPicPr>
                <a:picLocks noRot="1" noChangeAspect="1" noEditPoints="1" noChangeArrowheads="1" noChangeShapeType="1"/>
              </p:cNvPicPr>
              <p:nvPr/>
            </p:nvPicPr>
            <p:blipFill>
              <a:blip r:embed="rId24"/>
              <a:stretch>
                <a:fillRect/>
              </a:stretch>
            </p:blipFill>
            <p:spPr>
              <a:xfrm>
                <a:off x="11439705" y="2124322"/>
                <a:ext cx="304441" cy="450357"/>
              </a:xfrm>
              <a:prstGeom prst="rect">
                <a:avLst/>
              </a:prstGeom>
            </p:spPr>
          </p:pic>
        </mc:Fallback>
      </mc:AlternateContent>
      <mc:AlternateContent xmlns:mc="http://schemas.openxmlformats.org/markup-compatibility/2006" xmlns:p14="http://schemas.microsoft.com/office/powerpoint/2010/main">
        <mc:Choice Requires="p14">
          <p:contentPart p14:bwMode="auto" r:id="rId25">
            <p14:nvContentPartPr>
              <p14:cNvPr id="6156" name="Ink 12"/>
              <p14:cNvContentPartPr>
                <a14:cpLocks xmlns:a14="http://schemas.microsoft.com/office/drawing/2010/main" noRot="1" noChangeAspect="1" noEditPoints="1" noChangeArrowheads="1" noChangeShapeType="1"/>
              </p14:cNvContentPartPr>
              <p14:nvPr/>
            </p14:nvContentPartPr>
            <p14:xfrm>
              <a:off x="2228850" y="3295650"/>
              <a:ext cx="9131300" cy="1212850"/>
            </p14:xfrm>
          </p:contentPart>
        </mc:Choice>
        <mc:Fallback xmlns="">
          <p:pic>
            <p:nvPicPr>
              <p:cNvPr id="6156" name="Ink 12"/>
              <p:cNvPicPr>
                <a:picLocks noRot="1" noChangeAspect="1" noEditPoints="1" noChangeArrowheads="1" noChangeShapeType="1"/>
              </p:cNvPicPr>
              <p:nvPr/>
            </p:nvPicPr>
            <p:blipFill>
              <a:blip r:embed="rId26"/>
              <a:stretch>
                <a:fillRect/>
              </a:stretch>
            </p:blipFill>
            <p:spPr>
              <a:xfrm>
                <a:off x="2219490" y="3286307"/>
                <a:ext cx="9150019" cy="1231537"/>
              </a:xfrm>
              <a:prstGeom prst="rect">
                <a:avLst/>
              </a:prstGeom>
            </p:spPr>
          </p:pic>
        </mc:Fallback>
      </mc:AlternateContent>
      <mc:AlternateContent xmlns:mc="http://schemas.openxmlformats.org/markup-compatibility/2006" xmlns:p14="http://schemas.microsoft.com/office/powerpoint/2010/main">
        <mc:Choice Requires="p14">
          <p:contentPart p14:bwMode="auto" r:id="rId27">
            <p14:nvContentPartPr>
              <p14:cNvPr id="6157" name="Ink 13"/>
              <p14:cNvContentPartPr>
                <a14:cpLocks xmlns:a14="http://schemas.microsoft.com/office/drawing/2010/main" noRot="1" noChangeAspect="1" noEditPoints="1" noChangeArrowheads="1" noChangeShapeType="1"/>
              </p14:cNvContentPartPr>
              <p14:nvPr/>
            </p14:nvContentPartPr>
            <p14:xfrm>
              <a:off x="7245350" y="3695700"/>
              <a:ext cx="304800" cy="190500"/>
            </p14:xfrm>
          </p:contentPart>
        </mc:Choice>
        <mc:Fallback xmlns="">
          <p:pic>
            <p:nvPicPr>
              <p:cNvPr id="6157" name="Ink 13"/>
              <p:cNvPicPr>
                <a:picLocks noRot="1" noChangeAspect="1" noEditPoints="1" noChangeArrowheads="1" noChangeShapeType="1"/>
              </p:cNvPicPr>
              <p:nvPr/>
            </p:nvPicPr>
            <p:blipFill>
              <a:blip r:embed="rId28"/>
              <a:stretch>
                <a:fillRect/>
              </a:stretch>
            </p:blipFill>
            <p:spPr>
              <a:xfrm>
                <a:off x="7236005" y="3686355"/>
                <a:ext cx="323491" cy="209191"/>
              </a:xfrm>
              <a:prstGeom prst="rect">
                <a:avLst/>
              </a:prstGeom>
            </p:spPr>
          </p:pic>
        </mc:Fallback>
      </mc:AlternateContent>
      <mc:AlternateContent xmlns:mc="http://schemas.openxmlformats.org/markup-compatibility/2006" xmlns:p14="http://schemas.microsoft.com/office/powerpoint/2010/main">
        <mc:Choice Requires="p14">
          <p:contentPart p14:bwMode="auto" r:id="rId29">
            <p14:nvContentPartPr>
              <p14:cNvPr id="6158" name="Ink 14"/>
              <p14:cNvContentPartPr>
                <a14:cpLocks xmlns:a14="http://schemas.microsoft.com/office/drawing/2010/main" noRot="1" noChangeAspect="1" noEditPoints="1" noChangeArrowheads="1" noChangeShapeType="1"/>
              </p14:cNvContentPartPr>
              <p14:nvPr/>
            </p14:nvContentPartPr>
            <p14:xfrm>
              <a:off x="31750" y="0"/>
              <a:ext cx="292100" cy="50800"/>
            </p14:xfrm>
          </p:contentPart>
        </mc:Choice>
        <mc:Fallback xmlns="">
          <p:pic>
            <p:nvPicPr>
              <p:cNvPr id="6158" name="Ink 14"/>
              <p:cNvPicPr>
                <a:picLocks noRot="1" noChangeAspect="1" noEditPoints="1" noChangeArrowheads="1" noChangeShapeType="1"/>
              </p:cNvPicPr>
              <p:nvPr/>
            </p:nvPicPr>
            <p:blipFill>
              <a:blip r:embed="rId30"/>
              <a:stretch>
                <a:fillRect/>
              </a:stretch>
            </p:blipFill>
            <p:spPr>
              <a:xfrm>
                <a:off x="22409" y="-8985"/>
                <a:ext cx="310783" cy="68770"/>
              </a:xfrm>
              <a:prstGeom prst="rect">
                <a:avLst/>
              </a:prstGeom>
            </p:spPr>
          </p:pic>
        </mc:Fallback>
      </mc:AlternateContent>
      <mc:AlternateContent xmlns:mc="http://schemas.openxmlformats.org/markup-compatibility/2006" xmlns:p14="http://schemas.microsoft.com/office/powerpoint/2010/main">
        <mc:Choice Requires="p14">
          <p:contentPart p14:bwMode="auto" r:id="rId31">
            <p14:nvContentPartPr>
              <p14:cNvPr id="6159" name="Ink 15"/>
              <p14:cNvContentPartPr>
                <a14:cpLocks xmlns:a14="http://schemas.microsoft.com/office/drawing/2010/main" noRot="1" noChangeAspect="1" noEditPoints="1" noChangeArrowheads="1" noChangeShapeType="1"/>
              </p14:cNvContentPartPr>
              <p14:nvPr/>
            </p14:nvContentPartPr>
            <p14:xfrm>
              <a:off x="603250" y="152400"/>
              <a:ext cx="508000" cy="571500"/>
            </p14:xfrm>
          </p:contentPart>
        </mc:Choice>
        <mc:Fallback xmlns="">
          <p:pic>
            <p:nvPicPr>
              <p:cNvPr id="6159" name="Ink 15"/>
              <p:cNvPicPr>
                <a:picLocks noRot="1" noChangeAspect="1" noEditPoints="1" noChangeArrowheads="1" noChangeShapeType="1"/>
              </p:cNvPicPr>
              <p:nvPr/>
            </p:nvPicPr>
            <p:blipFill>
              <a:blip r:embed="rId32"/>
              <a:stretch>
                <a:fillRect/>
              </a:stretch>
            </p:blipFill>
            <p:spPr>
              <a:xfrm>
                <a:off x="593896" y="143049"/>
                <a:ext cx="526708" cy="590202"/>
              </a:xfrm>
              <a:prstGeom prst="rect">
                <a:avLst/>
              </a:prstGeom>
            </p:spPr>
          </p:pic>
        </mc:Fallback>
      </mc:AlternateContent>
      <mc:AlternateContent xmlns:mc="http://schemas.openxmlformats.org/markup-compatibility/2006" xmlns:p14="http://schemas.microsoft.com/office/powerpoint/2010/main">
        <mc:Choice Requires="p14">
          <p:contentPart p14:bwMode="auto" r:id="rId33">
            <p14:nvContentPartPr>
              <p14:cNvPr id="6160" name="Ink 16"/>
              <p14:cNvContentPartPr>
                <a14:cpLocks xmlns:a14="http://schemas.microsoft.com/office/drawing/2010/main" noRot="1" noChangeAspect="1" noEditPoints="1" noChangeArrowheads="1" noChangeShapeType="1"/>
              </p14:cNvContentPartPr>
              <p14:nvPr/>
            </p14:nvContentPartPr>
            <p14:xfrm>
              <a:off x="1466850" y="38100"/>
              <a:ext cx="1155700" cy="438150"/>
            </p14:xfrm>
          </p:contentPart>
        </mc:Choice>
        <mc:Fallback xmlns="">
          <p:pic>
            <p:nvPicPr>
              <p:cNvPr id="6160" name="Ink 16"/>
              <p:cNvPicPr>
                <a:picLocks noRot="1" noChangeAspect="1" noEditPoints="1" noChangeArrowheads="1" noChangeShapeType="1"/>
              </p:cNvPicPr>
              <p:nvPr/>
            </p:nvPicPr>
            <p:blipFill>
              <a:blip r:embed="rId34"/>
              <a:stretch>
                <a:fillRect/>
              </a:stretch>
            </p:blipFill>
            <p:spPr>
              <a:xfrm>
                <a:off x="1457495" y="28747"/>
                <a:ext cx="1174410" cy="456856"/>
              </a:xfrm>
              <a:prstGeom prst="rect">
                <a:avLst/>
              </a:prstGeom>
            </p:spPr>
          </p:pic>
        </mc:Fallback>
      </mc:AlternateContent>
      <mc:AlternateContent xmlns:mc="http://schemas.openxmlformats.org/markup-compatibility/2006" xmlns:p14="http://schemas.microsoft.com/office/powerpoint/2010/main">
        <mc:Choice Requires="p14">
          <p:contentPart p14:bwMode="auto" r:id="rId35">
            <p14:nvContentPartPr>
              <p14:cNvPr id="6161" name="Ink 17"/>
              <p14:cNvContentPartPr>
                <a14:cpLocks xmlns:a14="http://schemas.microsoft.com/office/drawing/2010/main" noRot="1" noChangeAspect="1" noEditPoints="1" noChangeArrowheads="1" noChangeShapeType="1"/>
              </p14:cNvContentPartPr>
              <p14:nvPr/>
            </p14:nvContentPartPr>
            <p14:xfrm>
              <a:off x="2952750" y="0"/>
              <a:ext cx="2051050" cy="552450"/>
            </p14:xfrm>
          </p:contentPart>
        </mc:Choice>
        <mc:Fallback xmlns="">
          <p:pic>
            <p:nvPicPr>
              <p:cNvPr id="6161" name="Ink 17"/>
              <p:cNvPicPr>
                <a:picLocks noRot="1" noChangeAspect="1" noEditPoints="1" noChangeArrowheads="1" noChangeShapeType="1"/>
              </p:cNvPicPr>
              <p:nvPr/>
            </p:nvPicPr>
            <p:blipFill>
              <a:blip r:embed="rId36"/>
              <a:stretch>
                <a:fillRect/>
              </a:stretch>
            </p:blipFill>
            <p:spPr>
              <a:xfrm>
                <a:off x="2943391" y="-9321"/>
                <a:ext cx="2069768" cy="571092"/>
              </a:xfrm>
              <a:prstGeom prst="rect">
                <a:avLst/>
              </a:prstGeom>
            </p:spPr>
          </p:pic>
        </mc:Fallback>
      </mc:AlternateContent>
    </p:spTree>
    <p:extLst>
      <p:ext uri="{BB962C8B-B14F-4D97-AF65-F5344CB8AC3E}">
        <p14:creationId xmlns:p14="http://schemas.microsoft.com/office/powerpoint/2010/main" val="302887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endParaRPr lang="zh-CN" altLang="zh-CN" dirty="0"/>
          </a:p>
        </p:txBody>
      </p:sp>
      <p:sp>
        <p:nvSpPr>
          <p:cNvPr id="4" name="文本框 3"/>
          <p:cNvSpPr txBox="1"/>
          <p:nvPr/>
        </p:nvSpPr>
        <p:spPr>
          <a:xfrm>
            <a:off x="919222" y="1173162"/>
            <a:ext cx="10166360" cy="5878532"/>
          </a:xfrm>
          <a:prstGeom prst="rect">
            <a:avLst/>
          </a:prstGeom>
          <a:noFill/>
        </p:spPr>
        <p:txBody>
          <a:bodyPr wrap="square" rtlCol="0" anchor="t">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习题练习</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牧场的安排</a:t>
            </a:r>
            <a:endPar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200000"/>
              </a:lnSpc>
              <a:defRPr/>
            </a:pPr>
            <a:r>
              <a:rPr lang="en-US" altLang="zh-CN" sz="1600" dirty="0">
                <a:latin typeface="微软雅黑" panose="020B0503020204020204" pitchFamily="34" charset="-122"/>
                <a:ea typeface="微软雅黑" panose="020B0503020204020204" pitchFamily="34" charset="-122"/>
              </a:rPr>
              <a:t>Farmer John</a:t>
            </a:r>
            <a:r>
              <a:rPr lang="zh-CN" altLang="en-US" sz="1600" dirty="0">
                <a:latin typeface="微软雅黑" panose="020B0503020204020204" pitchFamily="34" charset="-122"/>
                <a:ea typeface="微软雅黑" panose="020B0503020204020204" pitchFamily="34" charset="-122"/>
              </a:rPr>
              <a:t>新买了一块长方形的牧场，这块牧场被划分成</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列</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(1&lt;=M&lt;=12; 1&lt;=N&lt;=12)</a:t>
            </a:r>
            <a:r>
              <a:rPr lang="zh-CN" altLang="en-US" sz="1600" dirty="0">
                <a:latin typeface="微软雅黑" panose="020B0503020204020204" pitchFamily="34" charset="-122"/>
                <a:ea typeface="微软雅黑" panose="020B0503020204020204" pitchFamily="34" charset="-122"/>
              </a:rPr>
              <a:t>，每一格都是一块正方形的土地。</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打算在牧场上的某几格土地里种上美味的草，供他的奶牛们享用。遗憾的是，有些土地相当的贫瘠，不能用来放牧。并且，奶牛们喜欢独占一块草地的感觉，于是</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不会选择两块相邻的土地，也就是说，没有哪两块草地有公共边。当然，</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还没有决定在哪些土地上种草。 作为一个好奇的农场主，</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想知道，如果不考虑草地的总块数，那么，一共有多少种种植方案可供他选择。当然，把新的牧场荒废，不在任何土地上种草，也算一种方案。请你帮</a:t>
            </a:r>
            <a:r>
              <a:rPr lang="en-US" altLang="zh-CN" sz="1600" dirty="0">
                <a:latin typeface="微软雅黑" panose="020B0503020204020204" pitchFamily="34" charset="-122"/>
                <a:ea typeface="微软雅黑" panose="020B0503020204020204" pitchFamily="34" charset="-122"/>
              </a:rPr>
              <a:t>FJ</a:t>
            </a:r>
            <a:r>
              <a:rPr lang="zh-CN" altLang="en-US" sz="1600" dirty="0">
                <a:latin typeface="微软雅黑" panose="020B0503020204020204" pitchFamily="34" charset="-122"/>
                <a:ea typeface="微软雅黑" panose="020B0503020204020204" pitchFamily="34" charset="-122"/>
              </a:rPr>
              <a:t>算一下这个总方案数。</a:t>
            </a:r>
          </a:p>
          <a:p>
            <a:pPr lvl="0">
              <a:lnSpc>
                <a:spcPct val="200000"/>
              </a:lnSpc>
              <a:defRPr/>
            </a:pPr>
            <a:r>
              <a:rPr lang="en-US" altLang="zh-CN" sz="1600" dirty="0">
                <a:latin typeface="微软雅黑" panose="020B0503020204020204" pitchFamily="34" charset="-122"/>
                <a:ea typeface="微软雅黑" panose="020B0503020204020204" pitchFamily="34" charset="-122"/>
              </a:rPr>
              <a:t>Input</a:t>
            </a:r>
          </a:p>
          <a:p>
            <a:pPr lvl="0">
              <a:lnSpc>
                <a:spcPct val="200000"/>
              </a:lnSpc>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两个正整数</a:t>
            </a:r>
            <a:r>
              <a:rPr lang="en-US" altLang="zh-CN" sz="1600" dirty="0">
                <a:latin typeface="微软雅黑" panose="020B0503020204020204" pitchFamily="34" charset="-122"/>
                <a:ea typeface="微软雅黑" panose="020B0503020204020204" pitchFamily="34" charset="-122"/>
              </a:rPr>
              <a:t>M</a:t>
            </a:r>
            <a:r>
              <a:rPr lang="zh-CN" altLang="en-US" sz="1600" dirty="0">
                <a:latin typeface="微软雅黑" panose="020B0503020204020204" pitchFamily="34" charset="-122"/>
                <a:ea typeface="微软雅黑" panose="020B0503020204020204" pitchFamily="34" charset="-122"/>
              </a:rPr>
              <a:t>和</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，用空格隔开</a:t>
            </a:r>
          </a:p>
          <a:p>
            <a:pPr lvl="0">
              <a:lnSpc>
                <a:spcPct val="200000"/>
              </a:lnSpc>
              <a:defRPr/>
            </a:pPr>
            <a:r>
              <a:rPr lang="zh-CN" altLang="en-US" sz="1600" dirty="0">
                <a:latin typeface="微软雅黑" panose="020B0503020204020204" pitchFamily="34" charset="-122"/>
                <a:ea typeface="微软雅黑" panose="020B0503020204020204" pitchFamily="34" charset="-122"/>
              </a:rPr>
              <a:t>* 第</a:t>
            </a:r>
            <a:r>
              <a:rPr lang="en-US" altLang="zh-CN" sz="1600" dirty="0">
                <a:latin typeface="微软雅黑" panose="020B0503020204020204" pitchFamily="34" charset="-122"/>
                <a:ea typeface="微软雅黑" panose="020B0503020204020204" pitchFamily="34" charset="-122"/>
              </a:rPr>
              <a:t>2..M+1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每行包含</a:t>
            </a:r>
            <a:r>
              <a:rPr lang="en-US" altLang="zh-CN" sz="1600" dirty="0">
                <a:latin typeface="微软雅黑" panose="020B0503020204020204" pitchFamily="34" charset="-122"/>
                <a:ea typeface="微软雅黑" panose="020B0503020204020204" pitchFamily="34" charset="-122"/>
              </a:rPr>
              <a:t>N</a:t>
            </a:r>
            <a:r>
              <a:rPr lang="zh-CN" altLang="en-US" sz="1600" dirty="0">
                <a:latin typeface="微软雅黑" panose="020B0503020204020204" pitchFamily="34" charset="-122"/>
                <a:ea typeface="微软雅黑" panose="020B0503020204020204" pitchFamily="34" charset="-122"/>
              </a:rPr>
              <a:t>个用空格隔开的整数，描述了每块土地的状态。输入的第</a:t>
            </a:r>
            <a:r>
              <a:rPr lang="en-US" altLang="zh-CN" sz="1600" dirty="0">
                <a:latin typeface="微软雅黑" panose="020B0503020204020204" pitchFamily="34" charset="-122"/>
                <a:ea typeface="微软雅黑" panose="020B0503020204020204" pitchFamily="34" charset="-122"/>
              </a:rPr>
              <a:t>i+1</a:t>
            </a:r>
            <a:r>
              <a:rPr lang="zh-CN" altLang="en-US" sz="1600" dirty="0">
                <a:latin typeface="微软雅黑" panose="020B0503020204020204" pitchFamily="34" charset="-122"/>
                <a:ea typeface="微软雅黑" panose="020B0503020204020204" pitchFamily="34" charset="-122"/>
              </a:rPr>
              <a:t>行描述了第</a:t>
            </a:r>
            <a:r>
              <a:rPr lang="en-US" altLang="zh-CN" sz="1600" dirty="0" err="1">
                <a:latin typeface="微软雅黑" panose="020B0503020204020204" pitchFamily="34" charset="-122"/>
                <a:ea typeface="微软雅黑" panose="020B0503020204020204" pitchFamily="34" charset="-122"/>
              </a:rPr>
              <a:t>i</a:t>
            </a:r>
            <a:r>
              <a:rPr lang="zh-CN" altLang="en-US" sz="1600" dirty="0">
                <a:latin typeface="微软雅黑" panose="020B0503020204020204" pitchFamily="34" charset="-122"/>
                <a:ea typeface="微软雅黑" panose="020B0503020204020204" pitchFamily="34" charset="-122"/>
              </a:rPr>
              <a:t>行的土地。所有整数均为</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或</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，是</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的话，表示这块土地足够肥沃，</a:t>
            </a:r>
            <a:r>
              <a:rPr lang="en-US" altLang="zh-CN" sz="1600" dirty="0">
                <a:latin typeface="微软雅黑" panose="020B0503020204020204" pitchFamily="34" charset="-122"/>
                <a:ea typeface="微软雅黑" panose="020B0503020204020204" pitchFamily="34" charset="-122"/>
              </a:rPr>
              <a:t>0</a:t>
            </a:r>
            <a:r>
              <a:rPr lang="zh-CN" altLang="en-US" sz="1600" dirty="0">
                <a:latin typeface="微软雅黑" panose="020B0503020204020204" pitchFamily="34" charset="-122"/>
                <a:ea typeface="微软雅黑" panose="020B0503020204020204" pitchFamily="34" charset="-122"/>
              </a:rPr>
              <a:t>则表示这块地上不适合种草</a:t>
            </a:r>
          </a:p>
          <a:p>
            <a:pPr lvl="0">
              <a:defRPr/>
            </a:pPr>
            <a:r>
              <a:rPr lang="en-US" altLang="zh-CN" sz="1600"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74611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endParaRPr lang="zh-CN" altLang="zh-CN" dirty="0"/>
          </a:p>
        </p:txBody>
      </p:sp>
      <p:sp>
        <p:nvSpPr>
          <p:cNvPr id="4" name="文本框 3"/>
          <p:cNvSpPr txBox="1"/>
          <p:nvPr/>
        </p:nvSpPr>
        <p:spPr>
          <a:xfrm>
            <a:off x="919222" y="1173162"/>
            <a:ext cx="10248887" cy="6063198"/>
          </a:xfrm>
          <a:prstGeom prst="rect">
            <a:avLst/>
          </a:prstGeom>
          <a:noFill/>
        </p:spPr>
        <p:txBody>
          <a:bodyPr wrap="square" rtlCol="0" anchor="t">
            <a:spAutoFit/>
          </a:bodyPr>
          <a:lstStyle/>
          <a:p>
            <a:pPr marL="0" marR="0" lvl="0" indent="0" algn="l" defTabSz="914400" rtl="0" eaLnBrk="1" fontAlgn="auto" latinLnBrk="0" hangingPunct="1">
              <a:lnSpc>
                <a:spcPct val="200000"/>
              </a:lnSpc>
              <a:spcBef>
                <a:spcPts val="0"/>
              </a:spcBef>
              <a:spcAft>
                <a:spcPts val="0"/>
              </a:spcAft>
              <a:buClrTx/>
              <a:buSzTx/>
              <a:buFontTx/>
              <a:buNone/>
              <a:tabLst/>
              <a:defRPr/>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习题练习</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牧场的安排</a:t>
            </a:r>
            <a:endPar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endParaRPr>
          </a:p>
          <a:p>
            <a:pPr lvl="0">
              <a:lnSpc>
                <a:spcPct val="150000"/>
              </a:lnSpc>
              <a:defRPr/>
            </a:pPr>
            <a:r>
              <a:rPr lang="en-US" altLang="zh-CN" sz="1600" dirty="0">
                <a:latin typeface="微软雅黑" panose="020B0503020204020204" pitchFamily="34" charset="-122"/>
                <a:ea typeface="微软雅黑" panose="020B0503020204020204" pitchFamily="34" charset="-122"/>
              </a:rPr>
              <a:t>Output</a:t>
            </a:r>
          </a:p>
          <a:p>
            <a:pPr lvl="0">
              <a:lnSpc>
                <a:spcPct val="150000"/>
              </a:lnSpc>
              <a:defRPr/>
            </a:pP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第</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行</a:t>
            </a:r>
            <a:r>
              <a:rPr lang="en-US" altLang="zh-CN" sz="1600" dirty="0">
                <a:latin typeface="微软雅黑" panose="020B0503020204020204" pitchFamily="34" charset="-122"/>
                <a:ea typeface="微软雅黑" panose="020B0503020204020204" pitchFamily="34" charset="-122"/>
              </a:rPr>
              <a:t>: </a:t>
            </a:r>
            <a:r>
              <a:rPr lang="zh-CN" altLang="en-US" sz="1600" dirty="0">
                <a:latin typeface="微软雅黑" panose="020B0503020204020204" pitchFamily="34" charset="-122"/>
                <a:ea typeface="微软雅黑" panose="020B0503020204020204" pitchFamily="34" charset="-122"/>
              </a:rPr>
              <a:t>输出一个整数，即牧场分配总方案数除以</a:t>
            </a:r>
            <a:r>
              <a:rPr lang="en-US" altLang="zh-CN" sz="1600" dirty="0">
                <a:latin typeface="微软雅黑" panose="020B0503020204020204" pitchFamily="34" charset="-122"/>
                <a:ea typeface="微软雅黑" panose="020B0503020204020204" pitchFamily="34" charset="-122"/>
              </a:rPr>
              <a:t>100,000,000</a:t>
            </a:r>
            <a:r>
              <a:rPr lang="zh-CN" altLang="en-US" sz="1600" dirty="0">
                <a:latin typeface="微软雅黑" panose="020B0503020204020204" pitchFamily="34" charset="-122"/>
                <a:ea typeface="微软雅黑" panose="020B0503020204020204" pitchFamily="34" charset="-122"/>
              </a:rPr>
              <a:t>的余数</a:t>
            </a:r>
          </a:p>
          <a:p>
            <a:pPr lvl="0">
              <a:lnSpc>
                <a:spcPct val="150000"/>
              </a:lnSpc>
              <a:defRPr/>
            </a:pPr>
            <a:r>
              <a:rPr lang="en-US" altLang="zh-CN" sz="1600" dirty="0">
                <a:latin typeface="微软雅黑" panose="020B0503020204020204" pitchFamily="34" charset="-122"/>
                <a:ea typeface="微软雅黑" panose="020B0503020204020204" pitchFamily="34" charset="-122"/>
              </a:rPr>
              <a:t>Sample Input</a:t>
            </a:r>
          </a:p>
          <a:p>
            <a:pPr lvl="0">
              <a:lnSpc>
                <a:spcPct val="150000"/>
              </a:lnSpc>
              <a:defRPr/>
            </a:pPr>
            <a:r>
              <a:rPr lang="en-US" altLang="zh-CN" sz="1600" dirty="0">
                <a:latin typeface="微软雅黑" panose="020B0503020204020204" pitchFamily="34" charset="-122"/>
                <a:ea typeface="微软雅黑" panose="020B0503020204020204" pitchFamily="34" charset="-122"/>
              </a:rPr>
              <a:t>2 3</a:t>
            </a:r>
          </a:p>
          <a:p>
            <a:pPr lvl="0">
              <a:lnSpc>
                <a:spcPct val="150000"/>
              </a:lnSpc>
              <a:defRPr/>
            </a:pPr>
            <a:r>
              <a:rPr lang="en-US" altLang="zh-CN" sz="1600" dirty="0">
                <a:latin typeface="微软雅黑" panose="020B0503020204020204" pitchFamily="34" charset="-122"/>
                <a:ea typeface="微软雅黑" panose="020B0503020204020204" pitchFamily="34" charset="-122"/>
              </a:rPr>
              <a:t>1 1 1</a:t>
            </a:r>
          </a:p>
          <a:p>
            <a:pPr lvl="0">
              <a:lnSpc>
                <a:spcPct val="150000"/>
              </a:lnSpc>
              <a:defRPr/>
            </a:pPr>
            <a:r>
              <a:rPr lang="en-US" altLang="zh-CN" sz="1600" dirty="0">
                <a:latin typeface="微软雅黑" panose="020B0503020204020204" pitchFamily="34" charset="-122"/>
                <a:ea typeface="微软雅黑" panose="020B0503020204020204" pitchFamily="34" charset="-122"/>
              </a:rPr>
              <a:t>0 1 0</a:t>
            </a:r>
          </a:p>
          <a:p>
            <a:pPr lvl="0">
              <a:lnSpc>
                <a:spcPct val="150000"/>
              </a:lnSpc>
              <a:defRPr/>
            </a:pPr>
            <a:r>
              <a:rPr lang="en-US" altLang="zh-CN" sz="1600" dirty="0">
                <a:latin typeface="微软雅黑" panose="020B0503020204020204" pitchFamily="34" charset="-122"/>
                <a:ea typeface="微软雅黑" panose="020B0503020204020204" pitchFamily="34" charset="-122"/>
              </a:rPr>
              <a:t>Sample Output</a:t>
            </a:r>
          </a:p>
          <a:p>
            <a:pPr lvl="0">
              <a:lnSpc>
                <a:spcPct val="150000"/>
              </a:lnSpc>
              <a:defRPr/>
            </a:pPr>
            <a:r>
              <a:rPr lang="en-US" altLang="zh-CN" sz="1600" dirty="0">
                <a:latin typeface="微软雅黑" panose="020B0503020204020204" pitchFamily="34" charset="-122"/>
                <a:ea typeface="微软雅黑" panose="020B0503020204020204" pitchFamily="34" charset="-122"/>
              </a:rPr>
              <a:t>9 </a:t>
            </a:r>
          </a:p>
          <a:p>
            <a:pPr lvl="0">
              <a:lnSpc>
                <a:spcPct val="150000"/>
              </a:lnSpc>
              <a:defRPr/>
            </a:pPr>
            <a:r>
              <a:rPr lang="zh-CN" altLang="en-US" sz="1600" dirty="0">
                <a:latin typeface="微软雅黑" panose="020B0503020204020204" pitchFamily="34" charset="-122"/>
                <a:ea typeface="微软雅黑" panose="020B0503020204020204" pitchFamily="34" charset="-122"/>
              </a:rPr>
              <a:t>输出说明</a:t>
            </a:r>
            <a:r>
              <a:rPr lang="en-US" altLang="zh-CN" sz="1600" dirty="0">
                <a:latin typeface="微软雅黑" panose="020B0503020204020204" pitchFamily="34" charset="-122"/>
                <a:ea typeface="微软雅黑" panose="020B0503020204020204" pitchFamily="34" charset="-122"/>
              </a:rPr>
              <a:t>:</a:t>
            </a:r>
          </a:p>
          <a:p>
            <a:pPr lvl="0">
              <a:lnSpc>
                <a:spcPct val="150000"/>
              </a:lnSpc>
              <a:defRPr/>
            </a:pPr>
            <a:r>
              <a:rPr lang="zh-CN" altLang="en-US" sz="1600" dirty="0">
                <a:latin typeface="微软雅黑" panose="020B0503020204020204" pitchFamily="34" charset="-122"/>
                <a:ea typeface="微软雅黑" panose="020B0503020204020204" pitchFamily="34" charset="-122"/>
              </a:rPr>
              <a:t>按下图把各块土地编号：</a:t>
            </a:r>
          </a:p>
          <a:p>
            <a:pPr lvl="0">
              <a:lnSpc>
                <a:spcPct val="150000"/>
              </a:lnSpc>
              <a:defRPr/>
            </a:pPr>
            <a:r>
              <a:rPr lang="en-US" altLang="zh-CN" sz="1600" dirty="0">
                <a:latin typeface="微软雅黑" panose="020B0503020204020204" pitchFamily="34" charset="-122"/>
                <a:ea typeface="微软雅黑" panose="020B0503020204020204" pitchFamily="34" charset="-122"/>
              </a:rPr>
              <a:t>1 2 3</a:t>
            </a:r>
          </a:p>
          <a:p>
            <a:pPr lvl="0">
              <a:lnSpc>
                <a:spcPct val="150000"/>
              </a:lnSpc>
              <a:defRPr/>
            </a:pPr>
            <a:r>
              <a:rPr lang="en-US" altLang="zh-CN" sz="1600" dirty="0">
                <a:latin typeface="微软雅黑" panose="020B0503020204020204" pitchFamily="34" charset="-122"/>
                <a:ea typeface="微软雅黑" panose="020B0503020204020204" pitchFamily="34" charset="-122"/>
              </a:rPr>
              <a:t>  4</a:t>
            </a:r>
          </a:p>
          <a:p>
            <a:pPr lvl="0">
              <a:lnSpc>
                <a:spcPct val="150000"/>
              </a:lnSpc>
              <a:defRPr/>
            </a:pPr>
            <a:r>
              <a:rPr lang="zh-CN" altLang="en-US" sz="1600" dirty="0">
                <a:latin typeface="微软雅黑" panose="020B0503020204020204" pitchFamily="34" charset="-122"/>
                <a:ea typeface="微软雅黑" panose="020B0503020204020204" pitchFamily="34" charset="-122"/>
              </a:rPr>
              <a:t>只开辟一块草地的话，有</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种方案：选</a:t>
            </a:r>
            <a:r>
              <a:rPr lang="en-US" altLang="zh-CN" sz="1600" dirty="0">
                <a:latin typeface="微软雅黑" panose="020B0503020204020204" pitchFamily="34" charset="-122"/>
                <a:ea typeface="微软雅黑" panose="020B0503020204020204" pitchFamily="34" charset="-122"/>
              </a:rPr>
              <a:t>1</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2</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4</a:t>
            </a:r>
            <a:r>
              <a:rPr lang="zh-CN" altLang="en-US" sz="1600" dirty="0">
                <a:latin typeface="微软雅黑" panose="020B0503020204020204" pitchFamily="34" charset="-122"/>
                <a:ea typeface="微软雅黑" panose="020B0503020204020204" pitchFamily="34" charset="-122"/>
              </a:rPr>
              <a:t>中的任一块。开辟两块草地的话，有</a:t>
            </a:r>
            <a:r>
              <a:rPr lang="en-US" altLang="zh-CN" sz="1600" dirty="0">
                <a:latin typeface="微软雅黑" panose="020B0503020204020204" pitchFamily="34" charset="-122"/>
                <a:ea typeface="微软雅黑" panose="020B0503020204020204" pitchFamily="34" charset="-122"/>
              </a:rPr>
              <a:t>3</a:t>
            </a:r>
            <a:r>
              <a:rPr lang="zh-CN" altLang="en-US" sz="1600" dirty="0">
                <a:latin typeface="微软雅黑" panose="020B0503020204020204" pitchFamily="34" charset="-122"/>
                <a:ea typeface="微软雅黑" panose="020B0503020204020204" pitchFamily="34" charset="-122"/>
              </a:rPr>
              <a:t>种方案：</a:t>
            </a:r>
            <a:r>
              <a:rPr lang="en-US" altLang="zh-CN" sz="1600" dirty="0">
                <a:latin typeface="微软雅黑" panose="020B0503020204020204" pitchFamily="34" charset="-122"/>
                <a:ea typeface="微软雅黑" panose="020B0503020204020204" pitchFamily="34" charset="-122"/>
              </a:rPr>
              <a:t>13</a:t>
            </a:r>
            <a:r>
              <a:rPr lang="zh-CN" altLang="en-US" sz="1600" dirty="0">
                <a:latin typeface="微软雅黑" panose="020B0503020204020204" pitchFamily="34" charset="-122"/>
                <a:ea typeface="微软雅黑" panose="020B0503020204020204" pitchFamily="34" charset="-122"/>
              </a:rPr>
              <a:t>、</a:t>
            </a:r>
            <a:r>
              <a:rPr lang="en-US" altLang="zh-CN" sz="1600" dirty="0">
                <a:latin typeface="微软雅黑" panose="020B0503020204020204" pitchFamily="34" charset="-122"/>
                <a:ea typeface="微软雅黑" panose="020B0503020204020204" pitchFamily="34" charset="-122"/>
              </a:rPr>
              <a:t>14</a:t>
            </a:r>
            <a:r>
              <a:rPr lang="zh-CN" altLang="en-US" sz="1600" dirty="0">
                <a:latin typeface="微软雅黑" panose="020B0503020204020204" pitchFamily="34" charset="-122"/>
                <a:ea typeface="微软雅黑" panose="020B0503020204020204" pitchFamily="34" charset="-122"/>
              </a:rPr>
              <a:t>以及</a:t>
            </a:r>
            <a:r>
              <a:rPr lang="en-US" altLang="zh-CN" sz="1600" dirty="0">
                <a:latin typeface="微软雅黑" panose="020B0503020204020204" pitchFamily="34" charset="-122"/>
                <a:ea typeface="微软雅黑" panose="020B0503020204020204" pitchFamily="34" charset="-122"/>
              </a:rPr>
              <a:t>34</a:t>
            </a:r>
            <a:r>
              <a:rPr lang="zh-CN" altLang="en-US" sz="1600" dirty="0">
                <a:latin typeface="微软雅黑" panose="020B0503020204020204" pitchFamily="34" charset="-122"/>
                <a:ea typeface="微软雅黑" panose="020B0503020204020204" pitchFamily="34" charset="-122"/>
              </a:rPr>
              <a:t>。选三块草地只有一种方案：</a:t>
            </a:r>
            <a:r>
              <a:rPr lang="en-US" altLang="zh-CN" sz="1600" dirty="0">
                <a:latin typeface="微软雅黑" panose="020B0503020204020204" pitchFamily="34" charset="-122"/>
                <a:ea typeface="微软雅黑" panose="020B0503020204020204" pitchFamily="34" charset="-122"/>
              </a:rPr>
              <a:t>134</a:t>
            </a:r>
            <a:r>
              <a:rPr lang="zh-CN" altLang="en-US" sz="1600" dirty="0">
                <a:latin typeface="微软雅黑" panose="020B0503020204020204" pitchFamily="34" charset="-122"/>
                <a:ea typeface="微软雅黑" panose="020B0503020204020204" pitchFamily="34" charset="-122"/>
              </a:rPr>
              <a:t>。再加把牧场荒废的那一种，总方案数为</a:t>
            </a:r>
            <a:r>
              <a:rPr lang="en-US" altLang="zh-CN" sz="1600" dirty="0">
                <a:latin typeface="微软雅黑" panose="020B0503020204020204" pitchFamily="34" charset="-122"/>
                <a:ea typeface="微软雅黑" panose="020B0503020204020204" pitchFamily="34" charset="-122"/>
              </a:rPr>
              <a:t>4+3+1+1=9</a:t>
            </a:r>
            <a:r>
              <a:rPr lang="zh-CN" altLang="en-US" sz="1600" dirty="0">
                <a:latin typeface="微软雅黑" panose="020B0503020204020204" pitchFamily="34" charset="-122"/>
                <a:ea typeface="微软雅黑" panose="020B0503020204020204" pitchFamily="34" charset="-122"/>
              </a:rPr>
              <a:t>种。</a:t>
            </a:r>
          </a:p>
          <a:p>
            <a:pPr lvl="0">
              <a:defRPr/>
            </a:pPr>
            <a:r>
              <a:rPr lang="en-US" altLang="zh-CN" sz="1600" dirty="0">
                <a:latin typeface="微软雅黑" panose="020B0503020204020204" pitchFamily="34" charset="-122"/>
                <a:ea typeface="微软雅黑" panose="020B0503020204020204" pitchFamily="34" charset="-122"/>
                <a:sym typeface="+mn-ea"/>
              </a:rPr>
              <a:t>	</a:t>
            </a:r>
            <a:endParaRPr lang="zh-CN" altLang="en-US" sz="16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9579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C83FBD9F-DA46-4D87-88B9-20AB80647106}"/>
                  </a:ext>
                </a:extLst>
              </p:cNvPr>
              <p:cNvSpPr/>
              <p:nvPr/>
            </p:nvSpPr>
            <p:spPr>
              <a:xfrm>
                <a:off x="1032769" y="1173162"/>
                <a:ext cx="10052813" cy="5913414"/>
              </a:xfrm>
              <a:prstGeom prst="rect">
                <a:avLst/>
              </a:prstGeom>
            </p:spPr>
            <p:txBody>
              <a:bodyPr wrap="square">
                <a:spAutoFit/>
              </a:bodyPr>
              <a:lstStyle/>
              <a:p>
                <a:pPr>
                  <a:lnSpc>
                    <a:spcPct val="200000"/>
                  </a:lnSpc>
                </a:pP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kumimoji="0" lang="zh-CN" altLang="en-US"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分析</a:t>
                </a:r>
                <a:r>
                  <a:rPr kumimoji="0" lang="en-US" altLang="zh-CN"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b="1" dirty="0">
                    <a:solidFill>
                      <a:schemeClr val="accent2"/>
                    </a:solidFill>
                    <a:latin typeface="微软雅黑" panose="020B0503020204020204" pitchFamily="34" charset="-122"/>
                    <a:ea typeface="微软雅黑" panose="020B0503020204020204" pitchFamily="34" charset="-122"/>
                  </a:rPr>
                  <a:t>状态表示</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表示当前土地用来放牧，</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表示荒废，每行用二进制数</a:t>
                </a:r>
                <a:r>
                  <a:rPr lang="en-US" altLang="zh-CN" dirty="0">
                    <a:latin typeface="微软雅黑" panose="020B0503020204020204" pitchFamily="34" charset="-122"/>
                    <a:ea typeface="微软雅黑" panose="020B0503020204020204" pitchFamily="34" charset="-122"/>
                  </a:rPr>
                  <a:t>[0,2^M-1]</a:t>
                </a:r>
                <a:r>
                  <a:rPr lang="zh-CN" altLang="en-US" dirty="0">
                    <a:latin typeface="微软雅黑" panose="020B0503020204020204" pitchFamily="34" charset="-122"/>
                    <a:ea typeface="微软雅黑" panose="020B0503020204020204" pitchFamily="34" charset="-122"/>
                  </a:rPr>
                  <a:t>压缩表示</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b="1" dirty="0">
                    <a:solidFill>
                      <a:schemeClr val="accent2"/>
                    </a:solidFill>
                    <a:latin typeface="微软雅黑" panose="020B0503020204020204" pitchFamily="34" charset="-122"/>
                    <a:ea typeface="微软雅黑" panose="020B0503020204020204" pitchFamily="34" charset="-122"/>
                  </a:rPr>
                  <a:t>预处理：</a:t>
                </a:r>
                <a:r>
                  <a:rPr lang="en-US" altLang="zh-CN" dirty="0" err="1">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前预处理牧场第</a:t>
                </a:r>
                <a:r>
                  <a:rPr lang="en-US" altLang="zh-CN" dirty="0" err="1">
                    <a:latin typeface="微软雅黑" panose="020B0503020204020204" pitchFamily="34" charset="-122"/>
                    <a:ea typeface="微软雅黑" panose="020B0503020204020204" pitchFamily="34" charset="-122"/>
                  </a:rPr>
                  <a:t>i</a:t>
                </a:r>
                <a:r>
                  <a:rPr lang="zh-CN" altLang="en-US" dirty="0">
                    <a:latin typeface="微软雅黑" panose="020B0503020204020204" pitchFamily="34" charset="-122"/>
                    <a:ea typeface="微软雅黑" panose="020B0503020204020204" pitchFamily="34" charset="-122"/>
                  </a:rPr>
                  <a:t>行的初始状态，转化为二进制</a:t>
                </a: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b="1" dirty="0">
                    <a:solidFill>
                      <a:schemeClr val="accent2"/>
                    </a:solidFill>
                    <a:latin typeface="微软雅黑" panose="020B0503020204020204" pitchFamily="34" charset="-122"/>
                    <a:ea typeface="微软雅黑" panose="020B0503020204020204" pitchFamily="34" charset="-122"/>
                  </a:rPr>
                  <a:t>按位取反</a:t>
                </a:r>
                <a:r>
                  <a:rPr lang="en-US" altLang="zh-CN" b="1" dirty="0">
                    <a:solidFill>
                      <a:schemeClr val="accent2"/>
                    </a:solidFill>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，并处理</a:t>
                </a:r>
                <a:r>
                  <a:rPr lang="en-US" altLang="zh-CN" dirty="0">
                    <a:latin typeface="微软雅黑" panose="020B0503020204020204" pitchFamily="34" charset="-122"/>
                    <a:ea typeface="微软雅黑" panose="020B0503020204020204" pitchFamily="34" charset="-122"/>
                  </a:rPr>
                  <a:t>[0,2^M-1]</a:t>
                </a:r>
                <a:r>
                  <a:rPr lang="zh-CN" altLang="en-US" dirty="0">
                    <a:latin typeface="微软雅黑" panose="020B0503020204020204" pitchFamily="34" charset="-122"/>
                    <a:ea typeface="微软雅黑" panose="020B0503020204020204" pitchFamily="34" charset="-122"/>
                  </a:rPr>
                  <a:t>内所有满足“二进制”表示无两个二进制位</a:t>
                </a:r>
                <a:r>
                  <a:rPr lang="en-US" altLang="zh-CN" dirty="0">
                    <a:latin typeface="微软雅黑" panose="020B0503020204020204" pitchFamily="34" charset="-122"/>
                    <a:ea typeface="微软雅黑" panose="020B0503020204020204" pitchFamily="34" charset="-122"/>
                  </a:rPr>
                  <a:t>1</a:t>
                </a:r>
                <a:r>
                  <a:rPr lang="zh-CN" altLang="en-US" dirty="0">
                    <a:latin typeface="微软雅黑" panose="020B0503020204020204" pitchFamily="34" charset="-122"/>
                    <a:ea typeface="微软雅黑" panose="020B0503020204020204" pitchFamily="34" charset="-122"/>
                  </a:rPr>
                  <a:t>相邻的整数以及可行状态数量</a:t>
                </a:r>
                <a:r>
                  <a:rPr lang="en-US" altLang="zh-CN" dirty="0">
                    <a:latin typeface="微软雅黑" panose="020B0503020204020204" pitchFamily="34" charset="-122"/>
                    <a:ea typeface="微软雅黑" panose="020B0503020204020204" pitchFamily="34" charset="-122"/>
                  </a:rPr>
                  <a:t>t[</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，记录在集合</a:t>
                </a:r>
                <a:r>
                  <a:rPr lang="en-US" altLang="zh-CN" dirty="0">
                    <a:latin typeface="微软雅黑" panose="020B0503020204020204" pitchFamily="34" charset="-122"/>
                    <a:ea typeface="微软雅黑" panose="020B0503020204020204" pitchFamily="34" charset="-122"/>
                  </a:rPr>
                  <a:t>s[</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中（不做预处理直接</a:t>
                </a:r>
                <a:r>
                  <a:rPr lang="en-US" altLang="zh-CN" dirty="0" err="1">
                    <a:latin typeface="微软雅黑" panose="020B0503020204020204" pitchFamily="34" charset="-122"/>
                    <a:ea typeface="微软雅黑" panose="020B0503020204020204" pitchFamily="34" charset="-122"/>
                  </a:rPr>
                  <a:t>dp</a:t>
                </a:r>
                <a:r>
                  <a:rPr lang="zh-CN" altLang="en-US" dirty="0">
                    <a:latin typeface="微软雅黑" panose="020B0503020204020204" pitchFamily="34" charset="-122"/>
                    <a:ea typeface="微软雅黑" panose="020B0503020204020204" pitchFamily="34" charset="-122"/>
                  </a:rPr>
                  <a:t>会超时，运算次数</a:t>
                </a:r>
                <a:r>
                  <a:rPr lang="en-US" altLang="zh-CN" dirty="0">
                    <a:latin typeface="微软雅黑" panose="020B0503020204020204" pitchFamily="34" charset="-122"/>
                    <a:ea typeface="微软雅黑" panose="020B0503020204020204" pitchFamily="34" charset="-122"/>
                  </a:rPr>
                  <a:t>12</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2^12*2^12</a:t>
                </a:r>
                <a:r>
                  <a:rPr lang="zh-CN" altLang="en-US" dirty="0">
                    <a:ea typeface="微软雅黑" panose="020B0503020204020204" pitchFamily="34" charset="-122"/>
                  </a:rPr>
                  <a:t> </a:t>
                </a:r>
                <a14:m>
                  <m:oMath xmlns:m="http://schemas.openxmlformats.org/officeDocument/2006/math">
                    <m:r>
                      <a:rPr lang="zh-CN" altLang="en-US" b="1" i="1" smtClean="0">
                        <a:solidFill>
                          <a:schemeClr val="accent2"/>
                        </a:solidFill>
                        <a:effectLst>
                          <a:outerShdw blurRad="38100" dist="38100" dir="2700000" algn="tl">
                            <a:srgbClr val="000000">
                              <a:alpha val="43137"/>
                            </a:srgbClr>
                          </a:outerShdw>
                        </a:effectLst>
                        <a:latin typeface="Cambria Math" panose="02040503050406030204" pitchFamily="18" charset="0"/>
                        <a:ea typeface="微软雅黑" panose="020B0503020204020204" pitchFamily="34" charset="-122"/>
                      </a:rPr>
                      <m:t>≈</m:t>
                    </m:r>
                    <m:r>
                      <a:rPr lang="zh-CN" altLang="en-US" i="1" smtClean="0">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2*10^9</a:t>
                </a:r>
                <a:r>
                  <a:rPr lang="zh-CN" altLang="en-US" dirty="0">
                    <a:latin typeface="微软雅黑" panose="020B0503020204020204" pitchFamily="34" charset="-122"/>
                    <a:ea typeface="微软雅黑" panose="020B0503020204020204" pitchFamily="34" charset="-122"/>
                  </a:rPr>
                  <a:t>）</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b="1" dirty="0">
                    <a:solidFill>
                      <a:schemeClr val="accent2"/>
                    </a:solidFill>
                    <a:latin typeface="微软雅黑" panose="020B0503020204020204" pitchFamily="34" charset="-122"/>
                    <a:ea typeface="微软雅黑" panose="020B0503020204020204" pitchFamily="34" charset="-122"/>
                  </a:rPr>
                  <a:t>预处理实现</a:t>
                </a:r>
                <a:r>
                  <a:rPr lang="en-US" altLang="zh-CN" b="1" dirty="0">
                    <a:solidFill>
                      <a:schemeClr val="accent2"/>
                    </a:solidFill>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if((</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&amp;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&lt;&lt;1))  || (</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&amp; t[</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continue;</a:t>
                </a:r>
              </a:p>
              <a:p>
                <a:pPr marL="285750" indent="-285750">
                  <a:lnSpc>
                    <a:spcPct val="200000"/>
                  </a:lnSpc>
                  <a:buFont typeface="Arial" panose="020B0604020202020204" pitchFamily="34" charset="0"/>
                  <a:buChar char="•"/>
                </a:pPr>
                <a:r>
                  <a:rPr lang="zh-CN" altLang="en-US" sz="2000" b="1" dirty="0">
                    <a:solidFill>
                      <a:schemeClr val="accent2"/>
                    </a:solidFill>
                    <a:latin typeface="微软雅黑" panose="020B0503020204020204" pitchFamily="34" charset="-122"/>
                    <a:ea typeface="微软雅黑" panose="020B0503020204020204" pitchFamily="34" charset="-122"/>
                  </a:rPr>
                  <a:t>状态转移方程</a:t>
                </a:r>
                <a14:m>
                  <m:oMath xmlns:m="http://schemas.openxmlformats.org/officeDocument/2006/math">
                    <m:r>
                      <a:rPr lang="zh-CN" altLang="en-US" sz="2000" b="1" i="1" dirty="0">
                        <a:solidFill>
                          <a:schemeClr val="accent2"/>
                        </a:solidFill>
                        <a:latin typeface="Cambria Math" panose="02040503050406030204" pitchFamily="18" charset="0"/>
                        <a:ea typeface="宋体" panose="02010600030101010101" pitchFamily="2" charset="-122"/>
                      </a:rPr>
                      <m:t>：</m:t>
                    </m:r>
                    <m:r>
                      <a:rPr lang="en-US" altLang="zh-CN" sz="2000" b="0" i="1" dirty="0" smtClean="0">
                        <a:solidFill>
                          <a:schemeClr val="accent2"/>
                        </a:solidFill>
                        <a:latin typeface="Cambria Math" panose="02040503050406030204" pitchFamily="18" charset="0"/>
                        <a:ea typeface="宋体" panose="02010600030101010101" pitchFamily="2" charset="-122"/>
                      </a:rPr>
                      <m:t> </m:t>
                    </m:r>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m:t>
                        </m:r>
                        <m:r>
                          <m:rPr>
                            <m:sty m:val="p"/>
                          </m:rPr>
                          <a:rPr lang="en-US" altLang="zh-CN" sz="2000" i="1">
                            <a:solidFill>
                              <a:prstClr val="black"/>
                            </a:solidFill>
                            <a:latin typeface="Cambria Math" panose="02040503050406030204" pitchFamily="18" charset="0"/>
                            <a:ea typeface="宋体" panose="02010600030101010101" pitchFamily="2" charset="-122"/>
                          </a:rPr>
                          <m:t>j</m:t>
                        </m:r>
                      </m:e>
                    </m:d>
                    <m:r>
                      <a:rPr lang="en-US" altLang="zh-CN" sz="2000" i="1">
                        <a:solidFill>
                          <a:prstClr val="black"/>
                        </a:solidFill>
                        <a:latin typeface="Cambria Math" panose="02040503050406030204" pitchFamily="18" charset="0"/>
                        <a:ea typeface="宋体" panose="02010600030101010101" pitchFamily="2" charset="-122"/>
                      </a:rPr>
                      <m:t> </m:t>
                    </m:r>
                  </m:oMath>
                </a14:m>
                <a:r>
                  <a:rPr lang="en-US" altLang="zh-CN" sz="2000" dirty="0">
                    <a:solidFill>
                      <a:prstClr val="black"/>
                    </a:solidFill>
                    <a:latin typeface="Times New Roman" panose="02020603050405020304" pitchFamily="18" charset="0"/>
                    <a:ea typeface="宋体" panose="02010600030101010101" pitchFamily="2" charset="-122"/>
                    <a:cs typeface="Times New Roman" panose="02020603050405020304" pitchFamily="18" charset="0"/>
                  </a:rPr>
                  <a:t>=</a:t>
                </a:r>
                <a14:m>
                  <m:oMath xmlns:m="http://schemas.openxmlformats.org/officeDocument/2006/math">
                    <m:nary>
                      <m:naryPr>
                        <m:chr m:val="∑"/>
                        <m:supHide m:val="on"/>
                        <m:ctrlPr>
                          <a:rPr lang="en-US" altLang="zh-CN" sz="2000" i="1">
                            <a:solidFill>
                              <a:prstClr val="black"/>
                            </a:solidFill>
                            <a:latin typeface="Cambria Math" panose="02040503050406030204" pitchFamily="18" charset="0"/>
                            <a:ea typeface="宋体" panose="02010600030101010101" pitchFamily="2" charset="-122"/>
                          </a:rPr>
                        </m:ctrlPr>
                      </m:naryPr>
                      <m:sub>
                        <m:r>
                          <m:rPr>
                            <m:sty m:val="p"/>
                          </m:rPr>
                          <a:rPr lang="en-US" altLang="zh-CN" sz="2000" i="1">
                            <a:solidFill>
                              <a:prstClr val="black"/>
                            </a:solidFill>
                            <a:latin typeface="Cambria Math" panose="02040503050406030204" pitchFamily="18" charset="0"/>
                            <a:ea typeface="宋体" panose="02010600030101010101" pitchFamily="2" charset="-122"/>
                          </a:rPr>
                          <m:t>j</m:t>
                        </m:r>
                        <m:r>
                          <a:rPr lang="en-US" altLang="zh-CN" sz="2000" b="0" i="1" smtClean="0">
                            <a:solidFill>
                              <a:prstClr val="black"/>
                            </a:solidFill>
                            <a:latin typeface="Cambria Math" panose="02040503050406030204" pitchFamily="18" charset="0"/>
                            <a:ea typeface="宋体" panose="02010600030101010101" pitchFamily="2" charset="-122"/>
                          </a:rPr>
                          <m:t>&amp;</m:t>
                        </m:r>
                        <m:r>
                          <m:rPr>
                            <m:sty m:val="p"/>
                          </m:rPr>
                          <a:rPr lang="en-US" altLang="zh-CN" sz="2000" i="1">
                            <a:solidFill>
                              <a:prstClr val="black"/>
                            </a:solidFill>
                            <a:latin typeface="Cambria Math" panose="02040503050406030204" pitchFamily="18" charset="0"/>
                            <a:ea typeface="宋体" panose="02010600030101010101" pitchFamily="2" charset="-122"/>
                          </a:rPr>
                          <m:t>k</m:t>
                        </m:r>
                        <m:r>
                          <a:rPr lang="en-US" altLang="zh-CN" sz="2000" i="1">
                            <a:solidFill>
                              <a:prstClr val="black"/>
                            </a:solidFill>
                            <a:latin typeface="Cambria Math" panose="02040503050406030204" pitchFamily="18" charset="0"/>
                            <a:ea typeface="宋体" panose="02010600030101010101" pitchFamily="2" charset="-122"/>
                          </a:rPr>
                          <m:t> =0</m:t>
                        </m:r>
                      </m:sub>
                      <m:sup/>
                      <m:e>
                        <m:r>
                          <a:rPr lang="en-US" altLang="zh-CN" sz="2000" i="1">
                            <a:solidFill>
                              <a:prstClr val="black"/>
                            </a:solidFill>
                            <a:latin typeface="Cambria Math" panose="02040503050406030204" pitchFamily="18" charset="0"/>
                            <a:ea typeface="宋体" panose="02010600030101010101" pitchFamily="2" charset="-122"/>
                          </a:rPr>
                          <m:t>𝐹</m:t>
                        </m:r>
                        <m:d>
                          <m:dPr>
                            <m:begChr m:val="["/>
                            <m:endChr m:val="]"/>
                            <m:ctrlPr>
                              <a:rPr lang="en-US" altLang="zh-CN" sz="2000" i="1">
                                <a:solidFill>
                                  <a:prstClr val="black"/>
                                </a:solidFill>
                                <a:latin typeface="Cambria Math" panose="02040503050406030204" pitchFamily="18" charset="0"/>
                                <a:ea typeface="宋体" panose="02010600030101010101" pitchFamily="2" charset="-122"/>
                              </a:rPr>
                            </m:ctrlPr>
                          </m:dPr>
                          <m:e>
                            <m:r>
                              <a:rPr lang="en-US" altLang="zh-CN" sz="2000" i="1">
                                <a:solidFill>
                                  <a:prstClr val="black"/>
                                </a:solidFill>
                                <a:latin typeface="Cambria Math" panose="02040503050406030204" pitchFamily="18" charset="0"/>
                                <a:ea typeface="宋体" panose="02010600030101010101" pitchFamily="2" charset="-122"/>
                              </a:rPr>
                              <m:t>𝑖</m:t>
                            </m:r>
                            <m:r>
                              <a:rPr lang="en-US" altLang="zh-CN" sz="2000" i="1">
                                <a:solidFill>
                                  <a:prstClr val="black"/>
                                </a:solidFill>
                                <a:latin typeface="Cambria Math" panose="02040503050406030204" pitchFamily="18" charset="0"/>
                                <a:ea typeface="宋体" panose="02010600030101010101" pitchFamily="2" charset="-122"/>
                              </a:rPr>
                              <m:t>−1,</m:t>
                            </m:r>
                            <m:r>
                              <a:rPr lang="en-US" altLang="zh-CN" sz="2000" i="1">
                                <a:solidFill>
                                  <a:prstClr val="black"/>
                                </a:solidFill>
                                <a:latin typeface="Cambria Math" panose="02040503050406030204" pitchFamily="18" charset="0"/>
                                <a:ea typeface="宋体" panose="02010600030101010101" pitchFamily="2" charset="-122"/>
                              </a:rPr>
                              <m:t>𝑘</m:t>
                            </m:r>
                          </m:e>
                        </m:d>
                      </m:e>
                    </m:nary>
                  </m:oMath>
                </a14:m>
                <a:endParaRPr lang="zh-CN" altLang="en-US" dirty="0">
                  <a:latin typeface="Times New Roman" panose="02020603050405020304" pitchFamily="18" charset="0"/>
                  <a:ea typeface="微软雅黑" panose="020B0503020204020204" pitchFamily="34" charset="-122"/>
                  <a:cs typeface="Times New Roman" panose="02020603050405020304" pitchFamily="18" charset="0"/>
                </a:endParaRP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初值： 𝐹</a:t>
                </a:r>
                <a:r>
                  <a:rPr lang="en-US" altLang="zh-CN" dirty="0">
                    <a:latin typeface="微软雅黑" panose="020B0503020204020204" pitchFamily="34" charset="-122"/>
                    <a:ea typeface="微软雅黑" panose="020B0503020204020204" pitchFamily="34" charset="-122"/>
                  </a:rPr>
                  <a:t>[1,0] =1</a:t>
                </a:r>
                <a:r>
                  <a:rPr lang="zh-CN" altLang="en-US" dirty="0">
                    <a:latin typeface="微软雅黑" panose="020B0503020204020204" pitchFamily="34" charset="-122"/>
                    <a:ea typeface="微软雅黑" panose="020B0503020204020204" pitchFamily="34" charset="-122"/>
                  </a:rPr>
                  <a:t>，其余为</a:t>
                </a:r>
                <a:r>
                  <a:rPr lang="en-US" altLang="zh-CN" dirty="0">
                    <a:latin typeface="微软雅黑" panose="020B0503020204020204" pitchFamily="34" charset="-122"/>
                    <a:ea typeface="微软雅黑" panose="020B0503020204020204" pitchFamily="34" charset="-122"/>
                  </a:rPr>
                  <a:t>0</a:t>
                </a:r>
                <a:r>
                  <a:rPr lang="zh-CN" altLang="en-US" dirty="0">
                    <a:latin typeface="微软雅黑" panose="020B0503020204020204" pitchFamily="34" charset="-122"/>
                    <a:ea typeface="微软雅黑" panose="020B0503020204020204" pitchFamily="34" charset="-122"/>
                  </a:rPr>
                  <a:t>；</a:t>
                </a: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 目标： 𝐹</a:t>
                </a:r>
                <a:r>
                  <a:rPr lang="en-US" altLang="zh-CN" dirty="0">
                    <a:latin typeface="微软雅黑" panose="020B0503020204020204" pitchFamily="34" charset="-122"/>
                    <a:ea typeface="微软雅黑" panose="020B0503020204020204" pitchFamily="34" charset="-122"/>
                  </a:rPr>
                  <a:t>[</a:t>
                </a:r>
                <a:r>
                  <a:rPr lang="zh-CN" altLang="en-US" dirty="0">
                    <a:latin typeface="微软雅黑" panose="020B0503020204020204" pitchFamily="34" charset="-122"/>
                    <a:ea typeface="微软雅黑" panose="020B0503020204020204" pitchFamily="34" charset="-122"/>
                  </a:rPr>
                  <a:t>𝑁</a:t>
                </a:r>
                <a:r>
                  <a:rPr lang="en-US" altLang="zh-CN" dirty="0">
                    <a:latin typeface="微软雅黑" panose="020B0503020204020204" pitchFamily="34" charset="-122"/>
                    <a:ea typeface="微软雅黑" panose="020B0503020204020204" pitchFamily="34" charset="-122"/>
                  </a:rPr>
                  <a:t>,1~s[</a:t>
                </a:r>
                <a:r>
                  <a:rPr lang="en-US" altLang="zh-CN" dirty="0" err="1">
                    <a:latin typeface="微软雅黑" panose="020B0503020204020204" pitchFamily="34" charset="-122"/>
                    <a:ea typeface="微软雅黑" panose="020B0503020204020204" pitchFamily="34" charset="-122"/>
                  </a:rPr>
                  <a:t>i</a:t>
                </a:r>
                <a:r>
                  <a:rPr lang="en-US" altLang="zh-CN" dirty="0">
                    <a:latin typeface="微软雅黑" panose="020B0503020204020204" pitchFamily="34" charset="-122"/>
                    <a:ea typeface="微软雅黑" panose="020B0503020204020204" pitchFamily="34" charset="-122"/>
                  </a:rPr>
                  <a:t>]] </a:t>
                </a:r>
                <a:r>
                  <a:rPr lang="zh-CN" altLang="en-US" dirty="0">
                    <a:latin typeface="微软雅黑" panose="020B0503020204020204" pitchFamily="34" charset="-122"/>
                    <a:ea typeface="微软雅黑" panose="020B0503020204020204" pitchFamily="34" charset="-122"/>
                  </a:rPr>
                  <a:t>的累加和</a:t>
                </a:r>
                <a:endParaRPr lang="en-US" altLang="zh-CN" dirty="0">
                  <a:latin typeface="微软雅黑" panose="020B0503020204020204" pitchFamily="34" charset="-122"/>
                  <a:ea typeface="微软雅黑" panose="020B0503020204020204" pitchFamily="34" charset="-122"/>
                </a:endParaRPr>
              </a:p>
              <a:p>
                <a:pPr marL="285750" indent="-285750">
                  <a:lnSpc>
                    <a:spcPct val="200000"/>
                  </a:lnSpc>
                  <a:buFont typeface="Arial" panose="020B0604020202020204" pitchFamily="34" charset="0"/>
                  <a:buChar char="•"/>
                </a:pPr>
                <a:r>
                  <a:rPr lang="zh-CN" altLang="en-US" dirty="0">
                    <a:latin typeface="微软雅黑" panose="020B0503020204020204" pitchFamily="34" charset="-122"/>
                    <a:ea typeface="微软雅黑" panose="020B0503020204020204" pitchFamily="34" charset="-122"/>
                  </a:rPr>
                  <a:t>时间复杂度：</a:t>
                </a:r>
                <a:r>
                  <a:rPr lang="en-US" altLang="zh-CN" dirty="0">
                    <a:latin typeface="微软雅黑" panose="020B0503020204020204" pitchFamily="34" charset="-122"/>
                    <a:ea typeface="微软雅黑" panose="020B0503020204020204" pitchFamily="34" charset="-122"/>
                  </a:rPr>
                  <a:t>&lt;O</a:t>
                </a:r>
                <a:r>
                  <a:rPr lang="zh-CN" altLang="en-US" dirty="0">
                    <a:latin typeface="微软雅黑" panose="020B0503020204020204" pitchFamily="34" charset="-122"/>
                    <a:ea typeface="微软雅黑" panose="020B0503020204020204" pitchFamily="34" charset="-122"/>
                  </a:rPr>
                  <a:t>（</a:t>
                </a:r>
                <a14:m>
                  <m:oMath xmlns:m="http://schemas.openxmlformats.org/officeDocument/2006/math">
                    <m:sSup>
                      <m:sSupPr>
                        <m:ctrlPr>
                          <a:rPr lang="en-US" altLang="zh-CN" i="1" smtClean="0">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i="1">
                            <a:latin typeface="Cambria Math" panose="02040503050406030204" pitchFamily="18" charset="0"/>
                            <a:ea typeface="微软雅黑" panose="020B0503020204020204" pitchFamily="34" charset="-122"/>
                          </a:rPr>
                          <m:t>2</m:t>
                        </m:r>
                      </m:e>
                      <m:sup>
                        <m:r>
                          <m:rPr>
                            <m:sty m:val="p"/>
                          </m:rPr>
                          <a:rPr lang="en-US" altLang="zh-CN" i="1">
                            <a:latin typeface="Cambria Math" panose="02040503050406030204" pitchFamily="18" charset="0"/>
                            <a:ea typeface="微软雅黑" panose="020B0503020204020204" pitchFamily="34" charset="-122"/>
                          </a:rPr>
                          <m:t>M</m:t>
                        </m:r>
                      </m:sup>
                    </m:sSup>
                    <m:r>
                      <a:rPr lang="en-US" altLang="zh-CN" i="1">
                        <a:latin typeface="Cambria Math" panose="02040503050406030204" pitchFamily="18" charset="0"/>
                        <a:ea typeface="微软雅黑" panose="020B0503020204020204" pitchFamily="34" charset="-122"/>
                      </a:rPr>
                      <m:t> </m:t>
                    </m:r>
                  </m:oMath>
                </a14:m>
                <a:r>
                  <a:rPr lang="en-US" altLang="zh-CN" dirty="0">
                    <a:latin typeface="微软雅黑" panose="020B0503020204020204" pitchFamily="34" charset="-122"/>
                    <a:ea typeface="微软雅黑" panose="020B0503020204020204" pitchFamily="34" charset="-122"/>
                  </a:rPr>
                  <a:t>N</a:t>
                </a:r>
                <a:r>
                  <a:rPr lang="zh-CN" altLang="en-US" dirty="0">
                    <a:latin typeface="微软雅黑" panose="020B0503020204020204" pitchFamily="34" charset="-122"/>
                    <a:ea typeface="微软雅黑" panose="020B0503020204020204" pitchFamily="34" charset="-122"/>
                  </a:rPr>
                  <a:t>）</a:t>
                </a:r>
                <a:r>
                  <a:rPr lang="en-US" altLang="zh-CN" dirty="0">
                    <a:latin typeface="微软雅黑" panose="020B0503020204020204" pitchFamily="34" charset="-122"/>
                    <a:ea typeface="微软雅黑" panose="020B0503020204020204" pitchFamily="34" charset="-122"/>
                  </a:rPr>
                  <a:t>=</a:t>
                </a:r>
                <a:r>
                  <a:rPr lang="en-US" altLang="zh-CN" dirty="0">
                    <a:ea typeface="微软雅黑" panose="020B0503020204020204" pitchFamily="34" charset="-122"/>
                  </a:rPr>
                  <a:t> </a:t>
                </a:r>
                <a14:m>
                  <m:oMath xmlns:m="http://schemas.openxmlformats.org/officeDocument/2006/math">
                    <m:sSup>
                      <m:sSupPr>
                        <m:ctrlPr>
                          <a:rPr lang="en-US" altLang="zh-CN" i="1">
                            <a:latin typeface="Cambria Math" panose="02040503050406030204" pitchFamily="18" charset="0"/>
                            <a:ea typeface="微软雅黑" panose="020B0503020204020204" pitchFamily="34" charset="-122"/>
                          </a:rPr>
                        </m:ctrlPr>
                      </m:sSupPr>
                      <m:e>
                        <m:r>
                          <a:rPr lang="en-US" altLang="zh-CN" b="0" i="1" smtClean="0">
                            <a:latin typeface="Cambria Math" panose="02040503050406030204" pitchFamily="18" charset="0"/>
                            <a:ea typeface="微软雅黑" panose="020B0503020204020204" pitchFamily="34" charset="-122"/>
                          </a:rPr>
                          <m:t>4</m:t>
                        </m:r>
                      </m:e>
                      <m:sup>
                        <m:r>
                          <m:rPr>
                            <m:sty m:val="p"/>
                          </m:rPr>
                          <a:rPr lang="en-US" altLang="zh-CN" i="1">
                            <a:latin typeface="Cambria Math" panose="02040503050406030204" pitchFamily="18" charset="0"/>
                            <a:ea typeface="微软雅黑" panose="020B0503020204020204" pitchFamily="34" charset="-122"/>
                          </a:rPr>
                          <m:t>M</m:t>
                        </m:r>
                      </m:sup>
                    </m:sSup>
                  </m:oMath>
                </a14:m>
                <a:r>
                  <a:rPr lang="en-US" altLang="zh-CN" dirty="0">
                    <a:latin typeface="微软雅黑" panose="020B0503020204020204" pitchFamily="34" charset="-122"/>
                    <a:ea typeface="微软雅黑" panose="020B0503020204020204" pitchFamily="34" charset="-122"/>
                  </a:rPr>
                  <a:t>N</a:t>
                </a:r>
                <a:endParaRPr lang="zh-CN" altLang="en-US" dirty="0">
                  <a:latin typeface="微软雅黑" panose="020B0503020204020204" pitchFamily="34" charset="-122"/>
                  <a:ea typeface="微软雅黑" panose="020B0503020204020204" pitchFamily="34" charset="-122"/>
                </a:endParaRPr>
              </a:p>
            </p:txBody>
          </p:sp>
        </mc:Choice>
        <mc:Fallback xmlns="">
          <p:sp>
            <p:nvSpPr>
              <p:cNvPr id="6" name="矩形 5">
                <a:extLst>
                  <a:ext uri="{FF2B5EF4-FFF2-40B4-BE49-F238E27FC236}">
                    <a16:creationId xmlns:a16="http://schemas.microsoft.com/office/drawing/2014/main" id="{C83FBD9F-DA46-4D87-88B9-20AB80647106}"/>
                  </a:ext>
                </a:extLst>
              </p:cNvPr>
              <p:cNvSpPr>
                <a:spLocks noRot="1" noChangeAspect="1" noMove="1" noResize="1" noEditPoints="1" noAdjustHandles="1" noChangeArrowheads="1" noChangeShapeType="1" noTextEdit="1"/>
              </p:cNvSpPr>
              <p:nvPr/>
            </p:nvSpPr>
            <p:spPr>
              <a:xfrm>
                <a:off x="1032769" y="1173162"/>
                <a:ext cx="10052813" cy="5913414"/>
              </a:xfrm>
              <a:prstGeom prst="rect">
                <a:avLst/>
              </a:prstGeom>
              <a:blipFill>
                <a:blip r:embed="rId2"/>
                <a:stretch>
                  <a:fillRect l="-5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6657131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5" end="5"/>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状态压缩动态规划</a:t>
            </a:r>
          </a:p>
        </p:txBody>
      </p:sp>
      <p:sp>
        <p:nvSpPr>
          <p:cNvPr id="5" name="矩形 4">
            <a:extLst>
              <a:ext uri="{FF2B5EF4-FFF2-40B4-BE49-F238E27FC236}">
                <a16:creationId xmlns:a16="http://schemas.microsoft.com/office/drawing/2014/main" id="{56752723-DE7F-47E0-8824-38387C444C3E}"/>
              </a:ext>
            </a:extLst>
          </p:cNvPr>
          <p:cNvSpPr/>
          <p:nvPr/>
        </p:nvSpPr>
        <p:spPr>
          <a:xfrm>
            <a:off x="899604" y="1352496"/>
            <a:ext cx="10052813"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r>
              <a:rPr lang="zh-CN" altLang="en-US" b="1" dirty="0">
                <a:solidFill>
                  <a:srgbClr val="6D7D66"/>
                </a:solidFill>
                <a:latin typeface="微软雅黑" panose="020B0503020204020204" pitchFamily="34" charset="-122"/>
                <a:ea typeface="微软雅黑" panose="020B0503020204020204" pitchFamily="34" charset="-122"/>
              </a:rPr>
              <a:t>参考程序</a:t>
            </a:r>
            <a:r>
              <a:rPr kumimoji="0" lang="en-US" altLang="zh-CN" sz="1800" b="1" i="0" u="none" strike="noStrike" kern="1200" cap="none" spc="0" normalizeH="0" baseline="0" noProof="0" dirty="0">
                <a:ln>
                  <a:noFill/>
                </a:ln>
                <a:solidFill>
                  <a:srgbClr val="6D7D66"/>
                </a:solidFill>
                <a:effectLst/>
                <a:uLnTx/>
                <a:uFillTx/>
                <a:latin typeface="微软雅黑" panose="020B0503020204020204" pitchFamily="34" charset="-122"/>
                <a:ea typeface="微软雅黑" panose="020B0503020204020204" pitchFamily="34" charset="-122"/>
                <a:cs typeface="+mn-cs"/>
              </a:rPr>
              <a:t>】</a:t>
            </a:r>
          </a:p>
        </p:txBody>
      </p:sp>
      <p:sp>
        <p:nvSpPr>
          <p:cNvPr id="4" name="矩形 3">
            <a:extLst>
              <a:ext uri="{FF2B5EF4-FFF2-40B4-BE49-F238E27FC236}">
                <a16:creationId xmlns:a16="http://schemas.microsoft.com/office/drawing/2014/main" id="{C30FA300-C328-4A21-90B3-63EA3C650C05}"/>
              </a:ext>
            </a:extLst>
          </p:cNvPr>
          <p:cNvSpPr/>
          <p:nvPr/>
        </p:nvSpPr>
        <p:spPr>
          <a:xfrm>
            <a:off x="-636233" y="1549251"/>
            <a:ext cx="9980682" cy="561179"/>
          </a:xfrm>
          <a:prstGeom prst="rect">
            <a:avLst/>
          </a:prstGeom>
        </p:spPr>
        <p:txBody>
          <a:bodyPr wrap="square">
            <a:spAutoFit/>
          </a:bodyPr>
          <a:lstStyle/>
          <a:p>
            <a:pPr>
              <a:lnSpc>
                <a:spcPct val="200000"/>
              </a:lnSpc>
            </a:pPr>
            <a:r>
              <a:rPr lang="en-US" altLang="zh-CN" dirty="0">
                <a:solidFill>
                  <a:srgbClr val="514843"/>
                </a:solidFill>
                <a:latin typeface="微软雅黑" panose="020B0503020204020204" pitchFamily="34" charset="-122"/>
                <a:ea typeface="微软雅黑" panose="020B0503020204020204" pitchFamily="34" charset="-122"/>
              </a:rPr>
              <a:t> </a:t>
            </a:r>
            <a:endParaRPr lang="zh-CN" altLang="en-US" sz="1600" dirty="0"/>
          </a:p>
        </p:txBody>
      </p:sp>
      <p:pic>
        <p:nvPicPr>
          <p:cNvPr id="6" name="图片 5">
            <a:extLst>
              <a:ext uri="{FF2B5EF4-FFF2-40B4-BE49-F238E27FC236}">
                <a16:creationId xmlns:a16="http://schemas.microsoft.com/office/drawing/2014/main" id="{589F5833-F0D2-4CC1-9DFE-6A4084429583}"/>
              </a:ext>
            </a:extLst>
          </p:cNvPr>
          <p:cNvPicPr>
            <a:picLocks noChangeAspect="1"/>
          </p:cNvPicPr>
          <p:nvPr/>
        </p:nvPicPr>
        <p:blipFill>
          <a:blip r:embed="rId2"/>
          <a:stretch>
            <a:fillRect/>
          </a:stretch>
        </p:blipFill>
        <p:spPr>
          <a:xfrm>
            <a:off x="1104900" y="1829840"/>
            <a:ext cx="4054191" cy="1714649"/>
          </a:xfrm>
          <a:prstGeom prst="rect">
            <a:avLst/>
          </a:prstGeom>
        </p:spPr>
      </p:pic>
      <p:pic>
        <p:nvPicPr>
          <p:cNvPr id="12" name="图片 11">
            <a:extLst>
              <a:ext uri="{FF2B5EF4-FFF2-40B4-BE49-F238E27FC236}">
                <a16:creationId xmlns:a16="http://schemas.microsoft.com/office/drawing/2014/main" id="{FB46870A-90D4-480E-81A0-BA3E85FE5F53}"/>
              </a:ext>
            </a:extLst>
          </p:cNvPr>
          <p:cNvPicPr>
            <a:picLocks noChangeAspect="1"/>
          </p:cNvPicPr>
          <p:nvPr/>
        </p:nvPicPr>
        <p:blipFill>
          <a:blip r:embed="rId3"/>
          <a:stretch>
            <a:fillRect/>
          </a:stretch>
        </p:blipFill>
        <p:spPr>
          <a:xfrm>
            <a:off x="1104900" y="3550640"/>
            <a:ext cx="4054190" cy="3231160"/>
          </a:xfrm>
          <a:prstGeom prst="rect">
            <a:avLst/>
          </a:prstGeom>
        </p:spPr>
      </p:pic>
      <p:pic>
        <p:nvPicPr>
          <p:cNvPr id="7" name="图片 6">
            <a:extLst>
              <a:ext uri="{FF2B5EF4-FFF2-40B4-BE49-F238E27FC236}">
                <a16:creationId xmlns:a16="http://schemas.microsoft.com/office/drawing/2014/main" id="{8CD650DC-958B-4075-9E8F-4354ADC47541}"/>
              </a:ext>
            </a:extLst>
          </p:cNvPr>
          <p:cNvPicPr>
            <a:picLocks noChangeAspect="1"/>
          </p:cNvPicPr>
          <p:nvPr/>
        </p:nvPicPr>
        <p:blipFill>
          <a:blip r:embed="rId4"/>
          <a:stretch>
            <a:fillRect/>
          </a:stretch>
        </p:blipFill>
        <p:spPr>
          <a:xfrm>
            <a:off x="5159090" y="1829840"/>
            <a:ext cx="6122168" cy="3462538"/>
          </a:xfrm>
          <a:prstGeom prst="rect">
            <a:avLst/>
          </a:prstGeom>
        </p:spPr>
      </p:pic>
    </p:spTree>
    <p:extLst>
      <p:ext uri="{BB962C8B-B14F-4D97-AF65-F5344CB8AC3E}">
        <p14:creationId xmlns:p14="http://schemas.microsoft.com/office/powerpoint/2010/main" val="1145289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pPr algn="ctr"/>
            <a:r>
              <a:rPr lang="zh-CN" altLang="en-US" dirty="0"/>
              <a:t>谢谢！</a:t>
            </a:r>
          </a:p>
        </p:txBody>
      </p:sp>
      <p:pic>
        <p:nvPicPr>
          <p:cNvPr id="5" name="图片占位符 4"/>
          <p:cNvPicPr>
            <a:picLocks noGrp="1" noChangeAspect="1"/>
          </p:cNvPicPr>
          <p:nvPr>
            <p:ph type="pic" sz="quarter" idx="13"/>
          </p:nvPr>
        </p:nvPicPr>
        <p:blipFill>
          <a:blip r:embed="rId2" cstate="print">
            <a:extLst>
              <a:ext uri="{28A0092B-C50C-407E-A947-70E740481C1C}">
                <a14:useLocalDpi xmlns:a14="http://schemas.microsoft.com/office/drawing/2010/main" val="0"/>
              </a:ext>
            </a:extLst>
          </a:blip>
          <a:srcRect l="13409" r="13409"/>
          <a:stretch>
            <a:fillRect/>
          </a:stretch>
        </p:blipFill>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学术文献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2473</Words>
  <Application>Microsoft Office PowerPoint</Application>
  <PresentationFormat>宽屏</PresentationFormat>
  <Paragraphs>180</Paragraphs>
  <Slides>22</Slides>
  <Notes>2</Notes>
  <HiddenSlides>0</HiddenSlides>
  <MMClips>0</MMClips>
  <ScaleCrop>false</ScaleCrop>
  <HeadingPairs>
    <vt:vector size="6" baseType="variant">
      <vt:variant>
        <vt:lpstr>已用的字体</vt:lpstr>
      </vt:variant>
      <vt:variant>
        <vt:i4>7</vt:i4>
      </vt:variant>
      <vt:variant>
        <vt:lpstr>主题</vt:lpstr>
      </vt:variant>
      <vt:variant>
        <vt:i4>2</vt:i4>
      </vt:variant>
      <vt:variant>
        <vt:lpstr>幻灯片标题</vt:lpstr>
      </vt:variant>
      <vt:variant>
        <vt:i4>22</vt:i4>
      </vt:variant>
    </vt:vector>
  </HeadingPairs>
  <TitlesOfParts>
    <vt:vector size="31" baseType="lpstr">
      <vt:lpstr>微软雅黑</vt:lpstr>
      <vt:lpstr>Arial</vt:lpstr>
      <vt:lpstr>Calibri</vt:lpstr>
      <vt:lpstr>Cambria Math</vt:lpstr>
      <vt:lpstr>Euphemia</vt:lpstr>
      <vt:lpstr>Times New Roman</vt:lpstr>
      <vt:lpstr>Wingdings</vt:lpstr>
      <vt:lpstr>学术文献 16x9</vt:lpstr>
      <vt:lpstr>1_学术文献 16x9</vt:lpstr>
      <vt:lpstr>状态压缩动态规划</vt:lpstr>
      <vt:lpstr>学习目标</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状态压缩动态规划</vt:lpstr>
      <vt:lpstr>谢谢！</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9</cp:revision>
  <dcterms:created xsi:type="dcterms:W3CDTF">2017-11-04T04:56:00Z</dcterms:created>
  <dcterms:modified xsi:type="dcterms:W3CDTF">2022-03-06T02:18:19Z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0x0101006EDDDB5EE6D98C44930B742096920B300400F5B6D36B3EF94B4E9A635CDF2A18F5B8</vt:lpwstr>
  </property>
  <property fmtid="{D5CDD505-2E9C-101B-9397-08002B2CF9AE}" pid="3" name="InternalTags">
    <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y fmtid="{D5CDD505-2E9C-101B-9397-08002B2CF9AE}" pid="8" name="KSOProductBuildVer">
    <vt:lpwstr>2052-10.1.0.7520</vt:lpwstr>
  </property>
</Properties>
</file>