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706" r:id="rId2"/>
    <p:sldId id="612" r:id="rId3"/>
    <p:sldId id="668" r:id="rId4"/>
    <p:sldId id="676" r:id="rId5"/>
    <p:sldId id="677" r:id="rId6"/>
    <p:sldId id="678" r:id="rId7"/>
    <p:sldId id="679" r:id="rId8"/>
    <p:sldId id="680" r:id="rId9"/>
    <p:sldId id="681" r:id="rId10"/>
    <p:sldId id="687" r:id="rId11"/>
    <p:sldId id="688" r:id="rId12"/>
    <p:sldId id="689" r:id="rId13"/>
    <p:sldId id="690" r:id="rId14"/>
    <p:sldId id="692" r:id="rId15"/>
    <p:sldId id="693" r:id="rId16"/>
    <p:sldId id="694" r:id="rId17"/>
    <p:sldId id="695" r:id="rId18"/>
    <p:sldId id="696" r:id="rId19"/>
    <p:sldId id="697" r:id="rId20"/>
    <p:sldId id="699" r:id="rId21"/>
    <p:sldId id="700" r:id="rId22"/>
    <p:sldId id="701" r:id="rId23"/>
    <p:sldId id="702" r:id="rId24"/>
    <p:sldId id="704" r:id="rId25"/>
    <p:sldId id="705" r:id="rId26"/>
    <p:sldId id="673" r:id="rId27"/>
    <p:sldId id="674" r:id="rId28"/>
    <p:sldId id="675" r:id="rId29"/>
    <p:sldId id="682" r:id="rId30"/>
    <p:sldId id="683" r:id="rId31"/>
    <p:sldId id="684" r:id="rId32"/>
    <p:sldId id="685" r:id="rId33"/>
    <p:sldId id="686" r:id="rId34"/>
    <p:sldId id="708" r:id="rId35"/>
    <p:sldId id="713" r:id="rId36"/>
    <p:sldId id="712" r:id="rId37"/>
    <p:sldId id="709" r:id="rId38"/>
    <p:sldId id="710" r:id="rId39"/>
    <p:sldId id="711" r:id="rId40"/>
    <p:sldId id="714" r:id="rId41"/>
    <p:sldId id="715" r:id="rId42"/>
    <p:sldId id="716" r:id="rId43"/>
    <p:sldId id="717" r:id="rId44"/>
    <p:sldId id="667" r:id="rId45"/>
    <p:sldId id="707" r:id="rId46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2021/7/1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2021/7/1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2021/7/1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2021/7/1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6" y="2147652"/>
            <a:ext cx="4560163" cy="1954514"/>
          </a:xfrm>
        </p:spPr>
        <p:txBody>
          <a:bodyPr rtlCol="0" anchor="ctr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/>
              <a:t>树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理解树的基本原理。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理解并实现树的的存储和遍历。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77207"/>
            <a:ext cx="10060582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栈、队列属于线性结构。在这种结构中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不管其存储方式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顺序和链式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数据元素的逻辑位置之间呈线性关系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即每一个数据元素通常只有一个前驱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除第一个元素外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和一个后继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除最后一个元素外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也有很多问题数据元素间的逻辑关系不能用线性结构明确、方便地描述出来。一般来说，至少存在一个结点（数据元素）有多于一个前驱或后继的数据结构称为非线性结构。具有非线性结构特征的数据结构有两种：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）树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77207"/>
            <a:ext cx="10060582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是一种非线性的数据结构，用它能很好地描述有分支和层次特性的数据集合。树型结构在现实世界中广泛存在。在树型结构中，二叉树是最常用的结构，它的分支个数确定、又可以为空、并有良好的递归特性，特别适宜于程序设计，因此也常常将一般树转换成二叉树进行处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264265"/>
            <a:ext cx="1006058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一棵树是由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n&gt;0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）个元素组成的有限集合，其中：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）每个元素称为结点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(node)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）有一个特定的结点，称为根结点或树根（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）除根结点外，其余结点能分成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m&gt;=0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）个互不相交的有限集合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T0,T1,T2,……Tm-1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。其中的每个子集又都是一棵树，这些集合称为这棵树的子树。</a:t>
            </a:r>
          </a:p>
        </p:txBody>
      </p:sp>
      <p:pic>
        <p:nvPicPr>
          <p:cNvPr id="4" name="Picture 5" descr="tree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455" y="4134142"/>
            <a:ext cx="3644192" cy="2451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264265"/>
            <a:ext cx="5997237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结点的分类 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⑴根结点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：没有父亲的结点。在树中有且仅有一个根结点。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⑵分支结点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：除根结点外，有孩子的结点称为分支结点。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。分支结点亦是其子树的根；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⑶叶结点：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没有孩子的结点称为树叶。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为叶结点。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根结点到每一个分支结点或叶结点的路径是唯一的。</a:t>
            </a:r>
          </a:p>
        </p:txBody>
      </p:sp>
      <p:pic>
        <p:nvPicPr>
          <p:cNvPr id="6" name="图片 18432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076" y="1652156"/>
            <a:ext cx="3456506" cy="311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264265"/>
            <a:ext cx="5997237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有关度的定义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 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：一个结点的子树数目称为该结点的度（区分图中结点的度）。图中，结点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。显然，所有树叶的度为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  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：所有结点中最大的度称为该树的度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宽度）。图中树的度为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6" name="图片 18432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666" y="1740933"/>
            <a:ext cx="3456506" cy="311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918469" y="1468452"/>
            <a:ext cx="4901823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树的深度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（高度）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树是分层次的。结点所在的层次是从根算起的。根结点在第一层，根的儿子在第二层，其余各层依次类推。图中的树共有五层。在树中，父结点在同一层的所有结点构成兄弟关系。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树中最大的层次称为树的深度</a:t>
            </a:r>
          </a:p>
        </p:txBody>
      </p:sp>
      <p:pic>
        <p:nvPicPr>
          <p:cNvPr id="7" name="图片 18636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033" y="1835702"/>
            <a:ext cx="4609970" cy="2836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361581"/>
            <a:ext cx="8598393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森林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所谓森林，是指若干棵互不相交的树的集合。如图去掉根结点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，其原来的三棵子树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{Tb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Td}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就为森林，这三棵子树的具体形态如图（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pic>
        <p:nvPicPr>
          <p:cNvPr id="6" name="图片 8198" descr="tree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77" y="3718771"/>
            <a:ext cx="3231548" cy="2081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8199" descr="tree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44"/>
          <a:stretch>
            <a:fillRect/>
          </a:stretch>
        </p:blipFill>
        <p:spPr bwMode="auto">
          <a:xfrm>
            <a:off x="5981565" y="3831585"/>
            <a:ext cx="4103468" cy="180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直接连接符 8200"/>
          <p:cNvSpPr>
            <a:spLocks noChangeShapeType="1"/>
          </p:cNvSpPr>
          <p:nvPr/>
        </p:nvSpPr>
        <p:spPr bwMode="auto">
          <a:xfrm>
            <a:off x="4660251" y="4698614"/>
            <a:ext cx="821171" cy="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370798"/>
            <a:ext cx="4901823" cy="2461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树是连通且无环的无向图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等价条件：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连通，且含有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任意两点间恰有一条路径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529" y="1764868"/>
            <a:ext cx="2452694" cy="2856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3877" y="1812373"/>
            <a:ext cx="4901823" cy="2461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连通，且含有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任意两点间恰有一条路径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每个节点的地位是相同的 </a:t>
            </a:r>
          </a:p>
          <a:p>
            <a:pPr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可以当做普通的无向图来处理 </a:t>
            </a:r>
          </a:p>
        </p:txBody>
      </p:sp>
      <p:sp>
        <p:nvSpPr>
          <p:cNvPr id="6" name="矩形 5"/>
          <p:cNvSpPr/>
          <p:nvPr/>
        </p:nvSpPr>
        <p:spPr>
          <a:xfrm>
            <a:off x="1033878" y="1249590"/>
            <a:ext cx="4901823" cy="615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无根树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529" y="1764868"/>
            <a:ext cx="2452694" cy="2856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888801"/>
            <a:ext cx="10051704" cy="1846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在定义的基础上、指定一个节点为“根”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root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相比无根树，有根树更多地利用树的性质， 组织结构更加清晰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树上的问题一般先转化成有根树再解决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6" name="矩形 5"/>
          <p:cNvSpPr/>
          <p:nvPr/>
        </p:nvSpPr>
        <p:spPr>
          <a:xfrm>
            <a:off x="1070148" y="1223461"/>
            <a:ext cx="4901823" cy="615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有根树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106" y="3937632"/>
            <a:ext cx="5640000" cy="2250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888801"/>
            <a:ext cx="10015434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父亲表示法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。除了根没有父亲，所有节点都有 唯一的父亲。记录每个节点的父节点即可。缺点是不能从根开始遍历整棵树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应用：并查集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方法二：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同普通的无向图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存储。从根开始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时得到每个点的父节点，除了父节点外相邻的节点就是子节点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只知道树边的两个端点、 不知道父子关系的情况 </a:t>
            </a:r>
          </a:p>
        </p:txBody>
      </p:sp>
      <p:sp>
        <p:nvSpPr>
          <p:cNvPr id="6" name="矩形 5"/>
          <p:cNvSpPr/>
          <p:nvPr/>
        </p:nvSpPr>
        <p:spPr>
          <a:xfrm>
            <a:off x="1070148" y="1326018"/>
            <a:ext cx="4901823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有根树的存储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153264"/>
            <a:ext cx="10015434" cy="4198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父亲表示法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这种方法是定义一个数组，每个数组元素为一个记录，除了存放一个结点的数据信息外，还存放该结点编号．其结点的结构定义如下：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#define   m 10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　　树的结点数　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struct  node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int  data;  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数据域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parent; 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父结点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内容占位符 106499"/>
          <p:cNvGraphicFramePr/>
          <p:nvPr/>
        </p:nvGraphicFramePr>
        <p:xfrm>
          <a:off x="1230053" y="4986336"/>
          <a:ext cx="2392036" cy="365321"/>
        </p:xfrm>
        <a:graphic>
          <a:graphicData uri="http://schemas.openxmlformats.org/drawingml/2006/table">
            <a:tbl>
              <a:tblPr/>
              <a:tblGrid>
                <a:gridCol w="1196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32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dirty="0"/>
                        <a:t>Data</a:t>
                      </a:r>
                      <a:endParaRPr lang="zh-CN" altLang="en-US" sz="1800" dirty="0"/>
                    </a:p>
                  </a:txBody>
                  <a:tcPr marL="67014" marR="67014" marT="33507" marB="33507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dirty="0"/>
                        <a:t>Parent</a:t>
                      </a:r>
                      <a:endParaRPr lang="zh-CN" altLang="en-US" sz="1800" dirty="0"/>
                    </a:p>
                  </a:txBody>
                  <a:tcPr marL="67014" marR="67014" marT="33507" marB="33507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104900" y="5520070"/>
            <a:ext cx="2999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rgbClr val="000000"/>
              </a:buClr>
            </a:pPr>
            <a:r>
              <a:rPr lang="en-US" altLang="zh-CN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 tree[maxn][2];//</a:t>
            </a: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树的存储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153264"/>
            <a:ext cx="10015434" cy="1012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父亲表示法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70148" y="5315884"/>
            <a:ext cx="8349060" cy="1116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  <a:buClr>
                <a:srgbClr val="000000"/>
              </a:buClr>
            </a:pP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优缺点：利用了树中除根结点外每个结点都有唯一的父结点这个性质。很容易找到树根，但找孩子时需要遍历整个线性表。 </a:t>
            </a:r>
          </a:p>
        </p:txBody>
      </p:sp>
      <p:pic>
        <p:nvPicPr>
          <p:cNvPr id="6" name="图片 107523" descr="未命名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801149"/>
            <a:ext cx="4122357" cy="3303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4650" y="1173162"/>
            <a:ext cx="5588092" cy="4461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树的统计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输入森林中的结点关系，统计森林中树的数量，输出树的根。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：结点数量；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：边数；（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行：每行两个结点编号：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的父结点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,j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&lt;=100)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第一行：树的数量。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第二行：依次输出森林中树的根结点编号（从小到大）。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51324" y="1419889"/>
            <a:ext cx="2003394" cy="4480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9 7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7 8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9 1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9 4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7 9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942338" y="1651247"/>
            <a:ext cx="0" cy="459863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441273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971735" y="1810605"/>
            <a:ext cx="9980682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定义数组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记录每个节点的父亲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初始化：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memset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(tree,0,sizeof(tree))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读入边和节点信息，记录父亲信息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数组，父亲编号为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的节点即为根节点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20815" y="131333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10" y="1763885"/>
            <a:ext cx="8197504" cy="3571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4650" y="1173162"/>
            <a:ext cx="5588092" cy="5404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找树根和孩子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给定一棵树，输出树的根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，孩子最多的结点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以及他的孩子。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（结点个数），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（边数）。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行；每行两个结点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的孩子。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第一行：树根：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第二行：孩子最多的结点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第三行：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的孩子。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51324" y="1419889"/>
            <a:ext cx="2003394" cy="4850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2 8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6 7 8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942338" y="1651247"/>
            <a:ext cx="0" cy="459863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20815" y="131333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58" y="1621112"/>
            <a:ext cx="5869485" cy="5160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153264"/>
            <a:ext cx="10015434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0" y="4028621"/>
            <a:ext cx="10015434" cy="2224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  <a:buClr>
                <a:srgbClr val="000000"/>
              </a:buClr>
            </a:pP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从图中可以看出，顶点表的各个结点由</a:t>
            </a:r>
            <a:r>
              <a:rPr lang="en-US" altLang="zh-CN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</a:t>
            </a: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firstedge</a:t>
            </a: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两个域表示，</a:t>
            </a:r>
            <a:r>
              <a:rPr lang="en-US" altLang="zh-CN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</a:t>
            </a: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是数据域，存储顶点的信息，</a:t>
            </a:r>
            <a:r>
              <a:rPr lang="en-US" altLang="zh-CN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firstedge</a:t>
            </a: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是指针域，指向边表的第一个结点，即此顶点的第一个邻接点。边表结点由</a:t>
            </a:r>
            <a:r>
              <a:rPr lang="en-US" altLang="zh-CN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adjvex</a:t>
            </a: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next</a:t>
            </a: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两个域组成。</a:t>
            </a:r>
            <a:r>
              <a:rPr lang="en-US" altLang="zh-CN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adjvex</a:t>
            </a: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是邻接点域，存储某顶点的邻接点在顶点表中的下标，</a:t>
            </a:r>
            <a:r>
              <a:rPr lang="en-US" altLang="zh-CN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next</a:t>
            </a:r>
            <a:r>
              <a:rPr lang="zh-CN" altLang="en-US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则存储指向边表中下一个结点的指针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900" y="1870139"/>
            <a:ext cx="7228953" cy="19650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53706" y="1192465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5896" y="1731990"/>
            <a:ext cx="10238690" cy="1546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  <a:buClr>
                <a:srgbClr val="000000"/>
              </a:buClr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链式前向星其实就是静态建立的邻接表，时间效率为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），空间效率也为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）。遍历效率也为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200000"/>
              </a:lnSpc>
              <a:buClr>
                <a:srgbClr val="000000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对于下面的数据，第一行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个顶点，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条边。接下来是边的起点，终点和权值。也就是边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1 -&gt; 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权值为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eaLnBrk="0" hangingPunct="0">
              <a:lnSpc>
                <a:spcPct val="200000"/>
              </a:lnSpc>
              <a:buClr>
                <a:srgbClr val="000000"/>
              </a:buClr>
            </a:pPr>
            <a:endParaRPr lang="zh-CN" altLang="en-US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63" y="2943952"/>
            <a:ext cx="1967399" cy="20863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901" y="2943952"/>
            <a:ext cx="3029657" cy="3789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376116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04900" y="2162627"/>
            <a:ext cx="6096000" cy="25327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Edge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next;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to;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w;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}edge[105];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记录边信息 </a:t>
            </a:r>
          </a:p>
        </p:txBody>
      </p:sp>
      <p:sp>
        <p:nvSpPr>
          <p:cNvPr id="8" name="矩形 7"/>
          <p:cNvSpPr/>
          <p:nvPr/>
        </p:nvSpPr>
        <p:spPr>
          <a:xfrm>
            <a:off x="5803260" y="1952105"/>
            <a:ext cx="5577913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add(int u, int v, int w)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添加边信息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].w = w;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边权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].to = v;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条边的终点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].next = head[u];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与第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条边同起点的下一条边的存储位置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head[u]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  //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为起点第一条边存储的位置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34144" y="1580225"/>
            <a:ext cx="0" cy="459863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376116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47" y="1938899"/>
            <a:ext cx="5117589" cy="301084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08002" y="5165973"/>
            <a:ext cx="1001543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保存的是以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为起点的所有边中编号最大的那个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而把这个当作顶点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的第一条起始边的位置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这样在遍历时是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倒着遍历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也就是说与输入顺序是相反的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不过这样不影响结果的正确性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比如以上图为例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以节点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为起点的边有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它们的编号分别是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0,3,5  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head[1] = 5</a:t>
            </a:r>
          </a:p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264893" y="1938899"/>
            <a:ext cx="6096000" cy="29510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1 2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3 4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1 5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4 5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376116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47" y="1938899"/>
            <a:ext cx="5117589" cy="301084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08002" y="5165973"/>
            <a:ext cx="10195617" cy="1289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遍历以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节点为起始位置的所有边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:for(int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=head[u];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!=-1;i=edge[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].next)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先遍历编号为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也就是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head[1],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然后就是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edge[5].next,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也就是编号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然后继续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edge[3].next,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也就是编号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可以看出是逆序的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矩形 5"/>
          <p:cNvSpPr/>
          <p:nvPr/>
        </p:nvSpPr>
        <p:spPr>
          <a:xfrm>
            <a:off x="7264893" y="1938899"/>
            <a:ext cx="6096000" cy="29510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1 2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3 4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1 5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4 5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最大子树和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Luogu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P1122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给出一颗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个节点的无根树，每个节点有一个权值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可能为负数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要求保留树上一个连通块，使得留下的权值和最大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-1 -1 -1 1 1 1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2 5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3 6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4 7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5 7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6 7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3" name="矩形 2"/>
          <p:cNvSpPr/>
          <p:nvPr/>
        </p:nvSpPr>
        <p:spPr>
          <a:xfrm>
            <a:off x="3642804" y="2903058"/>
            <a:ext cx="6096000" cy="11568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N≤1000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N≤16000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1621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1104900" y="1645730"/>
            <a:ext cx="9980682" cy="1669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设立状态：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f[u]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表示以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为根且包含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的最大权联通块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状态转移方程：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f[u]+=max(0,f[v]); (v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的孩子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有些儿子比较丑，美丽指数小于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，可能不选，所以与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作个比较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4" t="5471" r="15737" b="10022"/>
          <a:stretch>
            <a:fillRect/>
          </a:stretch>
        </p:blipFill>
        <p:spPr>
          <a:xfrm>
            <a:off x="1450022" y="3644419"/>
            <a:ext cx="2138797" cy="257843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9" t="6297" r="20853" b="10250"/>
          <a:stretch>
            <a:fillRect/>
          </a:stretch>
        </p:blipFill>
        <p:spPr>
          <a:xfrm>
            <a:off x="5402422" y="3505424"/>
            <a:ext cx="2138798" cy="2856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47448" y="142874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946645"/>
            <a:ext cx="5791702" cy="3170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3878" y="1370459"/>
            <a:ext cx="8598393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二叉树（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binary tree,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简写成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）是一种特殊的树型结构，它的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度数为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的树。即二叉树的每个结点最多有两个子结点。每个结点的子结点分别称为左孩子、右孩子，它的两棵子树分别称为左子树、右子树。二叉树有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中基本形态：</a:t>
            </a:r>
          </a:p>
        </p:txBody>
      </p:sp>
      <p:graphicFrame>
        <p:nvGraphicFramePr>
          <p:cNvPr id="7" name="对象 25603"/>
          <p:cNvGraphicFramePr>
            <a:graphicFrameLocks noChangeAspect="1"/>
          </p:cNvGraphicFramePr>
          <p:nvPr/>
        </p:nvGraphicFramePr>
        <p:xfrm>
          <a:off x="1417575" y="3561767"/>
          <a:ext cx="7461250" cy="234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334125" imgH="2105025" progId="PBrush">
                  <p:embed/>
                </p:oleObj>
              </mc:Choice>
              <mc:Fallback>
                <p:oleObj r:id="rId2" imgW="6334125" imgH="2105025" progId="PBrush">
                  <p:embed/>
                  <p:pic>
                    <p:nvPicPr>
                      <p:cNvPr id="0" name="对象 256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575" y="3561767"/>
                        <a:ext cx="7461250" cy="234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7003" y="1188389"/>
            <a:ext cx="10116475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、二叉树的两个特殊形态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满二叉树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：如果一棵深度为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的二叉树，共有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2K-1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个结点，即第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2i-1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的结点，称为满二叉树。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完全二叉树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：如果一棵二叉树最多只有最下面两层结点度数可以小于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，并且最下面一层的结点都集中在该层最左边的若干位置上，则称此二叉树为完全二叉树</a:t>
            </a:r>
          </a:p>
        </p:txBody>
      </p:sp>
      <p:pic>
        <p:nvPicPr>
          <p:cNvPr id="6" name="图片 16386" descr="未命名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8" t="-304" b="23050"/>
          <a:stretch>
            <a:fillRect/>
          </a:stretch>
        </p:blipFill>
        <p:spPr bwMode="auto">
          <a:xfrm>
            <a:off x="3066471" y="3798488"/>
            <a:ext cx="4577203" cy="2365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7003" y="1312677"/>
            <a:ext cx="10116475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、二叉树的三个主要性质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：在二叉树的第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i≥1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）层上，最多有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2^i-1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：在深度为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k(k≥1)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的二叉树中最多有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2^k 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：在任何二叉树中，叶子结点数总比度为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的结点多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                 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n0=n2+1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为二叉树的叶结点数；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为二叉树中度为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的结点数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7003" y="1312677"/>
            <a:ext cx="10116475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证明：因为二叉树中所有结点的度数均不大于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，所以结点总数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应等于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度结点数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度结点数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之和：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n=no+n1+n2  ……(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式子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另一方面，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度结点有一个孩子，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度结点有两个孩子，故二叉树中孩子结点总数是：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nl+2n2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树中只有根结点不是任何结点的孩子，故二叉树中的结点总数又可表示为：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n=n1+2n2+1 ……(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式子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由式子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和式子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得到：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no=n2+1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01493" y="1171482"/>
            <a:ext cx="10326414" cy="561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历年奥赛试题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．高度为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的均衡的二叉树是指：如果去掉叶结点及相应的树枝，它应该是高度为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的满二叉树。在这里，树高等于叶结点的最大深度，根结点的深度为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，如果某个均衡的二叉树共有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2381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个结点，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则该树的树高为（   ）。 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 10      B. 11      C. 12      D. 13      E. 2 – 1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完全二叉树的结点个数为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* N + 3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，则它的叶结点个数（ ）。 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 2 * N B. 2 * N - 1 C. 2 * N + 1 D. 2 * N - 2 E. 2 * N + 2 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满二叉树的叶结点个数为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，则它的结点总数为（ ）。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  B. 2 * N   C. 2 * N – 1   D. 2 * N + 1   E. 2N – 1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按照二叉树的定义，具有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个结点的二叉树有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    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A) 3    B) 4    C) 5    D) 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3879" y="1789019"/>
            <a:ext cx="6405608" cy="4059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链式存储结构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，即单链表结构或双链表结构（同树）。　　　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typedef struct node;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typedef node *tree;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struct node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 data;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tree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lchild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rchild,father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tree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  <p:sp>
        <p:nvSpPr>
          <p:cNvPr id="3" name="矩形 2"/>
          <p:cNvSpPr/>
          <p:nvPr/>
        </p:nvSpPr>
        <p:spPr>
          <a:xfrm>
            <a:off x="1033878" y="141968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二叉树的存储结构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4701960" y="3042082"/>
          <a:ext cx="56848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581775" imgH="2571750" progId="PBrush">
                  <p:embed/>
                </p:oleObj>
              </mc:Choice>
              <mc:Fallback>
                <p:oleObj r:id="rId2" imgW="6581775" imgH="2571750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1960" y="3042082"/>
                        <a:ext cx="568483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3878" y="1904428"/>
            <a:ext cx="7257866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顺序存储结构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，即几个数组加一个指针变量（或用二维数组）。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 int n = 10;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 data[n];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lchild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[n];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rchild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[n];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根结点指针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33878" y="147767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二叉树的存储结构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3879" y="1789019"/>
            <a:ext cx="6405608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前（根）序遍历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前序遍历的规则为：若二叉树为空，则退出。否则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⑴访问处理根结点；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⑵前序遍历左子树；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⑶前序遍历右子树；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b d e h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 f g</a:t>
            </a:r>
          </a:p>
        </p:txBody>
      </p:sp>
      <p:sp>
        <p:nvSpPr>
          <p:cNvPr id="3" name="矩形 2"/>
          <p:cNvSpPr/>
          <p:nvPr/>
        </p:nvSpPr>
        <p:spPr>
          <a:xfrm>
            <a:off x="1033878" y="1419687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二叉树的遍历</a:t>
            </a:r>
          </a:p>
        </p:txBody>
      </p:sp>
      <p:pic>
        <p:nvPicPr>
          <p:cNvPr id="6" name="图片 117762" descr="未命名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959" y="3120924"/>
            <a:ext cx="324167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3877" y="1766993"/>
            <a:ext cx="7879303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中序遍历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中序遍历的规则如下：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若二叉树为空，则退出；否则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⑴中序遍历左子树；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⑵访问处理根结点；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⑶中序遍历右子树；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若中序遍历上图中的二叉树，可以得到如下的中序序列：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b h e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 f c g </a:t>
            </a:r>
          </a:p>
        </p:txBody>
      </p:sp>
      <p:sp>
        <p:nvSpPr>
          <p:cNvPr id="3" name="矩形 2"/>
          <p:cNvSpPr/>
          <p:nvPr/>
        </p:nvSpPr>
        <p:spPr>
          <a:xfrm>
            <a:off x="1033878" y="1419687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二叉树的遍历</a:t>
            </a:r>
          </a:p>
        </p:txBody>
      </p:sp>
      <p:pic>
        <p:nvPicPr>
          <p:cNvPr id="6" name="图片 117762" descr="未命名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970" y="2250912"/>
            <a:ext cx="324167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3877" y="1766993"/>
            <a:ext cx="8500740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⑶后序遍历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后序遍历的规则如下：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若二叉树为空，则退出；否则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⑴后序遍历左子树；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⑵后序遍历右子树；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⑶访问处理根结点；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若后序遍历上图中的二叉树，可以得到如下的后序序列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h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 b f g c a</a:t>
            </a:r>
          </a:p>
        </p:txBody>
      </p:sp>
      <p:sp>
        <p:nvSpPr>
          <p:cNvPr id="3" name="矩形 2"/>
          <p:cNvSpPr/>
          <p:nvPr/>
        </p:nvSpPr>
        <p:spPr>
          <a:xfrm>
            <a:off x="1033878" y="1419687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二叉树的遍历</a:t>
            </a:r>
          </a:p>
        </p:txBody>
      </p:sp>
      <p:pic>
        <p:nvPicPr>
          <p:cNvPr id="6" name="图片 117762" descr="未命名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403" y="1929767"/>
            <a:ext cx="324167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07243" y="1173162"/>
            <a:ext cx="10187499" cy="5004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历年奥赛试题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）（多项）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个结点的二叉树的先根遍历是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1 2 3 4 5 6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（数字为结点的编号，以下同），后根遍历是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3 2 5 6 4 1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，则该二叉树的可能的中根遍历是（   ） 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 3 2 1 4 6 5           B. 3 2 1 5 4 6   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C. 2 3 1 5 4 6           D. 2 3 1 4 6 5     </a:t>
            </a:r>
          </a:p>
          <a:p>
            <a:pPr>
              <a:lnSpc>
                <a:spcPct val="20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(2004)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二叉树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，已知其前序遍历序列为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1 2 4 3 5 7 6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，中序遍历序列为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4 2 1 5 7 3 6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，则其后序遍历序列为（  ）。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2 5 7 6 3 1      B. 4 2 7 5 6 3 1   C. 4 2 7 5 3 6 1 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D. 4 7 2 3 5 6 1     E. 4 5 2 6 3 7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635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二叉树的遍历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建立二叉树，然后实现：输出先序遍历、中序遍历、后序遍历的结果。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输入：第一行：结点个数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。以下行：每行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个数，第一个是父亲，后两个依次为左右孩子，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表示空。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输出：根、先中后序遍历结果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2 0 0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4 8 0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3 1 5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5 6 0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6 0 7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8 0 0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7 0 0</a:t>
            </a:r>
          </a:p>
        </p:txBody>
      </p:sp>
      <p:sp>
        <p:nvSpPr>
          <p:cNvPr id="4" name="矩形 3"/>
          <p:cNvSpPr/>
          <p:nvPr/>
        </p:nvSpPr>
        <p:spPr>
          <a:xfrm>
            <a:off x="2550850" y="3159062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样例输出：</a:t>
            </a:r>
          </a:p>
          <a:p>
            <a:pPr>
              <a:spcBef>
                <a:spcPct val="500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3 1 2 4 8 5 6 7</a:t>
            </a:r>
          </a:p>
          <a:p>
            <a:pPr>
              <a:spcBef>
                <a:spcPct val="500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2 1 8 4 3 6 7 5</a:t>
            </a:r>
          </a:p>
          <a:p>
            <a:pPr>
              <a:spcBef>
                <a:spcPct val="500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2 8 4 1 7 6 5 3</a:t>
            </a:r>
          </a:p>
        </p:txBody>
      </p:sp>
      <p:pic>
        <p:nvPicPr>
          <p:cNvPr id="6" name="图片 1228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735" y="2944945"/>
            <a:ext cx="3095625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47448" y="142874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602" y="29756"/>
            <a:ext cx="5737854" cy="6798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5" name="矩形 4"/>
          <p:cNvSpPr/>
          <p:nvPr/>
        </p:nvSpPr>
        <p:spPr>
          <a:xfrm>
            <a:off x="945872" y="1297449"/>
            <a:ext cx="10050933" cy="4896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求后序遍历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输入一棵二叉树的先序和中序遍历序列，输出其后序遍历序列。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共两行，第一行一个字符串，表示树的先序遍历，第二行一个字符串，表示树的中序遍历。树的结点一律用小写字母表示。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仅一行，表示树的后序遍历序列。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abdec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dbeac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debca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47448" y="142874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06" y="1390650"/>
            <a:ext cx="7648575" cy="5391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36979" y="1437623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0" y="1759825"/>
            <a:ext cx="6096000" cy="16691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P1087 FBI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P1305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新二叉树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P5018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对称二叉树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3376</Words>
  <Application>Microsoft Office PowerPoint</Application>
  <PresentationFormat>宽屏</PresentationFormat>
  <Paragraphs>325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45</vt:i4>
      </vt:variant>
    </vt:vector>
  </HeadingPairs>
  <TitlesOfParts>
    <vt:vector size="51" baseType="lpstr">
      <vt:lpstr>微软雅黑</vt:lpstr>
      <vt:lpstr>Arial</vt:lpstr>
      <vt:lpstr>Euphemia</vt:lpstr>
      <vt:lpstr>Times New Roman</vt:lpstr>
      <vt:lpstr>Wingdings</vt:lpstr>
      <vt:lpstr>学术文献 16x9</vt:lpstr>
      <vt:lpstr>数据结构——树</vt:lpstr>
      <vt:lpstr>学习目标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二叉树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created xsi:type="dcterms:W3CDTF">2017-11-04T04:56:00Z</dcterms:created>
  <dcterms:modified xsi:type="dcterms:W3CDTF">2021-07-01T03:38:29Z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2052-11.1.0.8976</vt:lpwstr>
  </property>
</Properties>
</file>