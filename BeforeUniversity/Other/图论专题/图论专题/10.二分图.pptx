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10"/>
  </p:notesMasterIdLst>
  <p:handoutMasterIdLst>
    <p:handoutMasterId r:id="rId11"/>
  </p:handoutMasterIdLst>
  <p:sldIdLst>
    <p:sldId id="256" r:id="rId2"/>
    <p:sldId id="612" r:id="rId3"/>
    <p:sldId id="668" r:id="rId4"/>
    <p:sldId id="778" r:id="rId5"/>
    <p:sldId id="759" r:id="rId6"/>
    <p:sldId id="775" r:id="rId7"/>
    <p:sldId id="753" r:id="rId8"/>
    <p:sldId id="502" r:id="rId9"/>
  </p:sldIdLst>
  <p:sldSz cx="12192000" cy="6858000"/>
  <p:notesSz cx="6858000" cy="9144000"/>
  <p:defaultTextStyle>
    <a:defPPr rtl="0">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2">
          <p15:clr>
            <a:srgbClr val="A4A3A4"/>
          </p15:clr>
        </p15:guide>
        <p15:guide id="2" pos="3839">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3"/>
    <a:srgbClr val="E9E9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CAF9ED-07DC-4A11-8D7F-57B35C25682E}" styleName="中度样式 1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565" autoAdjust="0"/>
    <p:restoredTop sz="94660" autoAdjust="0"/>
  </p:normalViewPr>
  <p:slideViewPr>
    <p:cSldViewPr snapToGrid="0" showGuides="1">
      <p:cViewPr varScale="1">
        <p:scale>
          <a:sx n="86" d="100"/>
          <a:sy n="86" d="100"/>
        </p:scale>
        <p:origin x="672" y="62"/>
      </p:cViewPr>
      <p:guideLst>
        <p:guide orient="horz" pos="2162"/>
        <p:guide pos="3839"/>
      </p:guideLst>
    </p:cSldViewPr>
  </p:slideViewPr>
  <p:outlineViewPr>
    <p:cViewPr>
      <p:scale>
        <a:sx n="33" d="100"/>
        <a:sy n="33" d="100"/>
      </p:scale>
      <p:origin x="0" y="0"/>
    </p:cViewPr>
  </p:outlineViewPr>
  <p:notesTextViewPr>
    <p:cViewPr>
      <p:scale>
        <a:sx n="1" d="1"/>
        <a:sy n="1" d="1"/>
      </p:scale>
      <p:origin x="0" y="0"/>
    </p:cViewPr>
  </p:notesTextViewPr>
  <p:sorterViewPr>
    <p:cViewPr>
      <p:scale>
        <a:sx n="20" d="100"/>
        <a:sy n="20" d="100"/>
      </p:scale>
      <p:origin x="0" y="0"/>
    </p:cViewPr>
  </p:sorterViewPr>
  <p:notesViewPr>
    <p:cSldViewPr snapToGrid="0">
      <p:cViewPr varScale="1">
        <p:scale>
          <a:sx n="99" d="100"/>
          <a:sy n="99" d="100"/>
        </p:scale>
        <p:origin x="3570"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vl1pPr>
          </a:lstStyle>
          <a:p>
            <a:pPr rtl="0"/>
            <a:endParaRPr lang="zh-CN" altLang="en-US" dirty="0">
              <a:latin typeface="微软雅黑" panose="020B0503020204020204" pitchFamily="34" charset="-122"/>
              <a:ea typeface="微软雅黑"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l" rtl="0">
              <a:defRPr sz="1200"/>
            </a:lvl1pPr>
          </a:lstStyle>
          <a:p>
            <a:pPr algn="r" rtl="0"/>
            <a:fld id="{91C0301E-2321-4F52-B85E-5901506D265C}" type="datetime1">
              <a:rPr lang="zh-CN" altLang="en-US" smtClean="0">
                <a:latin typeface="微软雅黑" panose="020B0503020204020204" pitchFamily="34" charset="-122"/>
                <a:ea typeface="微软雅黑" panose="020B0503020204020204" pitchFamily="34" charset="-122"/>
              </a:rPr>
              <a:t>2022/8/3</a:t>
            </a:fld>
            <a:endParaRPr lang="zh-CN" altLang="en-US" dirty="0">
              <a:latin typeface="微软雅黑" panose="020B0503020204020204" pitchFamily="34" charset="-122"/>
              <a:ea typeface="微软雅黑"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rtl="0">
              <a:defRPr sz="1200"/>
            </a:lvl1pPr>
          </a:lstStyle>
          <a:p>
            <a:pPr rtl="0"/>
            <a:endParaRPr lang="zh-CN" altLang="en-US"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l" rtl="0">
              <a:defRPr sz="1200"/>
            </a:lvl1pPr>
          </a:lstStyle>
          <a:p>
            <a:pPr algn="r" rtl="0"/>
            <a:fld id="{06834459-7356-44BF-850D-8B30C4FB3B6B}" type="slidenum">
              <a:rPr lang="en-US" altLang="zh-CN" smtClean="0">
                <a:latin typeface="微软雅黑" panose="020B0503020204020204" pitchFamily="34" charset="-122"/>
                <a:ea typeface="微软雅黑" panose="020B0503020204020204" pitchFamily="34" charset="-122"/>
              </a:rPr>
              <a:t>‹#›</a:t>
            </a:fld>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atin typeface="微软雅黑" panose="020B0503020204020204" pitchFamily="34" charset="-122"/>
                <a:ea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rtl="0">
              <a:defRPr sz="1200">
                <a:latin typeface="微软雅黑" panose="020B0503020204020204" pitchFamily="34" charset="-122"/>
                <a:ea typeface="微软雅黑" panose="020B0503020204020204" pitchFamily="34" charset="-122"/>
              </a:defRPr>
            </a:lvl1pPr>
          </a:lstStyle>
          <a:p>
            <a:fld id="{229B22C3-6CB1-491B-AD00-E0837F23A3F3}" type="datetime1">
              <a:rPr lang="zh-CN" altLang="en-US" smtClean="0"/>
              <a:t>2022/8/3</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zh-CN" altLang="en-US" noProof="0"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zh-CN" altLang="en-US" noProof="0" dirty="0"/>
              <a:t>单击此处编辑母版文本样式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rtl="0">
              <a:defRPr sz="1200">
                <a:latin typeface="微软雅黑" panose="020B0503020204020204" pitchFamily="34" charset="-122"/>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rtl="0">
              <a:defRPr sz="1200">
                <a:latin typeface="微软雅黑" panose="020B0503020204020204" pitchFamily="34" charset="-122"/>
                <a:ea typeface="微软雅黑" panose="020B0503020204020204" pitchFamily="34" charset="-122"/>
              </a:defRPr>
            </a:lvl1pPr>
          </a:lstStyle>
          <a:p>
            <a:fld id="{0A3C37BE-C303-496D-B5CD-85F2937540FC}" type="slidenum">
              <a:rPr lang="en-US" altLang="zh-CN" smtClean="0"/>
              <a:t>‹#›</a:t>
            </a:fld>
            <a:endParaRPr lang="en-US" altLang="zh-CN"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A3C37BE-C303-496D-B5CD-85F2937540FC}" type="slidenum">
              <a:rPr lang="en-US" altLang="zh-CN" smtClean="0"/>
              <a:t>1</a:t>
            </a:fld>
            <a:endParaRPr lang="en-US" altLang="zh-CN"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矩形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p>
        </p:txBody>
      </p:sp>
      <p:sp>
        <p:nvSpPr>
          <p:cNvPr id="8" name="矩形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p>
        </p:txBody>
      </p:sp>
      <p:sp>
        <p:nvSpPr>
          <p:cNvPr id="2" name="标题 1"/>
          <p:cNvSpPr>
            <a:spLocks noGrp="1"/>
          </p:cNvSpPr>
          <p:nvPr>
            <p:ph type="ctrTitle"/>
          </p:nvPr>
        </p:nvSpPr>
        <p:spPr>
          <a:xfrm>
            <a:off x="1104900" y="2292094"/>
            <a:ext cx="10096500" cy="2219691"/>
          </a:xfrm>
        </p:spPr>
        <p:txBody>
          <a:bodyPr rtlCol="0" anchor="ctr">
            <a:normAutofit/>
          </a:bodyPr>
          <a:lstStyle>
            <a:lvl1pPr algn="l" rtl="0">
              <a:defRPr sz="4400" cap="all" baseline="0"/>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p:nvPr>
        </p:nvSpPr>
        <p:spPr>
          <a:xfrm>
            <a:off x="1104898" y="4511784"/>
            <a:ext cx="10096501" cy="955565"/>
          </a:xfrm>
        </p:spPr>
        <p:txBody>
          <a:bodyPr rtlCol="0">
            <a:normAutofit/>
          </a:bodyPr>
          <a:lstStyle>
            <a:lvl1pPr marL="0" indent="0" algn="l" rtl="0">
              <a:spcBef>
                <a:spcPts val="0"/>
              </a:spcBef>
              <a:buNone/>
              <a:defRPr sz="1800"/>
            </a:lvl1pPr>
            <a:lvl2pPr marL="457200" indent="0" algn="ctr" rtl="0">
              <a:buNone/>
              <a:defRPr sz="2000"/>
            </a:lvl2pPr>
            <a:lvl3pPr marL="914400" indent="0" algn="ctr" rtl="0">
              <a:buNone/>
              <a:defRPr sz="1800"/>
            </a:lvl3pPr>
            <a:lvl4pPr marL="1371600" indent="0" algn="ctr" rtl="0">
              <a:buNone/>
              <a:defRPr sz="1600"/>
            </a:lvl4pPr>
            <a:lvl5pPr marL="1828800" indent="0" algn="ctr" rtl="0">
              <a:buNone/>
              <a:defRPr sz="1600"/>
            </a:lvl5pPr>
            <a:lvl6pPr marL="2286000" indent="0" algn="ctr" rtl="0">
              <a:buNone/>
              <a:defRPr sz="1600"/>
            </a:lvl6pPr>
            <a:lvl7pPr marL="2743200" indent="0" algn="ctr" rtl="0">
              <a:buNone/>
              <a:defRPr sz="1600"/>
            </a:lvl7pPr>
            <a:lvl8pPr marL="3200400" indent="0" algn="ctr" rtl="0">
              <a:buNone/>
              <a:defRPr sz="1600"/>
            </a:lvl8pPr>
            <a:lvl9pPr marL="3657600" indent="0" algn="ctr" rtl="0">
              <a:buNone/>
              <a:defRPr sz="1600"/>
            </a:lvl9pPr>
          </a:lstStyle>
          <a:p>
            <a:pPr rtl="0"/>
            <a:r>
              <a:rPr lang="zh-CN" altLang="en-US" noProof="0"/>
              <a:t>单击此处编辑母版副标题样式</a:t>
            </a:r>
            <a:endParaRPr lang="zh-CN" altLang="en-US" noProof="0" dirty="0"/>
          </a:p>
        </p:txBody>
      </p:sp>
      <p:sp>
        <p:nvSpPr>
          <p:cNvPr id="4" name="日期占位符 3"/>
          <p:cNvSpPr>
            <a:spLocks noGrp="1"/>
          </p:cNvSpPr>
          <p:nvPr>
            <p:ph type="dt" sz="half" idx="10"/>
          </p:nvPr>
        </p:nvSpPr>
        <p:spPr/>
        <p:txBody>
          <a:bodyPr rtlCol="0"/>
          <a:lstStyle>
            <a:lvl1pPr>
              <a:defRPr/>
            </a:lvl1pPr>
          </a:lstStyle>
          <a:p>
            <a:fld id="{A7392AAC-879E-4B39-8824-AF6B730A809E}" type="datetime1">
              <a:rPr lang="zh-CN" altLang="en-US" smtClean="0"/>
              <a:t>2022/8/3</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t>‹#›</a:t>
            </a:fld>
            <a:endParaRPr lang="en-US" altLang="zh-CN" dirty="0"/>
          </a:p>
        </p:txBody>
      </p:sp>
      <p:pic>
        <p:nvPicPr>
          <p:cNvPr id="11" name="图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a:fillRect/>
          </a:stretch>
        </p:blipFill>
        <p:spPr>
          <a:xfrm>
            <a:off x="1324445" y="0"/>
            <a:ext cx="1747524" cy="2292094"/>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rgbClr val="FFFFF3"/>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内容占位符 2"/>
          <p:cNvSpPr>
            <a:spLocks noGrp="1"/>
          </p:cNvSpPr>
          <p:nvPr>
            <p:ph idx="1"/>
          </p:nvPr>
        </p:nvSpPr>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9BA78444-6099-4C0A-A3A9-C6F3C5D7F289}" type="datetime1">
              <a:rPr lang="zh-CN" altLang="en-US" smtClean="0"/>
              <a:t>2022/8/3</a:t>
            </a:fld>
            <a:endParaRPr lang="zh-CN" altLang="en-US" dirty="0"/>
          </a:p>
        </p:txBody>
      </p:sp>
      <p:sp>
        <p:nvSpPr>
          <p:cNvPr id="5" name="页脚占位符 4"/>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6" name="灯片编号占位符 5"/>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包含图片的标题幻灯片">
    <p:spTree>
      <p:nvGrpSpPr>
        <p:cNvPr id="1" name=""/>
        <p:cNvGrpSpPr/>
        <p:nvPr/>
      </p:nvGrpSpPr>
      <p:grpSpPr>
        <a:xfrm>
          <a:off x="0" y="0"/>
          <a:ext cx="0" cy="0"/>
          <a:chOff x="0" y="0"/>
          <a:chExt cx="0" cy="0"/>
        </a:xfrm>
      </p:grpSpPr>
      <p:grpSp>
        <p:nvGrpSpPr>
          <p:cNvPr id="13" name="组 12"/>
          <p:cNvGrpSpPr/>
          <p:nvPr/>
        </p:nvGrpSpPr>
        <p:grpSpPr>
          <a:xfrm rot="10800000">
            <a:off x="0" y="5645510"/>
            <a:ext cx="12192000" cy="63125"/>
            <a:chOff x="507492" y="1501519"/>
            <a:chExt cx="8129016" cy="63125"/>
          </a:xfrm>
        </p:grpSpPr>
        <p:cxnSp>
          <p:nvCxnSpPr>
            <p:cNvPr id="17" name="直接连接符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nvGrpSpPr>
          <p:cNvPr id="14" name="组 13"/>
          <p:cNvGrpSpPr/>
          <p:nvPr/>
        </p:nvGrpSpPr>
        <p:grpSpPr>
          <a:xfrm>
            <a:off x="0" y="1143000"/>
            <a:ext cx="12192000" cy="63125"/>
            <a:chOff x="507492" y="1501519"/>
            <a:chExt cx="8129016" cy="63125"/>
          </a:xfrm>
        </p:grpSpPr>
        <p:cxnSp>
          <p:nvCxnSpPr>
            <p:cNvPr id="15" name="直接连接符​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矩形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sp>
        <p:nvSpPr>
          <p:cNvPr id="8" name="矩形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sp>
        <p:nvSpPr>
          <p:cNvPr id="2" name="标题 1"/>
          <p:cNvSpPr>
            <a:spLocks noGrp="1"/>
          </p:cNvSpPr>
          <p:nvPr>
            <p:ph type="ctrTitle"/>
          </p:nvPr>
        </p:nvSpPr>
        <p:spPr>
          <a:xfrm>
            <a:off x="1104900" y="2292094"/>
            <a:ext cx="5734050" cy="2219691"/>
          </a:xfrm>
        </p:spPr>
        <p:txBody>
          <a:bodyPr rtlCol="0" anchor="ctr">
            <a:normAutofit/>
          </a:bodyPr>
          <a:lstStyle>
            <a:lvl1pPr algn="l" rtl="0">
              <a:defRPr sz="4400" cap="all" baseline="0">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p:nvPr>
        </p:nvSpPr>
        <p:spPr>
          <a:xfrm>
            <a:off x="1104900" y="4511784"/>
            <a:ext cx="5734050" cy="955565"/>
          </a:xfrm>
        </p:spPr>
        <p:txBody>
          <a:bodyPr rtlCol="0">
            <a:normAutofit/>
          </a:bodyPr>
          <a:lstStyle>
            <a:lvl1pPr marL="0" indent="0" algn="l" rtl="0">
              <a:spcBef>
                <a:spcPts val="0"/>
              </a:spcBef>
              <a:buNone/>
              <a:defRPr sz="1800">
                <a:latin typeface="微软雅黑" panose="020B0503020204020204" pitchFamily="34" charset="-122"/>
                <a:ea typeface="微软雅黑" panose="020B0503020204020204" pitchFamily="34" charset="-122"/>
              </a:defRPr>
            </a:lvl1pPr>
            <a:lvl2pPr marL="457200" indent="0" algn="ctr" rtl="0">
              <a:buNone/>
              <a:defRPr sz="2000"/>
            </a:lvl2pPr>
            <a:lvl3pPr marL="914400" indent="0" algn="ctr" rtl="0">
              <a:buNone/>
              <a:defRPr sz="1800"/>
            </a:lvl3pPr>
            <a:lvl4pPr marL="1371600" indent="0" algn="ctr" rtl="0">
              <a:buNone/>
              <a:defRPr sz="1600"/>
            </a:lvl4pPr>
            <a:lvl5pPr marL="1828800" indent="0" algn="ctr" rtl="0">
              <a:buNone/>
              <a:defRPr sz="1600"/>
            </a:lvl5pPr>
            <a:lvl6pPr marL="2286000" indent="0" algn="ctr" rtl="0">
              <a:buNone/>
              <a:defRPr sz="1600"/>
            </a:lvl6pPr>
            <a:lvl7pPr marL="2743200" indent="0" algn="ctr" rtl="0">
              <a:buNone/>
              <a:defRPr sz="1600"/>
            </a:lvl7pPr>
            <a:lvl8pPr marL="3200400" indent="0" algn="ctr" rtl="0">
              <a:buNone/>
              <a:defRPr sz="1600"/>
            </a:lvl8pPr>
            <a:lvl9pPr marL="3657600" indent="0" algn="ctr" rtl="0">
              <a:buNone/>
              <a:defRPr sz="1600"/>
            </a:lvl9pPr>
          </a:lstStyle>
          <a:p>
            <a:pPr rtl="0"/>
            <a:r>
              <a:rPr lang="zh-CN" altLang="en-US" noProof="0"/>
              <a:t>单击此处编辑母版副标题样式</a:t>
            </a:r>
            <a:endParaRPr lang="zh-CN" altLang="en-US" noProof="0" dirty="0"/>
          </a:p>
        </p:txBody>
      </p:sp>
      <p:pic>
        <p:nvPicPr>
          <p:cNvPr id="10" name="图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a:fillRect/>
          </a:stretch>
        </p:blipFill>
        <p:spPr>
          <a:xfrm>
            <a:off x="1325880" y="0"/>
            <a:ext cx="1747524" cy="2292094"/>
          </a:xfrm>
          <a:prstGeom prst="rect">
            <a:avLst/>
          </a:prstGeom>
        </p:spPr>
      </p:pic>
      <p:sp>
        <p:nvSpPr>
          <p:cNvPr id="11" name="图片占位符 10"/>
          <p:cNvSpPr>
            <a:spLocks noGrp="1"/>
          </p:cNvSpPr>
          <p:nvPr>
            <p:ph type="pic" sz="quarter" idx="13"/>
          </p:nvPr>
        </p:nvSpPr>
        <p:spPr>
          <a:xfrm>
            <a:off x="6981063" y="1310656"/>
            <a:ext cx="5210937" cy="4208604"/>
          </a:xfrm>
          <a:solidFill>
            <a:schemeClr val="tx1">
              <a:lumMod val="20000"/>
              <a:lumOff val="80000"/>
            </a:schemeClr>
          </a:solidFill>
        </p:spPr>
        <p:txBody>
          <a:bodyPr tIns="1005840" rtlCol="0"/>
          <a:lstStyle>
            <a:lvl1pPr marL="0" indent="0" algn="ctr" rtl="0">
              <a:buNone/>
              <a:defRPr>
                <a:latin typeface="微软雅黑" panose="020B0503020204020204" pitchFamily="34" charset="-122"/>
                <a:ea typeface="微软雅黑" panose="020B0503020204020204" pitchFamily="34" charset="-122"/>
              </a:defRPr>
            </a:lvl1pPr>
          </a:lstStyle>
          <a:p>
            <a:pPr rtl="0"/>
            <a:r>
              <a:rPr lang="zh-CN" altLang="en-US" noProof="0"/>
              <a:t>单击图标添加图片</a:t>
            </a:r>
            <a:endParaRPr lang="zh-CN" altLang="en-US" noProof="0" dirty="0"/>
          </a:p>
        </p:txBody>
      </p:sp>
      <p:sp>
        <p:nvSpPr>
          <p:cNvPr id="19" name="说明文字"/>
          <p:cNvSpPr/>
          <p:nvPr/>
        </p:nvSpPr>
        <p:spPr>
          <a:xfrm>
            <a:off x="12344400" y="0"/>
            <a:ext cx="1295400" cy="6858000"/>
          </a:xfrm>
          <a:prstGeom prst="roundRect">
            <a:avLst>
              <a:gd name="adj" fmla="val 9717"/>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noAutofit/>
          </a:bodyPr>
          <a:lstStyle/>
          <a:p>
            <a:pPr rtl="0"/>
            <a:r>
              <a:rPr lang="zh-CN" altLang="en-US" sz="1200" b="1" i="1" noProof="0" dirty="0">
                <a:latin typeface="微软雅黑" panose="020B0503020204020204" pitchFamily="34" charset="-122"/>
                <a:ea typeface="微软雅黑" panose="020B0503020204020204" pitchFamily="34" charset="-122"/>
                <a:cs typeface="Arial" panose="020B0604020202020204" pitchFamily="34" charset="0"/>
              </a:rPr>
              <a:t>注意：</a:t>
            </a:r>
          </a:p>
          <a:p>
            <a:pPr rtl="0"/>
            <a:r>
              <a:rPr lang="zh-CN" altLang="en-US" sz="1200" i="1" noProof="0" dirty="0">
                <a:latin typeface="微软雅黑" panose="020B0503020204020204" pitchFamily="34" charset="-122"/>
                <a:ea typeface="微软雅黑" panose="020B0503020204020204" pitchFamily="34" charset="-122"/>
                <a:cs typeface="Arial" panose="020B0604020202020204" pitchFamily="34" charset="0"/>
              </a:rPr>
              <a:t>若要更改此幻灯片上的图像，请选择该图片，并将其删除。然后单击占位符中的图片图标以插入自己的图像。</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grpSp>
        <p:nvGrpSpPr>
          <p:cNvPr id="8" name="组 7"/>
          <p:cNvGrpSpPr/>
          <p:nvPr/>
        </p:nvGrpSpPr>
        <p:grpSpPr>
          <a:xfrm>
            <a:off x="0" y="2514600"/>
            <a:ext cx="12192000" cy="3194035"/>
            <a:chOff x="647402" y="2514600"/>
            <a:chExt cx="10838688" cy="3194035"/>
          </a:xfrm>
        </p:grpSpPr>
        <p:grpSp>
          <p:nvGrpSpPr>
            <p:cNvPr id="9" name="组 8"/>
            <p:cNvGrpSpPr/>
            <p:nvPr/>
          </p:nvGrpSpPr>
          <p:grpSpPr>
            <a:xfrm>
              <a:off x="647402" y="2514600"/>
              <a:ext cx="10838688" cy="63125"/>
              <a:chOff x="507492" y="1501519"/>
              <a:chExt cx="8129016" cy="63125"/>
            </a:xfrm>
          </p:grpSpPr>
          <p:cxnSp>
            <p:nvCxnSpPr>
              <p:cNvPr id="14" name="直接连接符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矩形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grpSp>
          <p:nvGrpSpPr>
            <p:cNvPr id="11" name="组 10"/>
            <p:cNvGrpSpPr/>
            <p:nvPr/>
          </p:nvGrpSpPr>
          <p:grpSpPr>
            <a:xfrm rot="10800000">
              <a:off x="647402" y="5645510"/>
              <a:ext cx="10838688" cy="63125"/>
              <a:chOff x="507492" y="1501519"/>
              <a:chExt cx="8129016" cy="63125"/>
            </a:xfrm>
          </p:grpSpPr>
          <p:cxnSp>
            <p:nvCxnSpPr>
              <p:cNvPr id="12" name="直接连接符​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sp>
        <p:nvSpPr>
          <p:cNvPr id="2" name="标题 1"/>
          <p:cNvSpPr>
            <a:spLocks noGrp="1"/>
          </p:cNvSpPr>
          <p:nvPr>
            <p:ph type="title"/>
          </p:nvPr>
        </p:nvSpPr>
        <p:spPr>
          <a:xfrm>
            <a:off x="1104899" y="2971806"/>
            <a:ext cx="10071099" cy="1684150"/>
          </a:xfrm>
        </p:spPr>
        <p:txBody>
          <a:bodyPr rtlCol="0" anchor="ctr">
            <a:normAutofit/>
          </a:bodyPr>
          <a:lstStyle>
            <a:lvl1pPr algn="l" rtl="0">
              <a:defRPr sz="4400" cap="all" baseline="0">
                <a:solidFill>
                  <a:schemeClr val="bg1"/>
                </a:solidFill>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文本占位符 2"/>
          <p:cNvSpPr>
            <a:spLocks noGrp="1"/>
          </p:cNvSpPr>
          <p:nvPr>
            <p:ph type="body" idx="1"/>
          </p:nvPr>
        </p:nvSpPr>
        <p:spPr>
          <a:xfrm>
            <a:off x="1104899" y="4655956"/>
            <a:ext cx="10071099" cy="509750"/>
          </a:xfrm>
        </p:spPr>
        <p:txBody>
          <a:bodyPr rtlCol="0">
            <a:normAutofit/>
          </a:bodyPr>
          <a:lstStyle>
            <a:lvl1pPr marL="0" indent="0" algn="l" rtl="0">
              <a:spcBef>
                <a:spcPts val="0"/>
              </a:spcBef>
              <a:buNone/>
              <a:defRPr sz="1600">
                <a:solidFill>
                  <a:schemeClr val="bg1"/>
                </a:solidFill>
                <a:latin typeface="微软雅黑" panose="020B0503020204020204" pitchFamily="34" charset="-122"/>
                <a:ea typeface="微软雅黑" panose="020B0503020204020204" pitchFamily="34" charset="-122"/>
              </a:defRPr>
            </a:lvl1pPr>
            <a:lvl2pPr marL="457200" indent="0" algn="l" rtl="0">
              <a:buNone/>
              <a:defRPr sz="2000">
                <a:solidFill>
                  <a:schemeClr val="tx1">
                    <a:tint val="75000"/>
                  </a:schemeClr>
                </a:solidFill>
              </a:defRPr>
            </a:lvl2pPr>
            <a:lvl3pPr marL="914400" indent="0" algn="l" rtl="0">
              <a:buNone/>
              <a:defRPr sz="1800">
                <a:solidFill>
                  <a:schemeClr val="tx1">
                    <a:tint val="75000"/>
                  </a:schemeClr>
                </a:solidFill>
              </a:defRPr>
            </a:lvl3pPr>
            <a:lvl4pPr marL="1371600" indent="0" algn="l" rtl="0">
              <a:buNone/>
              <a:defRPr sz="1600">
                <a:solidFill>
                  <a:schemeClr val="tx1">
                    <a:tint val="75000"/>
                  </a:schemeClr>
                </a:solidFill>
              </a:defRPr>
            </a:lvl4pPr>
            <a:lvl5pPr marL="1828800" indent="0" algn="l" rtl="0">
              <a:buNone/>
              <a:defRPr sz="1600">
                <a:solidFill>
                  <a:schemeClr val="tx1">
                    <a:tint val="75000"/>
                  </a:schemeClr>
                </a:solidFill>
              </a:defRPr>
            </a:lvl5pPr>
            <a:lvl6pPr marL="2286000" indent="0" algn="l" rtl="0">
              <a:buNone/>
              <a:defRPr sz="1600">
                <a:solidFill>
                  <a:schemeClr val="tx1">
                    <a:tint val="75000"/>
                  </a:schemeClr>
                </a:solidFill>
              </a:defRPr>
            </a:lvl6pPr>
            <a:lvl7pPr marL="2743200" indent="0" algn="l" rtl="0">
              <a:buNone/>
              <a:defRPr sz="1600">
                <a:solidFill>
                  <a:schemeClr val="tx1">
                    <a:tint val="75000"/>
                  </a:schemeClr>
                </a:solidFill>
              </a:defRPr>
            </a:lvl7pPr>
            <a:lvl8pPr marL="3200400" indent="0" algn="l" rtl="0">
              <a:buNone/>
              <a:defRPr sz="1600">
                <a:solidFill>
                  <a:schemeClr val="tx1">
                    <a:tint val="75000"/>
                  </a:schemeClr>
                </a:solidFill>
              </a:defRPr>
            </a:lvl8pPr>
            <a:lvl9pPr marL="3657600" indent="0" algn="l" rtl="0">
              <a:buNone/>
              <a:defRPr sz="1600">
                <a:solidFill>
                  <a:schemeClr val="tx1">
                    <a:tint val="75000"/>
                  </a:schemeClr>
                </a:solidFill>
              </a:defRPr>
            </a:lvl9pPr>
          </a:lstStyle>
          <a:p>
            <a:pPr lvl="0" rtl="0"/>
            <a:r>
              <a:rPr lang="zh-CN" altLang="en-US" noProof="0"/>
              <a:t>单击此处编辑母版文本样式</a:t>
            </a:r>
          </a:p>
        </p:txBody>
      </p:sp>
      <p:sp>
        <p:nvSpPr>
          <p:cNvPr id="4" name="日期占位符 3"/>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AF5F6A19-70BF-4380-9A40-68C9536408C6}" type="datetime1">
              <a:rPr lang="zh-CN" altLang="en-US" smtClean="0"/>
              <a:t>2022/8/3</a:t>
            </a:fld>
            <a:endParaRPr lang="zh-CN" altLang="en-US" dirty="0"/>
          </a:p>
        </p:txBody>
      </p:sp>
      <p:sp>
        <p:nvSpPr>
          <p:cNvPr id="5" name="页脚占位符 4"/>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6" name="灯片编号占位符 5"/>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t>‹#›</a:t>
            </a:fld>
            <a:endParaRPr lang="zh-CN" altLang="en-US" dirty="0"/>
          </a:p>
        </p:txBody>
      </p:sp>
      <p:pic>
        <p:nvPicPr>
          <p:cNvPr id="7" name="图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内容占位符 2"/>
          <p:cNvSpPr>
            <a:spLocks noGrp="1"/>
          </p:cNvSpPr>
          <p:nvPr>
            <p:ph sz="half" idx="1"/>
          </p:nvPr>
        </p:nvSpPr>
        <p:spPr>
          <a:xfrm>
            <a:off x="1104900" y="1600200"/>
            <a:ext cx="4914900" cy="4571999"/>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lgn="l" rtl="0">
              <a:defRPr>
                <a:latin typeface="微软雅黑" panose="020B0503020204020204" pitchFamily="34" charset="-122"/>
                <a:ea typeface="微软雅黑" panose="020B0503020204020204" pitchFamily="34" charset="-122"/>
              </a:defRPr>
            </a:lvl5pPr>
            <a:lvl6pPr algn="l" rtl="0">
              <a:defRPr/>
            </a:lvl6pPr>
            <a:lvl7pPr algn="l" rtl="0">
              <a:defRPr/>
            </a:lvl7pPr>
            <a:lvl8pPr algn="l" rtl="0">
              <a:defRPr/>
            </a:lvl8pPr>
            <a:lvl9pPr algn="l" rtl="0">
              <a:defRPr/>
            </a:lvl9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内容占位符 3"/>
          <p:cNvSpPr>
            <a:spLocks noGrp="1"/>
          </p:cNvSpPr>
          <p:nvPr>
            <p:ph sz="half" idx="2"/>
          </p:nvPr>
        </p:nvSpPr>
        <p:spPr>
          <a:xfrm>
            <a:off x="6172200" y="1600200"/>
            <a:ext cx="4914900" cy="4571999"/>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lgn="l" rtl="0">
              <a:defRPr>
                <a:latin typeface="微软雅黑" panose="020B0503020204020204" pitchFamily="34" charset="-122"/>
                <a:ea typeface="微软雅黑" panose="020B0503020204020204" pitchFamily="34" charset="-122"/>
              </a:defRPr>
            </a:lvl5pPr>
            <a:lvl6pPr algn="l" rtl="0">
              <a:defRPr/>
            </a:lvl6pPr>
            <a:lvl7pPr algn="l" rtl="0">
              <a:defRPr/>
            </a:lvl7pPr>
            <a:lvl8pPr algn="l" rtl="0">
              <a:defRPr/>
            </a:lvl8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5" name="日期占位符 4"/>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r>
              <a:rPr lang="zh-CN" altLang="en-US" dirty="0"/>
              <a:t>​</a:t>
            </a:r>
            <a:fld id="{6017EB90-196C-4C15-BD31-13E0E0436C73}" type="datetime1">
              <a:rPr lang="zh-CN" altLang="en-US" dirty="0" smtClean="0"/>
              <a:t>2022/8/3</a:t>
            </a:fld>
            <a:r>
              <a:rPr lang="zh-CN" altLang="en-US" dirty="0"/>
              <a:t>​</a:t>
            </a:r>
          </a:p>
        </p:txBody>
      </p:sp>
      <p:sp>
        <p:nvSpPr>
          <p:cNvPr id="6" name="页脚占位符 5"/>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7" name="灯片编号占位符 6"/>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文本占位符 2"/>
          <p:cNvSpPr>
            <a:spLocks noGrp="1"/>
          </p:cNvSpPr>
          <p:nvPr>
            <p:ph type="body" idx="1"/>
          </p:nvPr>
        </p:nvSpPr>
        <p:spPr>
          <a:xfrm>
            <a:off x="1104900" y="1600200"/>
            <a:ext cx="4919472" cy="823911"/>
          </a:xfrm>
        </p:spPr>
        <p:txBody>
          <a:bodyPr rtlCol="0" anchor="ctr"/>
          <a:lstStyle>
            <a:lvl1pPr marL="0" indent="0" algn="l" rtl="0">
              <a:spcBef>
                <a:spcPts val="0"/>
              </a:spcBef>
              <a:buNone/>
              <a:defRPr sz="2400" b="1">
                <a:latin typeface="微软雅黑" panose="020B0503020204020204" pitchFamily="34" charset="-122"/>
                <a:ea typeface="微软雅黑" panose="020B0503020204020204" pitchFamily="34" charset="-122"/>
              </a:defRPr>
            </a:lvl1pPr>
            <a:lvl2pPr marL="457200" indent="0" algn="l" rtl="0">
              <a:buNone/>
              <a:defRPr sz="2000" b="1"/>
            </a:lvl2pPr>
            <a:lvl3pPr marL="914400" indent="0" algn="l" rtl="0">
              <a:buNone/>
              <a:defRPr sz="1800" b="1"/>
            </a:lvl3pPr>
            <a:lvl4pPr marL="1371600" indent="0" algn="l" rtl="0">
              <a:buNone/>
              <a:defRPr sz="1600" b="1"/>
            </a:lvl4pPr>
            <a:lvl5pPr marL="1828800" indent="0" algn="l" rtl="0">
              <a:buNone/>
              <a:defRPr sz="1600" b="1"/>
            </a:lvl5pPr>
            <a:lvl6pPr marL="2286000" indent="0" algn="l" rtl="0">
              <a:buNone/>
              <a:defRPr sz="1600" b="1"/>
            </a:lvl6pPr>
            <a:lvl7pPr marL="2743200" indent="0" algn="l" rtl="0">
              <a:buNone/>
              <a:defRPr sz="1600" b="1"/>
            </a:lvl7pPr>
            <a:lvl8pPr marL="3200400" indent="0" algn="l" rtl="0">
              <a:buNone/>
              <a:defRPr sz="1600" b="1"/>
            </a:lvl8pPr>
            <a:lvl9pPr marL="3657600" indent="0" algn="l" rtl="0">
              <a:buNone/>
              <a:defRPr sz="1600" b="1"/>
            </a:lvl9pPr>
          </a:lstStyle>
          <a:p>
            <a:pPr lvl="0" rtl="0"/>
            <a:r>
              <a:rPr lang="zh-CN" altLang="en-US" noProof="0"/>
              <a:t>单击此处编辑母版文本样式</a:t>
            </a:r>
          </a:p>
        </p:txBody>
      </p:sp>
      <p:sp>
        <p:nvSpPr>
          <p:cNvPr id="4" name="内容占位符 3"/>
          <p:cNvSpPr>
            <a:spLocks noGrp="1"/>
          </p:cNvSpPr>
          <p:nvPr>
            <p:ph sz="half" idx="2"/>
          </p:nvPr>
        </p:nvSpPr>
        <p:spPr>
          <a:xfrm>
            <a:off x="1104900" y="2424112"/>
            <a:ext cx="4919472" cy="3748088"/>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5" name="文本占位符 4"/>
          <p:cNvSpPr>
            <a:spLocks noGrp="1"/>
          </p:cNvSpPr>
          <p:nvPr>
            <p:ph type="body" sz="quarter" idx="3"/>
          </p:nvPr>
        </p:nvSpPr>
        <p:spPr>
          <a:xfrm>
            <a:off x="6166110" y="1600200"/>
            <a:ext cx="4919472" cy="823911"/>
          </a:xfrm>
        </p:spPr>
        <p:txBody>
          <a:bodyPr rtlCol="0" anchor="ctr"/>
          <a:lstStyle>
            <a:lvl1pPr marL="0" indent="0" algn="l" rtl="0">
              <a:spcBef>
                <a:spcPts val="0"/>
              </a:spcBef>
              <a:buNone/>
              <a:defRPr sz="2400" b="1">
                <a:latin typeface="微软雅黑" panose="020B0503020204020204" pitchFamily="34" charset="-122"/>
                <a:ea typeface="微软雅黑" panose="020B0503020204020204" pitchFamily="34" charset="-122"/>
              </a:defRPr>
            </a:lvl1pPr>
            <a:lvl2pPr marL="457200" indent="0" algn="l" rtl="0">
              <a:buNone/>
              <a:defRPr sz="2000" b="1"/>
            </a:lvl2pPr>
            <a:lvl3pPr marL="914400" indent="0" algn="l" rtl="0">
              <a:buNone/>
              <a:defRPr sz="1800" b="1"/>
            </a:lvl3pPr>
            <a:lvl4pPr marL="1371600" indent="0" algn="l" rtl="0">
              <a:buNone/>
              <a:defRPr sz="1600" b="1"/>
            </a:lvl4pPr>
            <a:lvl5pPr marL="1828800" indent="0" algn="l" rtl="0">
              <a:buNone/>
              <a:defRPr sz="1600" b="1"/>
            </a:lvl5pPr>
            <a:lvl6pPr marL="2286000" indent="0" algn="l" rtl="0">
              <a:buNone/>
              <a:defRPr sz="1600" b="1"/>
            </a:lvl6pPr>
            <a:lvl7pPr marL="2743200" indent="0" algn="l" rtl="0">
              <a:buNone/>
              <a:defRPr sz="1600" b="1"/>
            </a:lvl7pPr>
            <a:lvl8pPr marL="3200400" indent="0" algn="l" rtl="0">
              <a:buNone/>
              <a:defRPr sz="1600" b="1"/>
            </a:lvl8pPr>
            <a:lvl9pPr marL="3657600" indent="0" algn="l" rtl="0">
              <a:buNone/>
              <a:defRPr sz="1600" b="1"/>
            </a:lvl9pPr>
          </a:lstStyle>
          <a:p>
            <a:pPr lvl="0" rtl="0"/>
            <a:r>
              <a:rPr lang="zh-CN" altLang="en-US" noProof="0"/>
              <a:t>单击此处编辑母版文本样式</a:t>
            </a:r>
          </a:p>
        </p:txBody>
      </p:sp>
      <p:sp>
        <p:nvSpPr>
          <p:cNvPr id="6" name="内容占位符 5"/>
          <p:cNvSpPr>
            <a:spLocks noGrp="1"/>
          </p:cNvSpPr>
          <p:nvPr>
            <p:ph sz="quarter" idx="4"/>
          </p:nvPr>
        </p:nvSpPr>
        <p:spPr>
          <a:xfrm>
            <a:off x="6166110" y="2424112"/>
            <a:ext cx="4919472" cy="3748088"/>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7" name="日期占位符 6"/>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C2EC0F41-B48F-4298-A7F6-618EB9D22195}" type="datetime1">
              <a:rPr lang="zh-CN" altLang="en-US" smtClean="0"/>
              <a:t>2022/8/3</a:t>
            </a:fld>
            <a:endParaRPr lang="zh-CN" altLang="en-US" dirty="0"/>
          </a:p>
        </p:txBody>
      </p:sp>
      <p:sp>
        <p:nvSpPr>
          <p:cNvPr id="8" name="页脚占位符 7"/>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9" name="灯片编号占位符 8"/>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endParaRPr lang="zh-CN" altLang="en-US" noProof="0" dirty="0"/>
          </a:p>
        </p:txBody>
      </p:sp>
      <p:sp>
        <p:nvSpPr>
          <p:cNvPr id="3" name="日期占位符 2"/>
          <p:cNvSpPr>
            <a:spLocks noGrp="1"/>
          </p:cNvSpPr>
          <p:nvPr>
            <p:ph type="dt" sz="half" idx="10"/>
          </p:nvPr>
        </p:nvSpPr>
        <p:spPr/>
        <p:txBody>
          <a:bodyPr rtlCol="0"/>
          <a:lstStyle>
            <a:lvl1pPr>
              <a:defRPr/>
            </a:lvl1pPr>
          </a:lstStyle>
          <a:p>
            <a:fld id="{7DB2D836-56E8-4B15-857C-14B1A5B3B67B}" type="datetime1">
              <a:rPr lang="zh-CN" altLang="en-US" smtClean="0"/>
              <a:t>2022/8/3</a:t>
            </a:fld>
            <a:endParaRPr lang="zh-CN" altLang="en-US" dirty="0"/>
          </a:p>
        </p:txBody>
      </p:sp>
      <p:sp>
        <p:nvSpPr>
          <p:cNvPr id="4" name="页脚占位符 3"/>
          <p:cNvSpPr>
            <a:spLocks noGrp="1"/>
          </p:cNvSpPr>
          <p:nvPr>
            <p:ph type="ftr" sz="quarter" idx="11"/>
          </p:nvPr>
        </p:nvSpPr>
        <p:spPr/>
        <p:txBody>
          <a:bodyPr rtlCol="0"/>
          <a:lstStyle/>
          <a:p>
            <a:pPr rtl="0"/>
            <a:endParaRPr lang="zh-CN" altLang="en-US" noProof="0" dirty="0"/>
          </a:p>
        </p:txBody>
      </p:sp>
      <p:sp>
        <p:nvSpPr>
          <p:cNvPr id="5" name="灯片编号占位符 4"/>
          <p:cNvSpPr>
            <a:spLocks noGrp="1"/>
          </p:cNvSpPr>
          <p:nvPr>
            <p:ph type="sldNum" sz="quarter" idx="12"/>
          </p:nvPr>
        </p:nvSpPr>
        <p:spPr/>
        <p:txBody>
          <a:bodyPr rtlCol="0"/>
          <a:lstStyle>
            <a:lvl1pPr algn="r">
              <a:defRPr/>
            </a:lvl1pPr>
          </a:lstStyle>
          <a:p>
            <a:fld id="{0FF54DE5-C571-48E8-A5BC-B369434E2F44}" type="slidenum">
              <a:rPr lang="en-US" altLang="zh-CN" smtClean="0"/>
              <a:t>‹#›</a:t>
            </a:fld>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rtlCol="0"/>
          <a:lstStyle>
            <a:lvl1pPr>
              <a:defRPr/>
            </a:lvl1pPr>
          </a:lstStyle>
          <a:p>
            <a:fld id="{038D929F-7D8C-4CC3-8AC7-BB9B8FE2DEBF}" type="datetime1">
              <a:rPr lang="zh-CN" altLang="en-US" smtClean="0"/>
              <a:t>2022/8/3</a:t>
            </a:fld>
            <a:endParaRPr lang="zh-CN" altLang="en-US" dirty="0"/>
          </a:p>
        </p:txBody>
      </p:sp>
      <p:sp>
        <p:nvSpPr>
          <p:cNvPr id="3" name="页脚占位符 2"/>
          <p:cNvSpPr>
            <a:spLocks noGrp="1"/>
          </p:cNvSpPr>
          <p:nvPr>
            <p:ph type="ftr" sz="quarter" idx="11"/>
          </p:nvPr>
        </p:nvSpPr>
        <p:spPr/>
        <p:txBody>
          <a:bodyPr rtlCol="0"/>
          <a:lstStyle/>
          <a:p>
            <a:pPr rtl="0"/>
            <a:endParaRPr lang="zh-CN" altLang="en-US" noProof="0" dirty="0"/>
          </a:p>
        </p:txBody>
      </p:sp>
      <p:sp>
        <p:nvSpPr>
          <p:cNvPr id="4" name="灯片编号占位符 3"/>
          <p:cNvSpPr>
            <a:spLocks noGrp="1"/>
          </p:cNvSpPr>
          <p:nvPr>
            <p:ph type="sldNum" sz="quarter" idx="12"/>
          </p:nvPr>
        </p:nvSpPr>
        <p:spPr/>
        <p:txBody>
          <a:bodyPr rtlCol="0"/>
          <a:lstStyle>
            <a:lvl1pPr algn="r">
              <a:defRPr/>
            </a:lvl1pPr>
          </a:lstStyle>
          <a:p>
            <a:fld id="{0FF54DE5-C571-48E8-A5BC-B369434E2F44}" type="slidenum">
              <a:rPr lang="en-US" altLang="zh-CN" smtClean="0"/>
              <a:t>‹#›</a:t>
            </a:fld>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带题注的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chor="b"/>
          <a:lstStyle>
            <a:lvl1pPr algn="l" rtl="0">
              <a:defRPr sz="3200"/>
            </a:lvl1pPr>
          </a:lstStyle>
          <a:p>
            <a:pPr rtl="0"/>
            <a:r>
              <a:rPr lang="zh-CN" altLang="en-US" noProof="0"/>
              <a:t>单击此处编辑母版标题样式</a:t>
            </a:r>
            <a:endParaRPr lang="zh-CN" altLang="en-US" noProof="0" dirty="0"/>
          </a:p>
        </p:txBody>
      </p:sp>
      <p:sp>
        <p:nvSpPr>
          <p:cNvPr id="3" name="内容占位符 2"/>
          <p:cNvSpPr>
            <a:spLocks noGrp="1"/>
          </p:cNvSpPr>
          <p:nvPr>
            <p:ph idx="1"/>
          </p:nvPr>
        </p:nvSpPr>
        <p:spPr>
          <a:xfrm>
            <a:off x="5641848" y="1600199"/>
            <a:ext cx="5445252" cy="4572001"/>
          </a:xfrm>
        </p:spPr>
        <p:txBody>
          <a:bodyPr rtlCol="0">
            <a:normAutofit/>
          </a:bodyPr>
          <a:lstStyle>
            <a:lvl1pPr algn="l" rtl="0">
              <a:defRPr sz="2000"/>
            </a:lvl1pPr>
            <a:lvl2pPr algn="l" rtl="0">
              <a:defRPr sz="1600"/>
            </a:lvl2pPr>
            <a:lvl3pPr algn="l" rtl="0">
              <a:defRPr sz="1600"/>
            </a:lvl3pPr>
            <a:lvl4pPr algn="l" rtl="0">
              <a:defRPr sz="1400"/>
            </a:lvl4pPr>
            <a:lvl5pPr algn="l" rtl="0">
              <a:defRPr sz="1400"/>
            </a:lvl5pPr>
            <a:lvl6pPr algn="l" rtl="0">
              <a:defRPr sz="1400"/>
            </a:lvl6pPr>
            <a:lvl7pPr algn="l" rtl="0">
              <a:defRPr sz="1400"/>
            </a:lvl7pPr>
            <a:lvl8pPr algn="l" rtl="0">
              <a:defRPr sz="1400"/>
            </a:lvl8pPr>
            <a:lvl9pPr algn="l" rtl="0">
              <a:defRPr sz="1400"/>
            </a:lvl9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文本占位符 3"/>
          <p:cNvSpPr>
            <a:spLocks noGrp="1"/>
          </p:cNvSpPr>
          <p:nvPr>
            <p:ph type="body" sz="half" idx="2"/>
          </p:nvPr>
        </p:nvSpPr>
        <p:spPr>
          <a:xfrm>
            <a:off x="1104900" y="1600200"/>
            <a:ext cx="4384548" cy="4572000"/>
          </a:xfrm>
        </p:spPr>
        <p:txBody>
          <a:bodyPr rtlCol="0">
            <a:normAutofit/>
          </a:bodyPr>
          <a:lstStyle>
            <a:lvl1pPr marL="0" indent="0" algn="l" rtl="0">
              <a:spcBef>
                <a:spcPts val="1200"/>
              </a:spcBef>
              <a:buNone/>
              <a:defRPr sz="1800"/>
            </a:lvl1pPr>
            <a:lvl2pPr marL="457200" indent="0" algn="l" rtl="0">
              <a:buNone/>
              <a:defRPr sz="1400"/>
            </a:lvl2pPr>
            <a:lvl3pPr marL="914400" indent="0" algn="l" rtl="0">
              <a:buNone/>
              <a:defRPr sz="1200"/>
            </a:lvl3pPr>
            <a:lvl4pPr marL="1371600" indent="0" algn="l" rtl="0">
              <a:buNone/>
              <a:defRPr sz="1000"/>
            </a:lvl4pPr>
            <a:lvl5pPr marL="1828800" indent="0" algn="l" rtl="0">
              <a:buNone/>
              <a:defRPr sz="1000"/>
            </a:lvl5pPr>
            <a:lvl6pPr marL="2286000" indent="0" algn="l" rtl="0">
              <a:buNone/>
              <a:defRPr sz="1000"/>
            </a:lvl6pPr>
            <a:lvl7pPr marL="2743200" indent="0" algn="l" rtl="0">
              <a:buNone/>
              <a:defRPr sz="1000"/>
            </a:lvl7pPr>
            <a:lvl8pPr marL="3200400" indent="0" algn="l" rtl="0">
              <a:buNone/>
              <a:defRPr sz="1000"/>
            </a:lvl8pPr>
            <a:lvl9pPr marL="3657600" indent="0" algn="l" rtl="0">
              <a:buNone/>
              <a:defRPr sz="1000"/>
            </a:lvl9pPr>
          </a:lstStyle>
          <a:p>
            <a:pPr lvl="0" rtl="0"/>
            <a:r>
              <a:rPr lang="zh-CN" altLang="en-US" noProof="0"/>
              <a:t>单击此处编辑母版文本样式</a:t>
            </a:r>
          </a:p>
        </p:txBody>
      </p:sp>
      <p:sp>
        <p:nvSpPr>
          <p:cNvPr id="5" name="日期占位符 4"/>
          <p:cNvSpPr>
            <a:spLocks noGrp="1"/>
          </p:cNvSpPr>
          <p:nvPr>
            <p:ph type="dt" sz="half" idx="10"/>
          </p:nvPr>
        </p:nvSpPr>
        <p:spPr/>
        <p:txBody>
          <a:bodyPr rtlCol="0"/>
          <a:lstStyle>
            <a:lvl1pPr>
              <a:defRPr/>
            </a:lvl1pPr>
          </a:lstStyle>
          <a:p>
            <a:fld id="{F7892ACC-8BC8-4C9E-9D2B-0669DA5038B6}" type="datetime1">
              <a:rPr lang="zh-CN" altLang="en-US" smtClean="0"/>
              <a:t>2022/8/3</a:t>
            </a:fld>
            <a:endParaRPr lang="zh-CN" altLang="en-US" dirty="0"/>
          </a:p>
        </p:txBody>
      </p:sp>
      <p:sp>
        <p:nvSpPr>
          <p:cNvPr id="6" name="页脚占位符 5"/>
          <p:cNvSpPr>
            <a:spLocks noGrp="1"/>
          </p:cNvSpPr>
          <p:nvPr>
            <p:ph type="ftr" sz="quarter" idx="11"/>
          </p:nvPr>
        </p:nvSpPr>
        <p:spPr/>
        <p:txBody>
          <a:bodyPr rtlCol="0"/>
          <a:lstStyle/>
          <a:p>
            <a:pPr rtl="0"/>
            <a:endParaRPr lang="zh-CN" altLang="en-US" noProof="0" dirty="0"/>
          </a:p>
        </p:txBody>
      </p:sp>
      <p:sp>
        <p:nvSpPr>
          <p:cNvPr id="7" name="灯片编号占位符 6"/>
          <p:cNvSpPr>
            <a:spLocks noGrp="1"/>
          </p:cNvSpPr>
          <p:nvPr>
            <p:ph type="sldNum" sz="quarter" idx="12"/>
          </p:nvPr>
        </p:nvSpPr>
        <p:spPr/>
        <p:txBody>
          <a:bodyPr rtlCol="0"/>
          <a:lstStyle>
            <a:lvl1pPr algn="r">
              <a:defRPr/>
            </a:lvl1pPr>
          </a:lstStyle>
          <a:p>
            <a:fld id="{0FF54DE5-C571-48E8-A5BC-B369434E2F44}" type="slidenum">
              <a:rPr lang="en-US" altLang="zh-CN" smtClean="0"/>
              <a:t>‹#›</a:t>
            </a:fld>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带题注的图片">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chor="b"/>
          <a:lstStyle>
            <a:lvl1pPr algn="l" rtl="0">
              <a:defRPr sz="3200">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图片占位符 2"/>
          <p:cNvSpPr>
            <a:spLocks noGrp="1"/>
          </p:cNvSpPr>
          <p:nvPr>
            <p:ph type="pic" idx="1"/>
          </p:nvPr>
        </p:nvSpPr>
        <p:spPr>
          <a:xfrm>
            <a:off x="4654671" y="1600199"/>
            <a:ext cx="6430912" cy="4572001"/>
          </a:xfrm>
        </p:spPr>
        <p:txBody>
          <a:bodyPr tIns="1188720" rtlCol="0">
            <a:normAutofit/>
          </a:bodyPr>
          <a:lstStyle>
            <a:lvl1pPr marL="0" indent="0" algn="ctr" rtl="0">
              <a:buNone/>
              <a:defRPr sz="2000">
                <a:latin typeface="微软雅黑" panose="020B0503020204020204" pitchFamily="34" charset="-122"/>
                <a:ea typeface="微软雅黑" panose="020B0503020204020204" pitchFamily="34" charset="-122"/>
              </a:defRPr>
            </a:lvl1pPr>
            <a:lvl2pPr marL="457200" indent="0" algn="l" rtl="0">
              <a:buNone/>
              <a:defRPr sz="2800"/>
            </a:lvl2pPr>
            <a:lvl3pPr marL="914400" indent="0" algn="l" rtl="0">
              <a:buNone/>
              <a:defRPr sz="2400"/>
            </a:lvl3pPr>
            <a:lvl4pPr marL="1371600" indent="0" algn="l" rtl="0">
              <a:buNone/>
              <a:defRPr sz="2000"/>
            </a:lvl4pPr>
            <a:lvl5pPr marL="1828800" indent="0" algn="l" rtl="0">
              <a:buNone/>
              <a:defRPr sz="2000"/>
            </a:lvl5pPr>
            <a:lvl6pPr marL="2286000" indent="0" algn="l" rtl="0">
              <a:buNone/>
              <a:defRPr sz="2000"/>
            </a:lvl6pPr>
            <a:lvl7pPr marL="2743200" indent="0" algn="l" rtl="0">
              <a:buNone/>
              <a:defRPr sz="2000"/>
            </a:lvl7pPr>
            <a:lvl8pPr marL="3200400" indent="0" algn="l" rtl="0">
              <a:buNone/>
              <a:defRPr sz="2000"/>
            </a:lvl8pPr>
            <a:lvl9pPr marL="3657600" indent="0" algn="l" rtl="0">
              <a:buNone/>
              <a:defRPr sz="2000"/>
            </a:lvl9pPr>
          </a:lstStyle>
          <a:p>
            <a:pPr rtl="0"/>
            <a:r>
              <a:rPr lang="zh-CN" altLang="en-US" noProof="0"/>
              <a:t>单击图标添加图片</a:t>
            </a:r>
            <a:endParaRPr lang="zh-CN" altLang="en-US" noProof="0" dirty="0"/>
          </a:p>
        </p:txBody>
      </p:sp>
      <p:sp>
        <p:nvSpPr>
          <p:cNvPr id="4" name="文本占位符 3"/>
          <p:cNvSpPr>
            <a:spLocks noGrp="1"/>
          </p:cNvSpPr>
          <p:nvPr>
            <p:ph type="body" sz="half" idx="2"/>
          </p:nvPr>
        </p:nvSpPr>
        <p:spPr>
          <a:xfrm>
            <a:off x="1104900" y="1600200"/>
            <a:ext cx="3396996" cy="4572000"/>
          </a:xfrm>
        </p:spPr>
        <p:txBody>
          <a:bodyPr rtlCol="0">
            <a:normAutofit/>
          </a:bodyPr>
          <a:lstStyle>
            <a:lvl1pPr marL="0" indent="0" algn="l" rtl="0">
              <a:spcBef>
                <a:spcPts val="1200"/>
              </a:spcBef>
              <a:buNone/>
              <a:defRPr sz="1800">
                <a:latin typeface="微软雅黑" panose="020B0503020204020204" pitchFamily="34" charset="-122"/>
                <a:ea typeface="微软雅黑" panose="020B0503020204020204" pitchFamily="34" charset="-122"/>
              </a:defRPr>
            </a:lvl1pPr>
            <a:lvl2pPr marL="457200" indent="0" algn="l" rtl="0">
              <a:buNone/>
              <a:defRPr sz="1400"/>
            </a:lvl2pPr>
            <a:lvl3pPr marL="914400" indent="0" algn="l" rtl="0">
              <a:buNone/>
              <a:defRPr sz="1200"/>
            </a:lvl3pPr>
            <a:lvl4pPr marL="1371600" indent="0" algn="l" rtl="0">
              <a:buNone/>
              <a:defRPr sz="1000"/>
            </a:lvl4pPr>
            <a:lvl5pPr marL="1828800" indent="0" algn="l" rtl="0">
              <a:buNone/>
              <a:defRPr sz="1000"/>
            </a:lvl5pPr>
            <a:lvl6pPr marL="2286000" indent="0" algn="l" rtl="0">
              <a:buNone/>
              <a:defRPr sz="1000"/>
            </a:lvl6pPr>
            <a:lvl7pPr marL="2743200" indent="0" algn="l" rtl="0">
              <a:buNone/>
              <a:defRPr sz="1000"/>
            </a:lvl7pPr>
            <a:lvl8pPr marL="3200400" indent="0" algn="l" rtl="0">
              <a:buNone/>
              <a:defRPr sz="1000"/>
            </a:lvl8pPr>
            <a:lvl9pPr marL="3657600" indent="0" algn="l" rtl="0">
              <a:buNone/>
              <a:defRPr sz="1000"/>
            </a:lvl9pPr>
          </a:lstStyle>
          <a:p>
            <a:pPr lvl="0" rtl="0"/>
            <a:r>
              <a:rPr lang="zh-CN" altLang="en-US" noProof="0"/>
              <a:t>单击此处编辑母版文本样式</a:t>
            </a:r>
          </a:p>
        </p:txBody>
      </p:sp>
      <p:sp>
        <p:nvSpPr>
          <p:cNvPr id="5" name="日期占位符 4"/>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7118C275-B304-48F5-8C4F-015CBCF4E7C1}" type="datetime1">
              <a:rPr lang="zh-CN" altLang="en-US" smtClean="0"/>
              <a:t>2022/8/3</a:t>
            </a:fld>
            <a:r>
              <a:rPr lang="zh-CN" altLang="en-US" dirty="0"/>
              <a:t>​</a:t>
            </a:r>
          </a:p>
        </p:txBody>
      </p:sp>
      <p:sp>
        <p:nvSpPr>
          <p:cNvPr id="6" name="页脚占位符 5"/>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7" name="灯片编号占位符 6"/>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endParaRPr lang="zh-CN" altLang="en-US" noProof="0" dirty="0"/>
          </a:p>
        </p:txBody>
      </p:sp>
      <p:sp>
        <p:nvSpPr>
          <p:cNvPr id="3" name="竖排文字占位符 2"/>
          <p:cNvSpPr>
            <a:spLocks noGrp="1"/>
          </p:cNvSpPr>
          <p:nvPr>
            <p:ph type="body" orient="vert" idx="1"/>
          </p:nvPr>
        </p:nvSpPr>
        <p:spPr/>
        <p:txBody>
          <a:bodyPr vert="eaVert" rtlCol="0"/>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vl1pPr>
          </a:lstStyle>
          <a:p>
            <a:fld id="{98791AA9-DDCB-4BA8-AD1D-963A3AA00622}" type="datetime1">
              <a:rPr lang="zh-CN" altLang="en-US" smtClean="0"/>
              <a:t>2022/8/3</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垂直标题 1"/>
          <p:cNvSpPr>
            <a:spLocks noGrp="1"/>
          </p:cNvSpPr>
          <p:nvPr>
            <p:ph type="title" orient="vert"/>
          </p:nvPr>
        </p:nvSpPr>
        <p:spPr>
          <a:xfrm>
            <a:off x="9372600" y="365125"/>
            <a:ext cx="1714500" cy="5811838"/>
          </a:xfrm>
        </p:spPr>
        <p:txBody>
          <a:bodyPr vert="eaVert" rtlCol="0"/>
          <a:lstStyle/>
          <a:p>
            <a:pPr rtl="0"/>
            <a:r>
              <a:rPr lang="zh-CN" altLang="en-US" noProof="0"/>
              <a:t>单击此处编辑母版标题样式</a:t>
            </a:r>
            <a:endParaRPr lang="zh-CN" altLang="en-US" noProof="0" dirty="0"/>
          </a:p>
        </p:txBody>
      </p:sp>
      <p:sp>
        <p:nvSpPr>
          <p:cNvPr id="3" name="竖排文字占位符 2"/>
          <p:cNvSpPr>
            <a:spLocks noGrp="1"/>
          </p:cNvSpPr>
          <p:nvPr>
            <p:ph type="body" orient="vert" idx="1"/>
          </p:nvPr>
        </p:nvSpPr>
        <p:spPr>
          <a:xfrm>
            <a:off x="1104900" y="365125"/>
            <a:ext cx="8098896" cy="5811838"/>
          </a:xfrm>
        </p:spPr>
        <p:txBody>
          <a:bodyPr vert="eaVert" rtlCol="0"/>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vl1pPr>
          </a:lstStyle>
          <a:p>
            <a:fld id="{9170426F-E661-472B-BE42-25E072CD46D9}" type="datetime1">
              <a:rPr lang="zh-CN" altLang="en-US" smtClean="0"/>
              <a:t>2022/8/3</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t>‹#›</a:t>
            </a:fld>
            <a:endParaRPr lang="en-US" altLang="zh-CN" dirty="0"/>
          </a:p>
        </p:txBody>
      </p:sp>
      <p:grpSp>
        <p:nvGrpSpPr>
          <p:cNvPr id="7" name="组 6"/>
          <p:cNvGrpSpPr/>
          <p:nvPr/>
        </p:nvGrpSpPr>
        <p:grpSpPr>
          <a:xfrm rot="5400000">
            <a:off x="6514047" y="3228843"/>
            <a:ext cx="5632704" cy="84403"/>
            <a:chOff x="1073150" y="1219201"/>
            <a:chExt cx="10058400" cy="63125"/>
          </a:xfrm>
        </p:grpSpPr>
        <p:cxnSp>
          <p:nvCxnSpPr>
            <p:cNvPr id="8" name="直接连接符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3"/>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pPr rtl="0"/>
            <a:r>
              <a:rPr lang="zh-CN" altLang="en-US" noProof="0" dirty="0"/>
              <a:t>单击此处编辑母版标题样式</a:t>
            </a:r>
          </a:p>
        </p:txBody>
      </p:sp>
      <p:sp>
        <p:nvSpPr>
          <p:cNvPr id="3" name="文本占位符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rtl="0"/>
            <a:r>
              <a:rPr lang="zh-CN" altLang="en-US" noProof="0" dirty="0"/>
              <a:t>单击此处编辑母版文本样式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a:p>
            <a:pPr lvl="5" rtl="0"/>
            <a:r>
              <a:rPr lang="zh-CN" altLang="en-US" noProof="0" dirty="0"/>
              <a:t>第六级</a:t>
            </a:r>
          </a:p>
          <a:p>
            <a:pPr lvl="6" rtl="0"/>
            <a:r>
              <a:rPr lang="zh-CN" altLang="en-US" noProof="0" dirty="0"/>
              <a:t>第七级</a:t>
            </a:r>
          </a:p>
          <a:p>
            <a:pPr lvl="7" rtl="0"/>
            <a:r>
              <a:rPr lang="zh-CN" altLang="en-US" noProof="0" dirty="0"/>
              <a:t>第八级</a:t>
            </a:r>
          </a:p>
          <a:p>
            <a:pPr lvl="8" rtl="0"/>
            <a:r>
              <a:rPr lang="zh-CN" altLang="en-US" noProof="0" dirty="0"/>
              <a:t>第九级</a:t>
            </a:r>
          </a:p>
        </p:txBody>
      </p:sp>
      <p:sp>
        <p:nvSpPr>
          <p:cNvPr id="4" name="日期占位符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rtl="0">
              <a:defRPr sz="1200">
                <a:solidFill>
                  <a:schemeClr val="tx1">
                    <a:lumMod val="60000"/>
                    <a:lumOff val="40000"/>
                  </a:schemeClr>
                </a:solidFill>
                <a:latin typeface="微软雅黑" panose="020B0503020204020204" pitchFamily="34" charset="-122"/>
                <a:ea typeface="微软雅黑" panose="020B0503020204020204" pitchFamily="34" charset="-122"/>
              </a:defRPr>
            </a:lvl1pPr>
          </a:lstStyle>
          <a:p>
            <a:r>
              <a:rPr lang="zh-CN" altLang="en-US" dirty="0"/>
              <a:t>​</a:t>
            </a:r>
            <a:fld id="{660B6A15-7713-4A08-BBFD-F297CCC2B976}" type="datetime1">
              <a:rPr lang="zh-CN" altLang="en-US" dirty="0" smtClean="0"/>
              <a:t>2022/8/3</a:t>
            </a:fld>
            <a:r>
              <a:rPr lang="zh-CN" altLang="en-US" dirty="0"/>
              <a:t>​</a:t>
            </a:r>
          </a:p>
        </p:txBody>
      </p:sp>
      <p:sp>
        <p:nvSpPr>
          <p:cNvPr id="5" name="页脚占位符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rtl="0">
              <a:defRPr sz="1200">
                <a:solidFill>
                  <a:schemeClr val="tx1">
                    <a:lumMod val="60000"/>
                    <a:lumOff val="40000"/>
                  </a:schemeClr>
                </a:solidFill>
                <a:latin typeface="微软雅黑" panose="020B0503020204020204" pitchFamily="34" charset="-122"/>
                <a:ea typeface="微软雅黑" panose="020B0503020204020204" pitchFamily="34" charset="-122"/>
              </a:defRPr>
            </a:lvl1pPr>
          </a:lstStyle>
          <a:p>
            <a:endParaRPr lang="zh-CN" altLang="en-US" noProof="0" dirty="0"/>
          </a:p>
        </p:txBody>
      </p:sp>
      <p:sp>
        <p:nvSpPr>
          <p:cNvPr id="6" name="幻灯片编号占位符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l" rtl="0">
              <a:defRPr sz="1200">
                <a:solidFill>
                  <a:schemeClr val="tx1">
                    <a:lumMod val="60000"/>
                    <a:lumOff val="40000"/>
                  </a:schemeClr>
                </a:solidFill>
                <a:latin typeface="微软雅黑" panose="020B0503020204020204" pitchFamily="34" charset="-122"/>
                <a:ea typeface="微软雅黑" panose="020B0503020204020204" pitchFamily="34" charset="-122"/>
              </a:defRPr>
            </a:lvl1pPr>
          </a:lstStyle>
          <a:p>
            <a:pPr algn="r"/>
            <a:fld id="{0FF54DE5-C571-48E8-A5BC-B369434E2F44}" type="slidenum">
              <a:rPr lang="en-US" altLang="zh-CN" noProof="0" smtClean="0"/>
              <a:t>‹#›</a:t>
            </a:fld>
            <a:endParaRPr lang="zh-CN" altLang="en-US" noProof="0" dirty="0"/>
          </a:p>
        </p:txBody>
      </p:sp>
      <p:grpSp>
        <p:nvGrpSpPr>
          <p:cNvPr id="15" name="组 14"/>
          <p:cNvGrpSpPr/>
          <p:nvPr/>
        </p:nvGrpSpPr>
        <p:grpSpPr>
          <a:xfrm>
            <a:off x="1103376" y="1219201"/>
            <a:ext cx="9985248" cy="84403"/>
            <a:chOff x="1073150" y="1219201"/>
            <a:chExt cx="10058400" cy="63125"/>
          </a:xfrm>
        </p:grpSpPr>
        <p:cxnSp>
          <p:nvCxnSpPr>
            <p:cNvPr id="13" name="直接连接符​​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28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ctrTitle"/>
          </p:nvPr>
        </p:nvSpPr>
        <p:spPr>
          <a:xfrm>
            <a:off x="2420956" y="2009396"/>
            <a:ext cx="1849203" cy="1954514"/>
          </a:xfrm>
        </p:spPr>
        <p:txBody>
          <a:bodyPr rtlCol="0" anchor="ctr">
            <a:normAutofit/>
          </a:bodyPr>
          <a:lstStyle/>
          <a:p>
            <a:pPr rtl="0">
              <a:lnSpc>
                <a:spcPct val="150000"/>
              </a:lnSpc>
            </a:pPr>
            <a:r>
              <a:rPr lang="zh-CN" altLang="en-US" sz="4000" dirty="0">
                <a:latin typeface="微软雅黑" panose="020B0503020204020204" pitchFamily="34" charset="-122"/>
                <a:ea typeface="微软雅黑" panose="020B0503020204020204" pitchFamily="34" charset="-122"/>
              </a:rPr>
              <a:t>二分图</a:t>
            </a:r>
            <a:endParaRPr lang="en-US" sz="4000" dirty="0">
              <a:latin typeface="微软雅黑" panose="020B0503020204020204" pitchFamily="34" charset="-122"/>
              <a:ea typeface="微软雅黑" panose="020B0503020204020204" pitchFamily="34" charset="-122"/>
            </a:endParaRPr>
          </a:p>
        </p:txBody>
      </p:sp>
      <p:sp>
        <p:nvSpPr>
          <p:cNvPr id="7" name="副标题 6"/>
          <p:cNvSpPr>
            <a:spLocks noGrp="1"/>
          </p:cNvSpPr>
          <p:nvPr>
            <p:ph type="subTitle" idx="1"/>
          </p:nvPr>
        </p:nvSpPr>
        <p:spPr>
          <a:xfrm>
            <a:off x="361950" y="3799336"/>
            <a:ext cx="5734050" cy="955565"/>
          </a:xfrm>
        </p:spPr>
        <p:txBody>
          <a:bodyPr rtlCol="0">
            <a:normAutofit/>
          </a:bodyPr>
          <a:lstStyle/>
          <a:p>
            <a:pPr algn="ctr" rtl="0">
              <a:lnSpc>
                <a:spcPct val="150000"/>
              </a:lnSpc>
            </a:pPr>
            <a:r>
              <a:rPr lang="zh-CN" altLang="en-US" sz="2400" dirty="0"/>
              <a:t>代伟</a:t>
            </a:r>
            <a:endParaRPr lang="en-US" altLang="zh-CN" sz="2400" dirty="0">
              <a:latin typeface="微软雅黑" panose="020B0503020204020204" pitchFamily="34" charset="-122"/>
              <a:ea typeface="微软雅黑" panose="020B0503020204020204" pitchFamily="34" charset="-122"/>
            </a:endParaRPr>
          </a:p>
          <a:p>
            <a:pPr algn="ctr">
              <a:lnSpc>
                <a:spcPct val="150000"/>
              </a:lnSpc>
            </a:pPr>
            <a:endParaRPr lang="en-US" sz="2400" dirty="0">
              <a:latin typeface="微软雅黑" panose="020B0503020204020204" pitchFamily="34" charset="-122"/>
              <a:ea typeface="微软雅黑" panose="020B0503020204020204" pitchFamily="34" charset="-122"/>
            </a:endParaRPr>
          </a:p>
        </p:txBody>
      </p:sp>
      <p:pic>
        <p:nvPicPr>
          <p:cNvPr id="4" name="图片占位符 3" descr="桌上一本打开的书，书架在背景中模糊显示"/>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l="8890" r="8890"/>
          <a:stretch>
            <a:fillRect/>
          </a:stretch>
        </p:blipFill>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p:nvPr>
        </p:nvSpPr>
        <p:spPr/>
        <p:txBody>
          <a:bodyPr rtlCol="0"/>
          <a:lstStyle/>
          <a:p>
            <a:pPr rtl="0"/>
            <a:r>
              <a:rPr lang="zh-CN" altLang="en-US" dirty="0">
                <a:latin typeface="微软雅黑" panose="020B0503020204020204" pitchFamily="34" charset="-122"/>
                <a:ea typeface="微软雅黑" panose="020B0503020204020204" pitchFamily="34" charset="-122"/>
              </a:rPr>
              <a:t>学习目标</a:t>
            </a:r>
            <a:endParaRPr lang="en-US" dirty="0">
              <a:latin typeface="微软雅黑" panose="020B0503020204020204" pitchFamily="34" charset="-122"/>
              <a:ea typeface="微软雅黑" panose="020B0503020204020204" pitchFamily="34" charset="-122"/>
            </a:endParaRPr>
          </a:p>
        </p:txBody>
      </p:sp>
      <p:sp>
        <p:nvSpPr>
          <p:cNvPr id="6" name="矩形 5"/>
          <p:cNvSpPr/>
          <p:nvPr/>
        </p:nvSpPr>
        <p:spPr>
          <a:xfrm>
            <a:off x="423124" y="1582702"/>
            <a:ext cx="9999260" cy="1023614"/>
          </a:xfrm>
          <a:prstGeom prst="rect">
            <a:avLst/>
          </a:prstGeom>
        </p:spPr>
        <p:txBody>
          <a:bodyPr wrap="square">
            <a:spAutoFit/>
          </a:bodyPr>
          <a:lstStyle/>
          <a:p>
            <a:pPr indent="574675">
              <a:lnSpc>
                <a:spcPts val="3200"/>
              </a:lnSpc>
              <a:spcAft>
                <a:spcPts val="1200"/>
              </a:spcAft>
              <a:buClr>
                <a:schemeClr val="accent2"/>
              </a:buClr>
              <a:buSzPct val="80000"/>
            </a:pPr>
            <a:r>
              <a:rPr lang="en-US" altLang="zh-CN" sz="2000" dirty="0"/>
              <a:t>1. </a:t>
            </a:r>
            <a:r>
              <a:rPr lang="zh-CN" altLang="en-US" sz="2000" dirty="0"/>
              <a:t>理解二分图的含义。</a:t>
            </a:r>
          </a:p>
          <a:p>
            <a:pPr indent="574675">
              <a:lnSpc>
                <a:spcPts val="3200"/>
              </a:lnSpc>
              <a:spcAft>
                <a:spcPts val="1200"/>
              </a:spcAft>
              <a:buClr>
                <a:schemeClr val="accent2"/>
              </a:buClr>
              <a:buSzPct val="80000"/>
            </a:pPr>
            <a:r>
              <a:rPr lang="en-US" altLang="zh-CN" sz="2000" dirty="0"/>
              <a:t>2. </a:t>
            </a:r>
            <a:r>
              <a:rPr lang="zh-CN" altLang="en-US" sz="2000" dirty="0"/>
              <a:t>掌握二分图的判定方法。</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800" dirty="0">
                <a:latin typeface="微软雅黑" panose="020B0503020204020204" pitchFamily="34" charset="-122"/>
                <a:ea typeface="微软雅黑" panose="020B0503020204020204" pitchFamily="34" charset="-122"/>
              </a:rPr>
              <a:t>二分图</a:t>
            </a:r>
            <a:endParaRPr lang="zh-CN" altLang="en-US" dirty="0"/>
          </a:p>
        </p:txBody>
      </p:sp>
      <mc:AlternateContent xmlns:mc="http://schemas.openxmlformats.org/markup-compatibility/2006" xmlns:a14="http://schemas.microsoft.com/office/drawing/2010/main">
        <mc:Choice Requires="a14">
          <p:sp>
            <p:nvSpPr>
              <p:cNvPr id="5" name="矩形 4"/>
              <p:cNvSpPr/>
              <p:nvPr/>
            </p:nvSpPr>
            <p:spPr>
              <a:xfrm>
                <a:off x="1104900" y="1420300"/>
                <a:ext cx="9899224" cy="1116781"/>
              </a:xfrm>
              <a:prstGeom prst="rect">
                <a:avLst/>
              </a:prstGeom>
            </p:spPr>
            <p:txBody>
              <a:bodyPr wrap="square">
                <a:spAutoFit/>
              </a:bodyPr>
              <a:lstStyle/>
              <a:p>
                <a:pPr>
                  <a:lnSpc>
                    <a:spcPct val="200000"/>
                  </a:lnSpc>
                  <a:spcBef>
                    <a:spcPct val="50000"/>
                  </a:spcBef>
                </a:pPr>
                <a:r>
                  <a:rPr lang="zh-CN" altLang="en-US" noProof="1">
                    <a:latin typeface="微软雅黑" panose="020B0503020204020204" pitchFamily="34" charset="-122"/>
                    <a:ea typeface="微软雅黑" panose="020B0503020204020204" pitchFamily="34" charset="-122"/>
                    <a:sym typeface="+mn-ea"/>
                  </a:rPr>
                  <a:t>如果一张无向图的</a:t>
                </a:r>
                <a:r>
                  <a:rPr lang="en-US" altLang="zh-CN" noProof="1">
                    <a:latin typeface="微软雅黑" panose="020B0503020204020204" pitchFamily="34" charset="-122"/>
                    <a:ea typeface="微软雅黑" panose="020B0503020204020204" pitchFamily="34" charset="-122"/>
                    <a:sym typeface="+mn-ea"/>
                  </a:rPr>
                  <a:t>N</a:t>
                </a:r>
                <a:r>
                  <a:rPr lang="zh-CN" altLang="en-US" noProof="1">
                    <a:latin typeface="微软雅黑" panose="020B0503020204020204" pitchFamily="34" charset="-122"/>
                    <a:ea typeface="微软雅黑" panose="020B0503020204020204" pitchFamily="34" charset="-122"/>
                    <a:sym typeface="+mn-ea"/>
                  </a:rPr>
                  <a:t>个节点（</a:t>
                </a:r>
                <a:r>
                  <a:rPr lang="en-US" altLang="zh-CN" noProof="1">
                    <a:latin typeface="微软雅黑" panose="020B0503020204020204" pitchFamily="34" charset="-122"/>
                    <a:ea typeface="微软雅黑" panose="020B0503020204020204" pitchFamily="34" charset="-122"/>
                    <a:sym typeface="+mn-ea"/>
                  </a:rPr>
                  <a:t>N&gt;=2</a:t>
                </a:r>
                <a:r>
                  <a:rPr lang="zh-CN" altLang="en-US" noProof="1">
                    <a:latin typeface="微软雅黑" panose="020B0503020204020204" pitchFamily="34" charset="-122"/>
                    <a:ea typeface="微软雅黑" panose="020B0503020204020204" pitchFamily="34" charset="-122"/>
                    <a:sym typeface="+mn-ea"/>
                  </a:rPr>
                  <a:t>）可以分成</a:t>
                </a:r>
                <a:r>
                  <a:rPr lang="en-US" altLang="zh-CN" noProof="1">
                    <a:latin typeface="微软雅黑" panose="020B0503020204020204" pitchFamily="34" charset="-122"/>
                    <a:ea typeface="微软雅黑" panose="020B0503020204020204" pitchFamily="34" charset="-122"/>
                    <a:sym typeface="+mn-ea"/>
                  </a:rPr>
                  <a:t>A,B</a:t>
                </a:r>
                <a:r>
                  <a:rPr lang="zh-CN" altLang="en-US" noProof="1">
                    <a:latin typeface="微软雅黑" panose="020B0503020204020204" pitchFamily="34" charset="-122"/>
                    <a:ea typeface="微软雅黑" panose="020B0503020204020204" pitchFamily="34" charset="-122"/>
                    <a:sym typeface="+mn-ea"/>
                  </a:rPr>
                  <a:t>两个非空集合，其中</a:t>
                </a:r>
                <a14:m>
                  <m:oMath xmlns:m="http://schemas.openxmlformats.org/officeDocument/2006/math">
                    <m:r>
                      <m:rPr>
                        <m:sty m:val="p"/>
                      </m:rPr>
                      <a:rPr lang="en-US" altLang="zh-CN" i="1" noProof="1">
                        <a:latin typeface="Cambria Math" panose="02040503050406030204" pitchFamily="18" charset="0"/>
                        <a:ea typeface="Cambria Math" panose="02040503050406030204" pitchFamily="18" charset="0"/>
                        <a:sym typeface="+mn-ea"/>
                      </a:rPr>
                      <m:t>A</m:t>
                    </m:r>
                    <m:r>
                      <a:rPr lang="en-US" altLang="zh-CN" i="1" noProof="1" smtClean="0">
                        <a:latin typeface="Cambria Math" panose="02040503050406030204" pitchFamily="18" charset="0"/>
                        <a:ea typeface="Cambria Math" panose="02040503050406030204" pitchFamily="18" charset="0"/>
                        <a:sym typeface="+mn-ea"/>
                      </a:rPr>
                      <m:t>⋂</m:t>
                    </m:r>
                    <m:r>
                      <a:rPr lang="en-US" altLang="zh-CN" i="1" noProof="1">
                        <a:latin typeface="Cambria Math" panose="02040503050406030204" pitchFamily="18" charset="0"/>
                        <a:ea typeface="Cambria Math" panose="02040503050406030204" pitchFamily="18" charset="0"/>
                        <a:sym typeface="+mn-ea"/>
                      </a:rPr>
                      <m:t>𝐵</m:t>
                    </m:r>
                    <m:r>
                      <a:rPr lang="en-US" altLang="zh-CN" i="1" noProof="1">
                        <a:latin typeface="Cambria Math" panose="02040503050406030204" pitchFamily="18" charset="0"/>
                        <a:ea typeface="Cambria Math" panose="02040503050406030204" pitchFamily="18" charset="0"/>
                        <a:sym typeface="+mn-ea"/>
                      </a:rPr>
                      <m:t>=∅</m:t>
                    </m:r>
                  </m:oMath>
                </a14:m>
                <a:r>
                  <a:rPr lang="en-US" altLang="zh-CN" noProof="1">
                    <a:latin typeface="微软雅黑" panose="020B0503020204020204" pitchFamily="34" charset="-122"/>
                    <a:ea typeface="微软雅黑" panose="020B0503020204020204" pitchFamily="34" charset="-122"/>
                    <a:sym typeface="+mn-ea"/>
                  </a:rPr>
                  <a:t> </a:t>
                </a:r>
                <a:r>
                  <a:rPr lang="zh-CN" altLang="en-US" noProof="1">
                    <a:latin typeface="微软雅黑" panose="020B0503020204020204" pitchFamily="34" charset="-122"/>
                    <a:ea typeface="微软雅黑" panose="020B0503020204020204" pitchFamily="34" charset="-122"/>
                    <a:sym typeface="+mn-ea"/>
                  </a:rPr>
                  <a:t>，并且在同一集合内的点没有边相连，则称这张无向图为一张二分图。</a:t>
                </a:r>
                <a:r>
                  <a:rPr lang="en-US" altLang="zh-CN" noProof="1">
                    <a:latin typeface="微软雅黑" panose="020B0503020204020204" pitchFamily="34" charset="-122"/>
                    <a:ea typeface="微软雅黑" panose="020B0503020204020204" pitchFamily="34" charset="-122"/>
                    <a:sym typeface="+mn-ea"/>
                  </a:rPr>
                  <a:t>A</a:t>
                </a:r>
                <a:r>
                  <a:rPr lang="zh-CN" altLang="en-US" noProof="1">
                    <a:latin typeface="微软雅黑" panose="020B0503020204020204" pitchFamily="34" charset="-122"/>
                    <a:ea typeface="微软雅黑" panose="020B0503020204020204" pitchFamily="34" charset="-122"/>
                    <a:sym typeface="+mn-ea"/>
                  </a:rPr>
                  <a:t>，</a:t>
                </a:r>
                <a:r>
                  <a:rPr lang="en-US" altLang="zh-CN" noProof="1">
                    <a:latin typeface="微软雅黑" panose="020B0503020204020204" pitchFamily="34" charset="-122"/>
                    <a:ea typeface="微软雅黑" panose="020B0503020204020204" pitchFamily="34" charset="-122"/>
                    <a:sym typeface="+mn-ea"/>
                  </a:rPr>
                  <a:t>B</a:t>
                </a:r>
                <a:r>
                  <a:rPr lang="zh-CN" altLang="en-US" noProof="1">
                    <a:latin typeface="微软雅黑" panose="020B0503020204020204" pitchFamily="34" charset="-122"/>
                    <a:ea typeface="微软雅黑" panose="020B0503020204020204" pitchFamily="34" charset="-122"/>
                    <a:sym typeface="+mn-ea"/>
                  </a:rPr>
                  <a:t>分别称为二分图的左部和右部。</a:t>
                </a:r>
                <a:endParaRPr lang="en-US" altLang="zh-CN" noProof="1">
                  <a:latin typeface="微软雅黑" panose="020B0503020204020204" pitchFamily="34" charset="-122"/>
                  <a:ea typeface="微软雅黑" panose="020B0503020204020204" pitchFamily="34" charset="-122"/>
                  <a:sym typeface="+mn-ea"/>
                </a:endParaRPr>
              </a:p>
            </p:txBody>
          </p:sp>
        </mc:Choice>
        <mc:Fallback xmlns="">
          <p:sp>
            <p:nvSpPr>
              <p:cNvPr id="5" name="矩形 4"/>
              <p:cNvSpPr>
                <a:spLocks noRot="1" noChangeAspect="1" noMove="1" noResize="1" noEditPoints="1" noAdjustHandles="1" noChangeArrowheads="1" noChangeShapeType="1" noTextEdit="1"/>
              </p:cNvSpPr>
              <p:nvPr/>
            </p:nvSpPr>
            <p:spPr>
              <a:xfrm>
                <a:off x="1104900" y="1420300"/>
                <a:ext cx="9899224" cy="1116781"/>
              </a:xfrm>
              <a:prstGeom prst="rect">
                <a:avLst/>
              </a:prstGeom>
              <a:blipFill>
                <a:blip r:embed="rId2"/>
                <a:stretch>
                  <a:fillRect l="-493" b="-8197"/>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2D5012B3-4DD3-A255-7294-2DC61F4EB89F}"/>
              </a:ext>
            </a:extLst>
          </p:cNvPr>
          <p:cNvPicPr>
            <a:picLocks noChangeAspect="1"/>
          </p:cNvPicPr>
          <p:nvPr/>
        </p:nvPicPr>
        <p:blipFill rotWithShape="1">
          <a:blip r:embed="rId3"/>
          <a:srcRect t="10541"/>
          <a:stretch/>
        </p:blipFill>
        <p:spPr>
          <a:xfrm>
            <a:off x="1473490" y="3249227"/>
            <a:ext cx="1542293" cy="2787589"/>
          </a:xfrm>
          <a:prstGeom prst="rect">
            <a:avLst/>
          </a:prstGeom>
        </p:spPr>
      </p:pic>
      <p:sp>
        <p:nvSpPr>
          <p:cNvPr id="6" name="文本框 5">
            <a:extLst>
              <a:ext uri="{FF2B5EF4-FFF2-40B4-BE49-F238E27FC236}">
                <a16:creationId xmlns:a16="http://schemas.microsoft.com/office/drawing/2014/main" id="{F8B7D3D6-E26C-C43B-A3D3-F7C70EE3A99C}"/>
              </a:ext>
            </a:extLst>
          </p:cNvPr>
          <p:cNvSpPr txBox="1"/>
          <p:nvPr/>
        </p:nvSpPr>
        <p:spPr>
          <a:xfrm>
            <a:off x="1473490" y="2841015"/>
            <a:ext cx="417251" cy="369332"/>
          </a:xfrm>
          <a:prstGeom prst="rect">
            <a:avLst/>
          </a:prstGeom>
          <a:noFill/>
        </p:spPr>
        <p:txBody>
          <a:bodyPr wrap="square" rtlCol="0">
            <a:spAutoFit/>
          </a:bodyPr>
          <a:lstStyle/>
          <a:p>
            <a:r>
              <a:rPr lang="en-US" altLang="zh-CN" dirty="0"/>
              <a:t>A</a:t>
            </a:r>
            <a:endParaRPr lang="zh-CN" altLang="en-US" dirty="0"/>
          </a:p>
        </p:txBody>
      </p:sp>
      <p:sp>
        <p:nvSpPr>
          <p:cNvPr id="7" name="文本框 6">
            <a:extLst>
              <a:ext uri="{FF2B5EF4-FFF2-40B4-BE49-F238E27FC236}">
                <a16:creationId xmlns:a16="http://schemas.microsoft.com/office/drawing/2014/main" id="{7D132F9E-C932-4ADD-5E4C-EA3605889095}"/>
              </a:ext>
            </a:extLst>
          </p:cNvPr>
          <p:cNvSpPr txBox="1"/>
          <p:nvPr/>
        </p:nvSpPr>
        <p:spPr>
          <a:xfrm>
            <a:off x="2598532" y="2841015"/>
            <a:ext cx="417251" cy="369332"/>
          </a:xfrm>
          <a:prstGeom prst="rect">
            <a:avLst/>
          </a:prstGeom>
          <a:noFill/>
        </p:spPr>
        <p:txBody>
          <a:bodyPr wrap="square" rtlCol="0">
            <a:spAutoFit/>
          </a:bodyPr>
          <a:lstStyle/>
          <a:p>
            <a:r>
              <a:rPr lang="en-US" altLang="zh-CN" dirty="0"/>
              <a:t>B</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800" dirty="0">
                <a:latin typeface="微软雅黑" panose="020B0503020204020204" pitchFamily="34" charset="-122"/>
                <a:ea typeface="微软雅黑" panose="020B0503020204020204" pitchFamily="34" charset="-122"/>
              </a:rPr>
              <a:t>二分图</a:t>
            </a:r>
            <a:endParaRPr lang="zh-CN" altLang="en-US" dirty="0"/>
          </a:p>
        </p:txBody>
      </p:sp>
      <p:sp>
        <p:nvSpPr>
          <p:cNvPr id="5" name="矩形 4"/>
          <p:cNvSpPr/>
          <p:nvPr/>
        </p:nvSpPr>
        <p:spPr>
          <a:xfrm>
            <a:off x="1104900" y="1173162"/>
            <a:ext cx="9899224" cy="2726516"/>
          </a:xfrm>
          <a:prstGeom prst="rect">
            <a:avLst/>
          </a:prstGeom>
        </p:spPr>
        <p:txBody>
          <a:bodyPr wrap="square">
            <a:spAutoFit/>
          </a:bodyPr>
          <a:lstStyle/>
          <a:p>
            <a:pPr>
              <a:lnSpc>
                <a:spcPct val="200000"/>
              </a:lnSpc>
              <a:spcBef>
                <a:spcPct val="50000"/>
              </a:spcBef>
            </a:pPr>
            <a:r>
              <a:rPr lang="zh-CN" altLang="en-US" sz="1600" b="1" noProof="1">
                <a:solidFill>
                  <a:schemeClr val="accent2"/>
                </a:solidFill>
                <a:latin typeface="微软雅黑" panose="020B0503020204020204" pitchFamily="34" charset="-122"/>
                <a:ea typeface="微软雅黑" panose="020B0503020204020204" pitchFamily="34" charset="-122"/>
                <a:sym typeface="+mn-ea"/>
              </a:rPr>
              <a:t>二分图判定：</a:t>
            </a:r>
            <a:endParaRPr lang="en-US" altLang="zh-CN" sz="1600" b="1" noProof="1">
              <a:solidFill>
                <a:schemeClr val="accent2"/>
              </a:solidFill>
              <a:latin typeface="微软雅黑" panose="020B0503020204020204" pitchFamily="34" charset="-122"/>
              <a:ea typeface="微软雅黑" panose="020B0503020204020204" pitchFamily="34" charset="-122"/>
              <a:sym typeface="+mn-ea"/>
            </a:endParaRPr>
          </a:p>
          <a:p>
            <a:pPr>
              <a:lnSpc>
                <a:spcPct val="200000"/>
              </a:lnSpc>
              <a:spcBef>
                <a:spcPct val="50000"/>
              </a:spcBef>
            </a:pPr>
            <a:r>
              <a:rPr lang="zh-CN" altLang="en-US" sz="1600" noProof="1">
                <a:latin typeface="微软雅黑" panose="020B0503020204020204" pitchFamily="34" charset="-122"/>
                <a:ea typeface="微软雅黑" panose="020B0503020204020204" pitchFamily="34" charset="-122"/>
                <a:sym typeface="+mn-ea"/>
              </a:rPr>
              <a:t>一张无向图是二分图，当且仅当图中</a:t>
            </a:r>
            <a:r>
              <a:rPr lang="zh-CN" altLang="en-US" sz="1600" b="1" noProof="1">
                <a:solidFill>
                  <a:schemeClr val="accent2"/>
                </a:solidFill>
                <a:latin typeface="微软雅黑" panose="020B0503020204020204" pitchFamily="34" charset="-122"/>
                <a:ea typeface="微软雅黑" panose="020B0503020204020204" pitchFamily="34" charset="-122"/>
                <a:sym typeface="+mn-ea"/>
              </a:rPr>
              <a:t>不存在奇环</a:t>
            </a:r>
            <a:r>
              <a:rPr lang="zh-CN" altLang="en-US" sz="1600" noProof="1">
                <a:latin typeface="微软雅黑" panose="020B0503020204020204" pitchFamily="34" charset="-122"/>
                <a:ea typeface="微软雅黑" panose="020B0503020204020204" pitchFamily="34" charset="-122"/>
                <a:sym typeface="+mn-ea"/>
              </a:rPr>
              <a:t>（长度为奇数的环）</a:t>
            </a:r>
            <a:endParaRPr lang="en-US" altLang="zh-CN" sz="1600" noProof="1">
              <a:latin typeface="微软雅黑" panose="020B0503020204020204" pitchFamily="34" charset="-122"/>
              <a:ea typeface="微软雅黑" panose="020B0503020204020204" pitchFamily="34" charset="-122"/>
              <a:sym typeface="+mn-ea"/>
            </a:endParaRPr>
          </a:p>
          <a:p>
            <a:pPr>
              <a:lnSpc>
                <a:spcPct val="200000"/>
              </a:lnSpc>
              <a:spcBef>
                <a:spcPct val="50000"/>
              </a:spcBef>
            </a:pPr>
            <a:r>
              <a:rPr lang="zh-CN" altLang="en-US" sz="1600" noProof="1">
                <a:latin typeface="微软雅黑" panose="020B0503020204020204" pitchFamily="34" charset="-122"/>
                <a:ea typeface="微软雅黑" panose="020B0503020204020204" pitchFamily="34" charset="-122"/>
                <a:sym typeface="+mn-ea"/>
              </a:rPr>
              <a:t>我们可以用染色法做判定。大致思想为：尝试用黑白两种颜色标记图中的节点，当一个节点被标记后，它的所有相邻节点应该被标记为与他相反的颜色。若标记过程中产生冲突，则说明图中存在奇环。二分图染色一般基于深度优先遍历实现，时间复杂度为</a:t>
            </a:r>
            <a:r>
              <a:rPr lang="en-US" altLang="zh-CN" sz="1600" b="1" noProof="1">
                <a:solidFill>
                  <a:schemeClr val="accent2"/>
                </a:solidFill>
                <a:latin typeface="微软雅黑" panose="020B0503020204020204" pitchFamily="34" charset="-122"/>
                <a:ea typeface="微软雅黑" panose="020B0503020204020204" pitchFamily="34" charset="-122"/>
                <a:sym typeface="+mn-ea"/>
              </a:rPr>
              <a:t>O(N+M)</a:t>
            </a:r>
          </a:p>
        </p:txBody>
      </p:sp>
      <p:pic>
        <p:nvPicPr>
          <p:cNvPr id="9" name="图片 8">
            <a:extLst>
              <a:ext uri="{FF2B5EF4-FFF2-40B4-BE49-F238E27FC236}">
                <a16:creationId xmlns:a16="http://schemas.microsoft.com/office/drawing/2014/main" id="{45AD0CD4-EC63-001C-F612-4C465D5F1160}"/>
              </a:ext>
            </a:extLst>
          </p:cNvPr>
          <p:cNvPicPr>
            <a:picLocks noChangeAspect="1"/>
          </p:cNvPicPr>
          <p:nvPr/>
        </p:nvPicPr>
        <p:blipFill>
          <a:blip r:embed="rId2"/>
          <a:stretch>
            <a:fillRect/>
          </a:stretch>
        </p:blipFill>
        <p:spPr>
          <a:xfrm>
            <a:off x="1291682" y="3899678"/>
            <a:ext cx="4803559" cy="2856402"/>
          </a:xfrm>
          <a:prstGeom prst="rect">
            <a:avLst/>
          </a:prstGeom>
        </p:spPr>
      </p:pic>
    </p:spTree>
    <p:extLst>
      <p:ext uri="{BB962C8B-B14F-4D97-AF65-F5344CB8AC3E}">
        <p14:creationId xmlns:p14="http://schemas.microsoft.com/office/powerpoint/2010/main" val="1664470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800" dirty="0">
                <a:latin typeface="微软雅黑" panose="020B0503020204020204" pitchFamily="34" charset="-122"/>
                <a:ea typeface="微软雅黑" panose="020B0503020204020204" pitchFamily="34" charset="-122"/>
              </a:rPr>
              <a:t>二分图</a:t>
            </a:r>
            <a:endParaRPr lang="zh-CN" altLang="en-US" dirty="0"/>
          </a:p>
        </p:txBody>
      </p:sp>
      <p:sp>
        <p:nvSpPr>
          <p:cNvPr id="5" name="矩形 4"/>
          <p:cNvSpPr/>
          <p:nvPr/>
        </p:nvSpPr>
        <p:spPr>
          <a:xfrm>
            <a:off x="1025000" y="1173162"/>
            <a:ext cx="10060582" cy="1193725"/>
          </a:xfrm>
          <a:prstGeom prst="rect">
            <a:avLst/>
          </a:prstGeom>
        </p:spPr>
        <p:txBody>
          <a:bodyPr wrap="square">
            <a:spAutoFit/>
          </a:bodyPr>
          <a:lstStyle/>
          <a:p>
            <a:pPr>
              <a:lnSpc>
                <a:spcPct val="200000"/>
              </a:lnSpc>
              <a:spcBef>
                <a:spcPct val="50000"/>
              </a:spcBef>
            </a:pPr>
            <a:r>
              <a:rPr lang="zh-CN" altLang="en-US" sz="1600" b="1" noProof="1">
                <a:solidFill>
                  <a:schemeClr val="accent2"/>
                </a:solidFill>
                <a:latin typeface="微软雅黑" panose="020B0503020204020204" pitchFamily="34" charset="-122"/>
                <a:ea typeface="微软雅黑" panose="020B0503020204020204" pitchFamily="34" charset="-122"/>
              </a:rPr>
              <a:t>例</a:t>
            </a:r>
            <a:r>
              <a:rPr lang="en-US" altLang="zh-CN" sz="1600" b="1" noProof="1">
                <a:solidFill>
                  <a:schemeClr val="accent2"/>
                </a:solidFill>
                <a:latin typeface="微软雅黑" panose="020B0503020204020204" pitchFamily="34" charset="-122"/>
                <a:ea typeface="微软雅黑" panose="020B0503020204020204" pitchFamily="34" charset="-122"/>
              </a:rPr>
              <a:t>1</a:t>
            </a:r>
            <a:r>
              <a:rPr lang="zh-CN" altLang="en-US" sz="1600" b="1" noProof="1">
                <a:solidFill>
                  <a:schemeClr val="accent2"/>
                </a:solidFill>
                <a:latin typeface="微软雅黑" panose="020B0503020204020204" pitchFamily="34" charset="-122"/>
                <a:ea typeface="微软雅黑" panose="020B0503020204020204" pitchFamily="34" charset="-122"/>
              </a:rPr>
              <a:t>：关押罪犯 </a:t>
            </a:r>
            <a:r>
              <a:rPr lang="en-US" altLang="zh-CN" sz="1600" b="1" noProof="1">
                <a:solidFill>
                  <a:schemeClr val="accent2"/>
                </a:solidFill>
                <a:latin typeface="微软雅黑" panose="020B0503020204020204" pitchFamily="34" charset="-122"/>
                <a:ea typeface="微软雅黑" panose="020B0503020204020204" pitchFamily="34" charset="-122"/>
              </a:rPr>
              <a:t>NOIP2010</a:t>
            </a:r>
          </a:p>
          <a:p>
            <a:pPr>
              <a:lnSpc>
                <a:spcPct val="200000"/>
              </a:lnSpc>
              <a:spcBef>
                <a:spcPct val="50000"/>
              </a:spcBef>
            </a:pPr>
            <a:endParaRPr lang="en-US" altLang="zh-CN" b="1" noProof="1">
              <a:solidFill>
                <a:schemeClr val="accent2"/>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E4D2463B-BE24-5D44-FA53-1250F7E08BE3}"/>
              </a:ext>
            </a:extLst>
          </p:cNvPr>
          <p:cNvSpPr txBox="1"/>
          <p:nvPr/>
        </p:nvSpPr>
        <p:spPr>
          <a:xfrm>
            <a:off x="947361" y="1666816"/>
            <a:ext cx="10487077" cy="5016758"/>
          </a:xfrm>
          <a:prstGeom prst="rect">
            <a:avLst/>
          </a:prstGeom>
          <a:noFill/>
        </p:spPr>
        <p:txBody>
          <a:bodyPr wrap="square">
            <a:spAutoFit/>
          </a:bodyPr>
          <a:lstStyle/>
          <a:p>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题目描述</a:t>
            </a:r>
            <a:r>
              <a:rPr lang="en-US" altLang="zh-CN" sz="1600" dirty="0">
                <a:latin typeface="微软雅黑" panose="020B0503020204020204" pitchFamily="34" charset="-122"/>
                <a:ea typeface="微软雅黑" panose="020B0503020204020204" pitchFamily="34" charset="-122"/>
              </a:rPr>
              <a:t>】</a:t>
            </a:r>
          </a:p>
          <a:p>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S </a:t>
            </a:r>
            <a:r>
              <a:rPr lang="zh-CN" altLang="en-US" sz="1600" dirty="0">
                <a:latin typeface="微软雅黑" panose="020B0503020204020204" pitchFamily="34" charset="-122"/>
                <a:ea typeface="微软雅黑" panose="020B0503020204020204" pitchFamily="34" charset="-122"/>
              </a:rPr>
              <a:t>城现有两座监狱，一共关押着</a:t>
            </a:r>
            <a:r>
              <a:rPr lang="en-US" altLang="zh-CN" sz="1600" dirty="0">
                <a:latin typeface="微软雅黑" panose="020B0503020204020204" pitchFamily="34" charset="-122"/>
                <a:ea typeface="微软雅黑" panose="020B0503020204020204" pitchFamily="34" charset="-122"/>
              </a:rPr>
              <a:t>N </a:t>
            </a:r>
            <a:r>
              <a:rPr lang="zh-CN" altLang="en-US" sz="1600" dirty="0">
                <a:latin typeface="微软雅黑" panose="020B0503020204020204" pitchFamily="34" charset="-122"/>
                <a:ea typeface="微软雅黑" panose="020B0503020204020204" pitchFamily="34" charset="-122"/>
              </a:rPr>
              <a:t>名罪犯，编号分别为</a:t>
            </a:r>
            <a:r>
              <a:rPr lang="en-US" altLang="zh-CN" sz="1600" dirty="0">
                <a:latin typeface="微软雅黑" panose="020B0503020204020204" pitchFamily="34" charset="-122"/>
                <a:ea typeface="微软雅黑" panose="020B0503020204020204" pitchFamily="34" charset="-122"/>
              </a:rPr>
              <a:t>1~N</a:t>
            </a:r>
            <a:r>
              <a:rPr lang="zh-CN" altLang="en-US" sz="1600" dirty="0">
                <a:latin typeface="微软雅黑" panose="020B0503020204020204" pitchFamily="34" charset="-122"/>
                <a:ea typeface="微软雅黑" panose="020B0503020204020204" pitchFamily="34" charset="-122"/>
              </a:rPr>
              <a:t>。他们之间的关系自然也极不和谐。很多罪犯之间甚至积怨已久，如果客观条件具备则随时可能爆发冲突。我们用“怨气值”（一个正整数值）来表示某两名罪犯之间的仇恨程度，怨气值越大，则这两名罪犯之间的积怨越多。如果两名怨气值为</a:t>
            </a:r>
            <a:r>
              <a:rPr lang="en-US" altLang="zh-CN" sz="1600" dirty="0">
                <a:latin typeface="微软雅黑" panose="020B0503020204020204" pitchFamily="34" charset="-122"/>
                <a:ea typeface="微软雅黑" panose="020B0503020204020204" pitchFamily="34" charset="-122"/>
              </a:rPr>
              <a:t>c </a:t>
            </a:r>
            <a:r>
              <a:rPr lang="zh-CN" altLang="en-US" sz="1600" dirty="0">
                <a:latin typeface="微软雅黑" panose="020B0503020204020204" pitchFamily="34" charset="-122"/>
                <a:ea typeface="微软雅黑" panose="020B0503020204020204" pitchFamily="34" charset="-122"/>
              </a:rPr>
              <a:t>的罪犯被关押在同一监狱，他们俩之间会发生摩擦，并造成影响力为</a:t>
            </a:r>
            <a:r>
              <a:rPr lang="en-US" altLang="zh-CN" sz="1600" dirty="0">
                <a:latin typeface="微软雅黑" panose="020B0503020204020204" pitchFamily="34" charset="-122"/>
                <a:ea typeface="微软雅黑" panose="020B0503020204020204" pitchFamily="34" charset="-122"/>
              </a:rPr>
              <a:t>c </a:t>
            </a:r>
            <a:r>
              <a:rPr lang="zh-CN" altLang="en-US" sz="1600" dirty="0">
                <a:latin typeface="微软雅黑" panose="020B0503020204020204" pitchFamily="34" charset="-122"/>
                <a:ea typeface="微软雅黑" panose="020B0503020204020204" pitchFamily="34" charset="-122"/>
              </a:rPr>
              <a:t>的冲突事件。</a:t>
            </a:r>
          </a:p>
          <a:p>
            <a:r>
              <a:rPr lang="zh-CN" altLang="en-US" sz="1600" dirty="0">
                <a:latin typeface="微软雅黑" panose="020B0503020204020204" pitchFamily="34" charset="-122"/>
                <a:ea typeface="微软雅黑" panose="020B0503020204020204" pitchFamily="34" charset="-122"/>
              </a:rPr>
              <a:t>    每年年末，警察局会将本年内监狱中的所有冲突事件按影响力从大到小排成一个列表，然后上报到</a:t>
            </a:r>
            <a:r>
              <a:rPr lang="en-US" altLang="zh-CN" sz="1600" dirty="0">
                <a:latin typeface="微软雅黑" panose="020B0503020204020204" pitchFamily="34" charset="-122"/>
                <a:ea typeface="微软雅黑" panose="020B0503020204020204" pitchFamily="34" charset="-122"/>
              </a:rPr>
              <a:t>S </a:t>
            </a:r>
            <a:r>
              <a:rPr lang="zh-CN" altLang="en-US" sz="1600" dirty="0">
                <a:latin typeface="微软雅黑" panose="020B0503020204020204" pitchFamily="34" charset="-122"/>
                <a:ea typeface="微软雅黑" panose="020B0503020204020204" pitchFamily="34" charset="-122"/>
              </a:rPr>
              <a:t>城</a:t>
            </a:r>
            <a:r>
              <a:rPr lang="en-US" altLang="zh-CN" sz="1600" dirty="0">
                <a:latin typeface="微软雅黑" panose="020B0503020204020204" pitchFamily="34" charset="-122"/>
                <a:ea typeface="微软雅黑" panose="020B0503020204020204" pitchFamily="34" charset="-122"/>
              </a:rPr>
              <a:t>Z </a:t>
            </a:r>
            <a:r>
              <a:rPr lang="zh-CN" altLang="en-US" sz="1600" dirty="0">
                <a:latin typeface="微软雅黑" panose="020B0503020204020204" pitchFamily="34" charset="-122"/>
                <a:ea typeface="微软雅黑" panose="020B0503020204020204" pitchFamily="34" charset="-122"/>
              </a:rPr>
              <a:t>市长那里。公务繁忙的</a:t>
            </a:r>
            <a:r>
              <a:rPr lang="en-US" altLang="zh-CN" sz="1600" dirty="0">
                <a:latin typeface="微软雅黑" panose="020B0503020204020204" pitchFamily="34" charset="-122"/>
                <a:ea typeface="微软雅黑" panose="020B0503020204020204" pitchFamily="34" charset="-122"/>
              </a:rPr>
              <a:t>Z </a:t>
            </a:r>
            <a:r>
              <a:rPr lang="zh-CN" altLang="en-US" sz="1600" dirty="0">
                <a:latin typeface="微软雅黑" panose="020B0503020204020204" pitchFamily="34" charset="-122"/>
                <a:ea typeface="微软雅黑" panose="020B0503020204020204" pitchFamily="34" charset="-122"/>
              </a:rPr>
              <a:t>市长只会去看列表中的第一个事件的影响力，如果影响很坏，他就会考虑撤换警察局长。</a:t>
            </a:r>
          </a:p>
          <a:p>
            <a:r>
              <a:rPr lang="zh-CN" altLang="en-US" sz="1600" dirty="0">
                <a:latin typeface="微软雅黑" panose="020B0503020204020204" pitchFamily="34" charset="-122"/>
                <a:ea typeface="微软雅黑" panose="020B0503020204020204" pitchFamily="34" charset="-122"/>
              </a:rPr>
              <a:t>    在详细考察了</a:t>
            </a:r>
            <a:r>
              <a:rPr lang="en-US" altLang="zh-CN" sz="1600" dirty="0">
                <a:latin typeface="微软雅黑" panose="020B0503020204020204" pitchFamily="34" charset="-122"/>
                <a:ea typeface="微软雅黑" panose="020B0503020204020204" pitchFamily="34" charset="-122"/>
              </a:rPr>
              <a:t>N </a:t>
            </a:r>
            <a:r>
              <a:rPr lang="zh-CN" altLang="en-US" sz="1600" dirty="0">
                <a:latin typeface="微软雅黑" panose="020B0503020204020204" pitchFamily="34" charset="-122"/>
                <a:ea typeface="微软雅黑" panose="020B0503020204020204" pitchFamily="34" charset="-122"/>
              </a:rPr>
              <a:t>名罪犯间的矛盾关系后，警察局长觉得压力巨大。他准备将罪犯们在两座监狱内重新分配，以求产生的冲突事件影响力都较小，从而保住自己的乌纱帽。假设只要处于同一监狱内的某两个罪犯间有仇恨，那么他们一定会在每年的某个时候发生摩擦。那么，应如何分配罪犯，才能使</a:t>
            </a:r>
            <a:r>
              <a:rPr lang="en-US" altLang="zh-CN" sz="1600" dirty="0">
                <a:latin typeface="微软雅黑" panose="020B0503020204020204" pitchFamily="34" charset="-122"/>
                <a:ea typeface="微软雅黑" panose="020B0503020204020204" pitchFamily="34" charset="-122"/>
              </a:rPr>
              <a:t>Z </a:t>
            </a:r>
            <a:r>
              <a:rPr lang="zh-CN" altLang="en-US" sz="1600" dirty="0">
                <a:latin typeface="微软雅黑" panose="020B0503020204020204" pitchFamily="34" charset="-122"/>
                <a:ea typeface="微软雅黑" panose="020B0503020204020204" pitchFamily="34" charset="-122"/>
              </a:rPr>
              <a:t>市长看到的那个冲突事件的影响力最小？这个最小值是多少？</a:t>
            </a:r>
            <a:endParaRPr lang="en-US" altLang="zh-CN" sz="1600" dirty="0">
              <a:latin typeface="微软雅黑" panose="020B0503020204020204" pitchFamily="34" charset="-122"/>
              <a:ea typeface="微软雅黑" panose="020B0503020204020204" pitchFamily="34" charset="-122"/>
            </a:endParaRPr>
          </a:p>
          <a:p>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输入</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输入文件的每行中两个数之间用一个空格隔开。</a:t>
            </a:r>
          </a:p>
          <a:p>
            <a:r>
              <a:rPr lang="zh-CN" altLang="en-US" sz="1600" dirty="0">
                <a:latin typeface="微软雅黑" panose="020B0503020204020204" pitchFamily="34" charset="-122"/>
                <a:ea typeface="微软雅黑" panose="020B0503020204020204" pitchFamily="34" charset="-122"/>
              </a:rPr>
              <a:t>第一行为两个正整数</a:t>
            </a:r>
            <a:r>
              <a:rPr lang="en-US" altLang="zh-CN" sz="1600" dirty="0">
                <a:latin typeface="微软雅黑" panose="020B0503020204020204" pitchFamily="34" charset="-122"/>
                <a:ea typeface="微软雅黑" panose="020B0503020204020204" pitchFamily="34" charset="-122"/>
              </a:rPr>
              <a:t>N </a:t>
            </a:r>
            <a:r>
              <a:rPr lang="zh-CN" altLang="en-US" sz="1600" dirty="0">
                <a:latin typeface="微软雅黑" panose="020B0503020204020204" pitchFamily="34" charset="-122"/>
                <a:ea typeface="微软雅黑" panose="020B0503020204020204" pitchFamily="34" charset="-122"/>
              </a:rPr>
              <a:t>和</a:t>
            </a:r>
            <a:r>
              <a:rPr lang="en-US" altLang="zh-CN" sz="1600" dirty="0">
                <a:latin typeface="微软雅黑" panose="020B0503020204020204" pitchFamily="34" charset="-122"/>
                <a:ea typeface="微软雅黑" panose="020B0503020204020204" pitchFamily="34" charset="-122"/>
              </a:rPr>
              <a:t>M</a:t>
            </a:r>
            <a:r>
              <a:rPr lang="zh-CN" altLang="en-US" sz="1600" dirty="0">
                <a:latin typeface="微软雅黑" panose="020B0503020204020204" pitchFamily="34" charset="-122"/>
                <a:ea typeface="微软雅黑" panose="020B0503020204020204" pitchFamily="34" charset="-122"/>
              </a:rPr>
              <a:t>，分别表示罪犯的数目以及存在仇恨的罪犯对数。</a:t>
            </a:r>
          </a:p>
          <a:p>
            <a:r>
              <a:rPr lang="zh-CN" altLang="en-US" sz="1600" dirty="0">
                <a:latin typeface="微软雅黑" panose="020B0503020204020204" pitchFamily="34" charset="-122"/>
                <a:ea typeface="微软雅黑" panose="020B0503020204020204" pitchFamily="34" charset="-122"/>
              </a:rPr>
              <a:t>接下来的</a:t>
            </a:r>
            <a:r>
              <a:rPr lang="en-US" altLang="zh-CN" sz="1600" dirty="0">
                <a:latin typeface="微软雅黑" panose="020B0503020204020204" pitchFamily="34" charset="-122"/>
                <a:ea typeface="微软雅黑" panose="020B0503020204020204" pitchFamily="34" charset="-122"/>
              </a:rPr>
              <a:t>M </a:t>
            </a:r>
            <a:r>
              <a:rPr lang="zh-CN" altLang="en-US" sz="1600" dirty="0">
                <a:latin typeface="微软雅黑" panose="020B0503020204020204" pitchFamily="34" charset="-122"/>
                <a:ea typeface="微软雅黑" panose="020B0503020204020204" pitchFamily="34" charset="-122"/>
              </a:rPr>
              <a:t>行每行为三个正整数</a:t>
            </a:r>
            <a:r>
              <a:rPr lang="en-US" altLang="zh-CN" sz="1600" dirty="0" err="1">
                <a:latin typeface="微软雅黑" panose="020B0503020204020204" pitchFamily="34" charset="-122"/>
                <a:ea typeface="微软雅黑" panose="020B0503020204020204" pitchFamily="34" charset="-122"/>
              </a:rPr>
              <a:t>aj</a:t>
            </a:r>
            <a:r>
              <a:rPr lang="zh-CN" altLang="en-US"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bj</a:t>
            </a:r>
            <a:r>
              <a:rPr lang="zh-CN" altLang="en-US"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cj</a:t>
            </a:r>
            <a:r>
              <a:rPr lang="zh-CN" altLang="en-US" sz="1600" dirty="0">
                <a:latin typeface="微软雅黑" panose="020B0503020204020204" pitchFamily="34" charset="-122"/>
                <a:ea typeface="微软雅黑" panose="020B0503020204020204" pitchFamily="34" charset="-122"/>
              </a:rPr>
              <a:t>，表示</a:t>
            </a:r>
            <a:r>
              <a:rPr lang="en-US" altLang="zh-CN" sz="1600" dirty="0" err="1">
                <a:latin typeface="微软雅黑" panose="020B0503020204020204" pitchFamily="34" charset="-122"/>
                <a:ea typeface="微软雅黑" panose="020B0503020204020204" pitchFamily="34" charset="-122"/>
              </a:rPr>
              <a:t>aj</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号和</a:t>
            </a:r>
            <a:r>
              <a:rPr lang="en-US" altLang="zh-CN" sz="1600" dirty="0" err="1">
                <a:latin typeface="微软雅黑" panose="020B0503020204020204" pitchFamily="34" charset="-122"/>
                <a:ea typeface="微软雅黑" panose="020B0503020204020204" pitchFamily="34" charset="-122"/>
              </a:rPr>
              <a:t>bj</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号罪犯之间存在仇恨，其怨气值为</a:t>
            </a:r>
            <a:r>
              <a:rPr lang="en-US" altLang="zh-CN" sz="1600" dirty="0" err="1">
                <a:latin typeface="微软雅黑" panose="020B0503020204020204" pitchFamily="34" charset="-122"/>
                <a:ea typeface="微软雅黑" panose="020B0503020204020204" pitchFamily="34" charset="-122"/>
              </a:rPr>
              <a:t>cj</a:t>
            </a:r>
            <a:r>
              <a:rPr lang="zh-CN" altLang="en-US" sz="1600" dirty="0">
                <a:latin typeface="微软雅黑" panose="020B0503020204020204" pitchFamily="34" charset="-122"/>
                <a:ea typeface="微软雅黑" panose="020B0503020204020204" pitchFamily="34" charset="-122"/>
              </a:rPr>
              <a:t>。数据保证</a:t>
            </a:r>
            <a:r>
              <a:rPr lang="en-US" altLang="zh-CN" sz="1600" dirty="0">
                <a:latin typeface="微软雅黑" panose="020B0503020204020204" pitchFamily="34" charset="-122"/>
                <a:ea typeface="微软雅黑" panose="020B0503020204020204" pitchFamily="34" charset="-122"/>
              </a:rPr>
              <a:t>1&lt;=</a:t>
            </a:r>
            <a:r>
              <a:rPr lang="en-US" altLang="zh-CN" sz="1600" dirty="0" err="1">
                <a:latin typeface="微软雅黑" panose="020B0503020204020204" pitchFamily="34" charset="-122"/>
                <a:ea typeface="微软雅黑" panose="020B0503020204020204" pitchFamily="34" charset="-122"/>
              </a:rPr>
              <a:t>aj</a:t>
            </a:r>
            <a:r>
              <a:rPr lang="en-US" altLang="zh-CN" sz="1600" dirty="0">
                <a:latin typeface="微软雅黑" panose="020B0503020204020204" pitchFamily="34" charset="-122"/>
                <a:ea typeface="微软雅黑" panose="020B0503020204020204" pitchFamily="34" charset="-122"/>
              </a:rPr>
              <a:t>&lt;</a:t>
            </a:r>
            <a:r>
              <a:rPr lang="en-US" altLang="zh-CN" sz="1600" dirty="0" err="1">
                <a:latin typeface="微软雅黑" panose="020B0503020204020204" pitchFamily="34" charset="-122"/>
                <a:ea typeface="微软雅黑" panose="020B0503020204020204" pitchFamily="34" charset="-122"/>
              </a:rPr>
              <a:t>bj</a:t>
            </a:r>
            <a:r>
              <a:rPr lang="en-US" altLang="zh-CN" sz="1600" dirty="0">
                <a:latin typeface="微软雅黑" panose="020B0503020204020204" pitchFamily="34" charset="-122"/>
                <a:ea typeface="微软雅黑" panose="020B0503020204020204" pitchFamily="34" charset="-122"/>
              </a:rPr>
              <a:t>&lt;N,0&lt;</a:t>
            </a:r>
            <a:r>
              <a:rPr lang="en-US" altLang="zh-CN" sz="1600" dirty="0" err="1">
                <a:latin typeface="微软雅黑" panose="020B0503020204020204" pitchFamily="34" charset="-122"/>
                <a:ea typeface="微软雅黑" panose="020B0503020204020204" pitchFamily="34" charset="-122"/>
              </a:rPr>
              <a:t>cj</a:t>
            </a:r>
            <a:r>
              <a:rPr lang="en-US" altLang="zh-CN" sz="1600" dirty="0">
                <a:latin typeface="微软雅黑" panose="020B0503020204020204" pitchFamily="34" charset="-122"/>
                <a:ea typeface="微软雅黑" panose="020B0503020204020204" pitchFamily="34" charset="-122"/>
              </a:rPr>
              <a:t>&lt;=1,000,000,000 </a:t>
            </a:r>
            <a:r>
              <a:rPr lang="zh-CN" altLang="en-US" sz="1600" dirty="0">
                <a:latin typeface="微软雅黑" panose="020B0503020204020204" pitchFamily="34" charset="-122"/>
                <a:ea typeface="微软雅黑" panose="020B0503020204020204" pitchFamily="34" charset="-122"/>
              </a:rPr>
              <a:t>且每对罪犯组合只出现一次。</a:t>
            </a:r>
            <a:endParaRPr lang="en-US" altLang="zh-CN" sz="1600" dirty="0">
              <a:latin typeface="微软雅黑" panose="020B0503020204020204" pitchFamily="34" charset="-122"/>
              <a:ea typeface="微软雅黑" panose="020B0503020204020204" pitchFamily="34" charset="-122"/>
            </a:endParaRPr>
          </a:p>
          <a:p>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输出</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输出共</a:t>
            </a:r>
            <a:r>
              <a:rPr lang="en-US" altLang="zh-CN" sz="1600" dirty="0">
                <a:latin typeface="微软雅黑" panose="020B0503020204020204" pitchFamily="34" charset="-122"/>
                <a:ea typeface="微软雅黑" panose="020B0503020204020204" pitchFamily="34" charset="-122"/>
              </a:rPr>
              <a:t>1 </a:t>
            </a:r>
            <a:r>
              <a:rPr lang="zh-CN" altLang="en-US" sz="1600" dirty="0">
                <a:latin typeface="微软雅黑" panose="020B0503020204020204" pitchFamily="34" charset="-122"/>
                <a:ea typeface="微软雅黑" panose="020B0503020204020204" pitchFamily="34" charset="-122"/>
              </a:rPr>
              <a:t>行，为</a:t>
            </a:r>
            <a:r>
              <a:rPr lang="en-US" altLang="zh-CN" sz="1600" dirty="0">
                <a:latin typeface="微软雅黑" panose="020B0503020204020204" pitchFamily="34" charset="-122"/>
                <a:ea typeface="微软雅黑" panose="020B0503020204020204" pitchFamily="34" charset="-122"/>
              </a:rPr>
              <a:t>Z </a:t>
            </a:r>
            <a:r>
              <a:rPr lang="zh-CN" altLang="en-US" sz="1600" dirty="0">
                <a:latin typeface="微软雅黑" panose="020B0503020204020204" pitchFamily="34" charset="-122"/>
                <a:ea typeface="微软雅黑" panose="020B0503020204020204" pitchFamily="34" charset="-122"/>
              </a:rPr>
              <a:t>市长看到的那个冲突事件的影响力。如果本年内监狱中未发生任何冲突事件，请输出</a:t>
            </a:r>
            <a:r>
              <a:rPr lang="en-US" altLang="zh-CN" sz="1600" dirty="0">
                <a:latin typeface="微软雅黑" panose="020B0503020204020204" pitchFamily="34" charset="-122"/>
                <a:ea typeface="微软雅黑" panose="020B0503020204020204" pitchFamily="34" charset="-122"/>
              </a:rPr>
              <a:t>0</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数据范围</a:t>
            </a:r>
            <a:r>
              <a:rPr lang="en-US" altLang="zh-CN" sz="1600" dirty="0">
                <a:latin typeface="微软雅黑" panose="020B0503020204020204" pitchFamily="34" charset="-122"/>
                <a:ea typeface="微软雅黑" panose="020B0503020204020204" pitchFamily="34" charset="-122"/>
              </a:rPr>
              <a:t>】</a:t>
            </a:r>
          </a:p>
          <a:p>
            <a:r>
              <a:rPr lang="zh-CN" altLang="en-US" sz="1600" dirty="0">
                <a:latin typeface="微软雅黑" panose="020B0503020204020204" pitchFamily="34" charset="-122"/>
                <a:ea typeface="微软雅黑" panose="020B0503020204020204" pitchFamily="34" charset="-122"/>
              </a:rPr>
              <a:t>对于</a:t>
            </a:r>
            <a:r>
              <a:rPr lang="en-US" altLang="zh-CN" sz="1600" dirty="0">
                <a:latin typeface="微软雅黑" panose="020B0503020204020204" pitchFamily="34" charset="-122"/>
                <a:ea typeface="微软雅黑" panose="020B0503020204020204" pitchFamily="34" charset="-122"/>
              </a:rPr>
              <a:t>30%</a:t>
            </a:r>
            <a:r>
              <a:rPr lang="zh-CN" altLang="en-US" sz="1600" dirty="0">
                <a:latin typeface="微软雅黑" panose="020B0503020204020204" pitchFamily="34" charset="-122"/>
                <a:ea typeface="微软雅黑" panose="020B0503020204020204" pitchFamily="34" charset="-122"/>
              </a:rPr>
              <a:t>的数据有</a:t>
            </a:r>
            <a:r>
              <a:rPr lang="en-US" altLang="zh-CN" sz="1600" dirty="0">
                <a:latin typeface="微软雅黑" panose="020B0503020204020204" pitchFamily="34" charset="-122"/>
                <a:ea typeface="微软雅黑" panose="020B0503020204020204" pitchFamily="34" charset="-122"/>
              </a:rPr>
              <a:t>N≤ 15</a:t>
            </a:r>
            <a:r>
              <a:rPr lang="zh-CN" altLang="en-US" sz="1600" dirty="0">
                <a:latin typeface="微软雅黑" panose="020B0503020204020204" pitchFamily="34" charset="-122"/>
                <a:ea typeface="微软雅黑" panose="020B0503020204020204" pitchFamily="34" charset="-122"/>
              </a:rPr>
              <a:t>。</a:t>
            </a:r>
          </a:p>
          <a:p>
            <a:r>
              <a:rPr lang="zh-CN" altLang="en-US" sz="1600" dirty="0">
                <a:latin typeface="微软雅黑" panose="020B0503020204020204" pitchFamily="34" charset="-122"/>
                <a:ea typeface="微软雅黑" panose="020B0503020204020204" pitchFamily="34" charset="-122"/>
              </a:rPr>
              <a:t>对于</a:t>
            </a:r>
            <a:r>
              <a:rPr lang="en-US" altLang="zh-CN" sz="1600" dirty="0">
                <a:latin typeface="微软雅黑" panose="020B0503020204020204" pitchFamily="34" charset="-122"/>
                <a:ea typeface="微软雅黑" panose="020B0503020204020204" pitchFamily="34" charset="-122"/>
              </a:rPr>
              <a:t>70%</a:t>
            </a:r>
            <a:r>
              <a:rPr lang="zh-CN" altLang="en-US" sz="1600" dirty="0">
                <a:latin typeface="微软雅黑" panose="020B0503020204020204" pitchFamily="34" charset="-122"/>
                <a:ea typeface="微软雅黑" panose="020B0503020204020204" pitchFamily="34" charset="-122"/>
              </a:rPr>
              <a:t>的数据有</a:t>
            </a:r>
            <a:r>
              <a:rPr lang="en-US" altLang="zh-CN" sz="1600" dirty="0">
                <a:latin typeface="微软雅黑" panose="020B0503020204020204" pitchFamily="34" charset="-122"/>
                <a:ea typeface="微软雅黑" panose="020B0503020204020204" pitchFamily="34" charset="-122"/>
              </a:rPr>
              <a:t>N≤ 2000</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M≤ 50000</a:t>
            </a:r>
            <a:r>
              <a:rPr lang="zh-CN" altLang="en-US" sz="1600" dirty="0">
                <a:latin typeface="微软雅黑" panose="020B0503020204020204" pitchFamily="34" charset="-122"/>
                <a:ea typeface="微软雅黑" panose="020B0503020204020204" pitchFamily="34" charset="-122"/>
              </a:rPr>
              <a:t>。</a:t>
            </a:r>
          </a:p>
          <a:p>
            <a:r>
              <a:rPr lang="zh-CN" altLang="en-US" sz="1600" dirty="0">
                <a:latin typeface="微软雅黑" panose="020B0503020204020204" pitchFamily="34" charset="-122"/>
                <a:ea typeface="微软雅黑" panose="020B0503020204020204" pitchFamily="34" charset="-122"/>
              </a:rPr>
              <a:t>对于</a:t>
            </a:r>
            <a:r>
              <a:rPr lang="en-US" altLang="zh-CN" sz="1600" dirty="0">
                <a:latin typeface="微软雅黑" panose="020B0503020204020204" pitchFamily="34" charset="-122"/>
                <a:ea typeface="微软雅黑" panose="020B0503020204020204" pitchFamily="34" charset="-122"/>
              </a:rPr>
              <a:t>100%</a:t>
            </a:r>
            <a:r>
              <a:rPr lang="zh-CN" altLang="en-US" sz="1600" dirty="0">
                <a:latin typeface="微软雅黑" panose="020B0503020204020204" pitchFamily="34" charset="-122"/>
                <a:ea typeface="微软雅黑" panose="020B0503020204020204" pitchFamily="34" charset="-122"/>
              </a:rPr>
              <a:t>的数据有</a:t>
            </a:r>
            <a:r>
              <a:rPr lang="en-US" altLang="zh-CN" sz="1600" dirty="0">
                <a:latin typeface="微软雅黑" panose="020B0503020204020204" pitchFamily="34" charset="-122"/>
                <a:ea typeface="微软雅黑" panose="020B0503020204020204" pitchFamily="34" charset="-122"/>
              </a:rPr>
              <a:t>N≤ 20000</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M≤ 100000</a:t>
            </a:r>
            <a:r>
              <a:rPr lang="zh-CN" altLang="en-US" sz="1600" dirty="0">
                <a:latin typeface="微软雅黑" panose="020B0503020204020204" pitchFamily="34" charset="-122"/>
                <a:ea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56386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800" dirty="0">
                <a:latin typeface="微软雅黑" panose="020B0503020204020204" pitchFamily="34" charset="-122"/>
                <a:ea typeface="微软雅黑" panose="020B0503020204020204" pitchFamily="34" charset="-122"/>
              </a:rPr>
              <a:t>二分图</a:t>
            </a:r>
            <a:endParaRPr lang="zh-CN" altLang="en-US" dirty="0"/>
          </a:p>
        </p:txBody>
      </p:sp>
      <p:sp>
        <p:nvSpPr>
          <p:cNvPr id="8" name="文本框 7"/>
          <p:cNvSpPr txBox="1"/>
          <p:nvPr/>
        </p:nvSpPr>
        <p:spPr>
          <a:xfrm>
            <a:off x="953982" y="1414854"/>
            <a:ext cx="2117694" cy="369332"/>
          </a:xfrm>
          <a:prstGeom prst="rect">
            <a:avLst/>
          </a:prstGeom>
          <a:noFill/>
        </p:spPr>
        <p:txBody>
          <a:bodyPr wrap="square">
            <a:spAutoFit/>
          </a:bodyPr>
          <a:lstStyle/>
          <a:p>
            <a:r>
              <a:rPr lang="en-US" altLang="zh-CN" b="1" noProof="1">
                <a:solidFill>
                  <a:schemeClr val="accent2"/>
                </a:solidFill>
                <a:latin typeface="微软雅黑" panose="020B0503020204020204" pitchFamily="34" charset="-122"/>
                <a:ea typeface="微软雅黑" panose="020B0503020204020204" pitchFamily="34" charset="-122"/>
              </a:rPr>
              <a:t>【</a:t>
            </a:r>
            <a:r>
              <a:rPr lang="zh-CN" altLang="en-US" b="1" noProof="1">
                <a:solidFill>
                  <a:schemeClr val="accent2"/>
                </a:solidFill>
                <a:latin typeface="微软雅黑" panose="020B0503020204020204" pitchFamily="34" charset="-122"/>
                <a:ea typeface="微软雅黑" panose="020B0503020204020204" pitchFamily="34" charset="-122"/>
              </a:rPr>
              <a:t>题意分析</a:t>
            </a:r>
            <a:r>
              <a:rPr lang="en-US" altLang="zh-CN" b="1" noProof="1">
                <a:solidFill>
                  <a:schemeClr val="accent2"/>
                </a:solidFill>
                <a:latin typeface="微软雅黑" panose="020B0503020204020204" pitchFamily="34" charset="-122"/>
                <a:ea typeface="微软雅黑" panose="020B0503020204020204" pitchFamily="34" charset="-122"/>
              </a:rPr>
              <a:t>】</a:t>
            </a:r>
            <a:endParaRPr lang="zh-CN" altLang="en-US" b="1" noProof="1">
              <a:solidFill>
                <a:schemeClr val="accent2"/>
              </a:solidFill>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D2A6064E-6F71-6C87-A49A-E690AAB70EA3}"/>
              </a:ext>
            </a:extLst>
          </p:cNvPr>
          <p:cNvSpPr txBox="1"/>
          <p:nvPr/>
        </p:nvSpPr>
        <p:spPr>
          <a:xfrm>
            <a:off x="1104900" y="1784186"/>
            <a:ext cx="9876526" cy="4214102"/>
          </a:xfrm>
          <a:prstGeom prst="rect">
            <a:avLst/>
          </a:prstGeom>
          <a:noFill/>
        </p:spPr>
        <p:txBody>
          <a:bodyPr wrap="square">
            <a:spAutoFit/>
          </a:bodyPr>
          <a:lstStyle/>
          <a:p>
            <a:pPr marR="0" lvl="0" algn="l" defTabSz="914400" rtl="0" eaLnBrk="1" fontAlgn="auto" latinLnBrk="0" hangingPunct="1">
              <a:lnSpc>
                <a:spcPct val="200000"/>
              </a:lnSpc>
              <a:spcBef>
                <a:spcPts val="1000"/>
              </a:spcBef>
              <a:spcAft>
                <a:spcPts val="0"/>
              </a:spcAft>
              <a:buClrTx/>
              <a:buSzTx/>
              <a:tabLst/>
              <a:defRPr/>
            </a:pPr>
            <a:r>
              <a:rPr lang="zh-CN" altLang="en-US" sz="1600" dirty="0">
                <a:latin typeface="微软雅黑" panose="020B0503020204020204" pitchFamily="34" charset="-122"/>
                <a:ea typeface="微软雅黑" panose="020B0503020204020204" pitchFamily="34" charset="-122"/>
              </a:rPr>
              <a:t>之前本题是利用并查集解决该问题。本次换用二分图判定的方法再次求解。</a:t>
            </a:r>
            <a:endParaRPr lang="en-US" altLang="zh-CN" sz="1600" dirty="0">
              <a:latin typeface="微软雅黑" panose="020B0503020204020204" pitchFamily="34" charset="-122"/>
              <a:ea typeface="微软雅黑" panose="020B0503020204020204" pitchFamily="34" charset="-122"/>
            </a:endParaRPr>
          </a:p>
          <a:p>
            <a:pPr marR="0" lvl="0" algn="l" defTabSz="914400" rtl="0" eaLnBrk="1" fontAlgn="auto" latinLnBrk="0" hangingPunct="1">
              <a:lnSpc>
                <a:spcPct val="200000"/>
              </a:lnSpc>
              <a:spcBef>
                <a:spcPts val="1000"/>
              </a:spcBef>
              <a:spcAft>
                <a:spcPts val="0"/>
              </a:spcAft>
              <a:buClrTx/>
              <a:buSzTx/>
              <a:tabLst/>
              <a:defRPr/>
            </a:pPr>
            <a:r>
              <a:rPr lang="zh-CN" altLang="en-US" sz="1600" dirty="0">
                <a:latin typeface="微软雅黑" panose="020B0503020204020204" pitchFamily="34" charset="-122"/>
                <a:ea typeface="微软雅黑" panose="020B0503020204020204" pitchFamily="34" charset="-122"/>
              </a:rPr>
              <a:t>考虑这样一个判定问题：是否存在一种分配罪犯的方案，使</a:t>
            </a:r>
            <a:r>
              <a:rPr lang="en-US" altLang="zh-CN" sz="1600" dirty="0">
                <a:latin typeface="微软雅黑" panose="020B0503020204020204" pitchFamily="34" charset="-122"/>
                <a:ea typeface="微软雅黑" panose="020B0503020204020204" pitchFamily="34" charset="-122"/>
              </a:rPr>
              <a:t>Z</a:t>
            </a:r>
            <a:r>
              <a:rPr lang="zh-CN" altLang="en-US" sz="1600" dirty="0">
                <a:latin typeface="微软雅黑" panose="020B0503020204020204" pitchFamily="34" charset="-122"/>
                <a:ea typeface="微软雅黑" panose="020B0503020204020204" pitchFamily="34" charset="-122"/>
              </a:rPr>
              <a:t>市长看到的那个冲突事件的影响力不超过</a:t>
            </a:r>
            <a:r>
              <a:rPr lang="en-US" altLang="zh-CN" sz="1600" dirty="0">
                <a:latin typeface="微软雅黑" panose="020B0503020204020204" pitchFamily="34" charset="-122"/>
                <a:ea typeface="微软雅黑" panose="020B0503020204020204" pitchFamily="34" charset="-122"/>
              </a:rPr>
              <a:t>mid</a:t>
            </a:r>
            <a:r>
              <a:rPr lang="zh-CN" altLang="en-US" sz="1600" dirty="0">
                <a:latin typeface="微软雅黑" panose="020B0503020204020204" pitchFamily="34" charset="-122"/>
                <a:ea typeface="微软雅黑" panose="020B0503020204020204" pitchFamily="34" charset="-122"/>
              </a:rPr>
              <a:t>。显然，对于</a:t>
            </a:r>
            <a:r>
              <a:rPr lang="en-US" altLang="zh-CN" sz="1600" dirty="0">
                <a:latin typeface="微软雅黑" panose="020B0503020204020204" pitchFamily="34" charset="-122"/>
                <a:ea typeface="微软雅黑" panose="020B0503020204020204" pitchFamily="34" charset="-122"/>
              </a:rPr>
              <a:t>mid</a:t>
            </a:r>
            <a:r>
              <a:rPr lang="zh-CN" altLang="en-US" sz="1600" dirty="0">
                <a:latin typeface="微软雅黑" panose="020B0503020204020204" pitchFamily="34" charset="-122"/>
                <a:ea typeface="微软雅黑" panose="020B0503020204020204" pitchFamily="34" charset="-122"/>
              </a:rPr>
              <a:t>较小时可行的方案，对于更大的</a:t>
            </a:r>
            <a:r>
              <a:rPr lang="en-US" altLang="zh-CN" sz="1600" dirty="0">
                <a:latin typeface="微软雅黑" panose="020B0503020204020204" pitchFamily="34" charset="-122"/>
                <a:ea typeface="微软雅黑" panose="020B0503020204020204" pitchFamily="34" charset="-122"/>
              </a:rPr>
              <a:t>mid</a:t>
            </a:r>
            <a:r>
              <a:rPr lang="zh-CN" altLang="en-US" sz="1600" dirty="0">
                <a:latin typeface="微软雅黑" panose="020B0503020204020204" pitchFamily="34" charset="-122"/>
                <a:ea typeface="微软雅黑" panose="020B0503020204020204" pitchFamily="34" charset="-122"/>
              </a:rPr>
              <a:t>仍然可行。换言之，本题答案具有单调性，可以通过二分法，把求最值问题转化为判定问题。</a:t>
            </a:r>
            <a:endParaRPr lang="en-US" altLang="zh-CN" sz="1600" dirty="0">
              <a:latin typeface="微软雅黑" panose="020B0503020204020204" pitchFamily="34" charset="-122"/>
              <a:ea typeface="微软雅黑" panose="020B0503020204020204" pitchFamily="34" charset="-122"/>
            </a:endParaRPr>
          </a:p>
          <a:p>
            <a:pPr marR="0" lvl="0" algn="l" defTabSz="914400" rtl="0" eaLnBrk="1" fontAlgn="auto" latinLnBrk="0" hangingPunct="1">
              <a:lnSpc>
                <a:spcPct val="200000"/>
              </a:lnSpc>
              <a:spcBef>
                <a:spcPts val="1000"/>
              </a:spcBef>
              <a:spcAft>
                <a:spcPts val="0"/>
              </a:spcAft>
              <a:buClrTx/>
              <a:buSzTx/>
              <a:tabLst/>
              <a:defRPr/>
            </a:pPr>
            <a:r>
              <a:rPr lang="zh-CN" altLang="en-US" sz="1600" dirty="0">
                <a:latin typeface="微软雅黑" panose="020B0503020204020204" pitchFamily="34" charset="-122"/>
                <a:ea typeface="微软雅黑" panose="020B0503020204020204" pitchFamily="34" charset="-122"/>
              </a:rPr>
              <a:t>二分答案，设当前二分的值为</a:t>
            </a:r>
            <a:r>
              <a:rPr lang="en-US" altLang="zh-CN" sz="1600" dirty="0">
                <a:latin typeface="微软雅黑" panose="020B0503020204020204" pitchFamily="34" charset="-122"/>
                <a:ea typeface="微软雅黑" panose="020B0503020204020204" pitchFamily="34" charset="-122"/>
              </a:rPr>
              <a:t>mid</a:t>
            </a:r>
            <a:r>
              <a:rPr lang="zh-CN" altLang="en-US" sz="1600" dirty="0">
                <a:latin typeface="微软雅黑" panose="020B0503020204020204" pitchFamily="34" charset="-122"/>
                <a:ea typeface="微软雅黑" panose="020B0503020204020204" pitchFamily="34" charset="-122"/>
              </a:rPr>
              <a:t>。此时，任意两个仇恨程度大于</a:t>
            </a:r>
            <a:r>
              <a:rPr lang="en-US" altLang="zh-CN" sz="1600" dirty="0">
                <a:latin typeface="微软雅黑" panose="020B0503020204020204" pitchFamily="34" charset="-122"/>
                <a:ea typeface="微软雅黑" panose="020B0503020204020204" pitchFamily="34" charset="-122"/>
              </a:rPr>
              <a:t>mid</a:t>
            </a:r>
            <a:r>
              <a:rPr lang="zh-CN" altLang="en-US" sz="1600" dirty="0">
                <a:latin typeface="微软雅黑" panose="020B0503020204020204" pitchFamily="34" charset="-122"/>
                <a:ea typeface="微软雅黑" panose="020B0503020204020204" pitchFamily="34" charset="-122"/>
              </a:rPr>
              <a:t>的罪犯都必须安排在不同的监狱。我们把罪犯作为节点，在仇恨程度大于</a:t>
            </a:r>
            <a:r>
              <a:rPr lang="en-US" altLang="zh-CN" sz="1600" dirty="0">
                <a:latin typeface="微软雅黑" panose="020B0503020204020204" pitchFamily="34" charset="-122"/>
                <a:ea typeface="微软雅黑" panose="020B0503020204020204" pitchFamily="34" charset="-122"/>
              </a:rPr>
              <a:t>mid</a:t>
            </a:r>
            <a:r>
              <a:rPr lang="zh-CN" altLang="en-US" sz="1600" dirty="0">
                <a:latin typeface="微软雅黑" panose="020B0503020204020204" pitchFamily="34" charset="-122"/>
                <a:ea typeface="微软雅黑" panose="020B0503020204020204" pitchFamily="34" charset="-122"/>
              </a:rPr>
              <a:t>的两个罪犯之间连边，得到一张无向图。这张无向图的节点需要被分成两个集合，并且每个集合内部没有边（同一个监狱内没有仇恨值大于</a:t>
            </a:r>
            <a:r>
              <a:rPr lang="en-US" altLang="zh-CN" sz="1600" dirty="0">
                <a:latin typeface="微软雅黑" panose="020B0503020204020204" pitchFamily="34" charset="-122"/>
                <a:ea typeface="微软雅黑" panose="020B0503020204020204" pitchFamily="34" charset="-122"/>
              </a:rPr>
              <a:t>mid</a:t>
            </a:r>
            <a:r>
              <a:rPr lang="zh-CN" altLang="en-US" sz="1600" dirty="0">
                <a:latin typeface="微软雅黑" panose="020B0503020204020204" pitchFamily="34" charset="-122"/>
                <a:ea typeface="微软雅黑" panose="020B0503020204020204" pitchFamily="34" charset="-122"/>
              </a:rPr>
              <a:t>的罪犯）。所以，我们利用染色法判定该无向图是否为二分图即可。若是二分图，则令二分上界</a:t>
            </a:r>
            <a:r>
              <a:rPr lang="en-US" altLang="zh-CN" sz="1600" dirty="0">
                <a:latin typeface="微软雅黑" panose="020B0503020204020204" pitchFamily="34" charset="-122"/>
                <a:ea typeface="微软雅黑" panose="020B0503020204020204" pitchFamily="34" charset="-122"/>
              </a:rPr>
              <a:t>r=mid-1,</a:t>
            </a:r>
            <a:r>
              <a:rPr lang="zh-CN" altLang="en-US" sz="1600" dirty="0">
                <a:latin typeface="微软雅黑" panose="020B0503020204020204" pitchFamily="34" charset="-122"/>
                <a:ea typeface="微软雅黑" panose="020B0503020204020204" pitchFamily="34" charset="-122"/>
              </a:rPr>
              <a:t>否则令下界</a:t>
            </a:r>
            <a:r>
              <a:rPr lang="en-US" altLang="zh-CN" sz="1600" dirty="0">
                <a:latin typeface="微软雅黑" panose="020B0503020204020204" pitchFamily="34" charset="-122"/>
                <a:ea typeface="微软雅黑" panose="020B0503020204020204" pitchFamily="34" charset="-122"/>
              </a:rPr>
              <a:t>l=mid+1</a:t>
            </a:r>
            <a:r>
              <a:rPr lang="zh-CN" altLang="en-US" sz="1600" dirty="0">
                <a:latin typeface="微软雅黑" panose="020B0503020204020204" pitchFamily="34" charset="-122"/>
                <a:ea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595500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习题练习</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pPr algn="ctr"/>
            <a:r>
              <a:rPr lang="zh-CN" altLang="en-US" dirty="0"/>
              <a:t>谢谢！</a:t>
            </a:r>
          </a:p>
        </p:txBody>
      </p:sp>
      <p:pic>
        <p:nvPicPr>
          <p:cNvPr id="5" name="图片占位符 4"/>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l="13409" r="13409"/>
          <a:stretch>
            <a:fillRect/>
          </a:stretch>
        </p:blipFill>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学术文献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905</Words>
  <Application>Microsoft Office PowerPoint</Application>
  <PresentationFormat>宽屏</PresentationFormat>
  <Paragraphs>34</Paragraphs>
  <Slides>8</Slides>
  <Notes>1</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8</vt:i4>
      </vt:variant>
    </vt:vector>
  </HeadingPairs>
  <TitlesOfParts>
    <vt:vector size="13" baseType="lpstr">
      <vt:lpstr>微软雅黑</vt:lpstr>
      <vt:lpstr>Cambria Math</vt:lpstr>
      <vt:lpstr>Euphemia</vt:lpstr>
      <vt:lpstr>Wingdings</vt:lpstr>
      <vt:lpstr>学术文献 16x9</vt:lpstr>
      <vt:lpstr>二分图</vt:lpstr>
      <vt:lpstr>学习目标</vt:lpstr>
      <vt:lpstr>二分图</vt:lpstr>
      <vt:lpstr>二分图</vt:lpstr>
      <vt:lpstr>二分图</vt:lpstr>
      <vt:lpstr>二分图</vt:lpstr>
      <vt:lpstr>习题练习</vt:lpstr>
      <vt:lpstr>谢谢！</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54</cp:revision>
  <dcterms:created xsi:type="dcterms:W3CDTF">2017-11-04T04:56:00Z</dcterms:created>
  <dcterms:modified xsi:type="dcterms:W3CDTF">2022-08-03T15:36:51Z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y fmtid="{D5CDD505-2E9C-101B-9397-08002B2CF9AE}" pid="8" name="KSOProductBuildVer">
    <vt:lpwstr>2052-11.1.0.9440</vt:lpwstr>
  </property>
</Properties>
</file>