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612" r:id="rId3"/>
    <p:sldId id="668" r:id="rId4"/>
    <p:sldId id="669" r:id="rId5"/>
    <p:sldId id="613" r:id="rId6"/>
    <p:sldId id="614" r:id="rId7"/>
    <p:sldId id="670" r:id="rId8"/>
    <p:sldId id="671" r:id="rId9"/>
    <p:sldId id="672" r:id="rId10"/>
    <p:sldId id="642" r:id="rId11"/>
    <p:sldId id="673" r:id="rId12"/>
    <p:sldId id="674" r:id="rId13"/>
    <p:sldId id="675" r:id="rId14"/>
    <p:sldId id="676" r:id="rId15"/>
    <p:sldId id="677" r:id="rId16"/>
    <p:sldId id="678" r:id="rId17"/>
    <p:sldId id="680" r:id="rId18"/>
    <p:sldId id="679" r:id="rId19"/>
    <p:sldId id="667" r:id="rId20"/>
    <p:sldId id="502" r:id="rId21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FF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97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701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2021/12/26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t>2021/12/26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t>1</a:t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t>2021/12/26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t>2021/12/26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t>2021/12/26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t>2021/12/26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t>2021/12/26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t>2021/12/26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t>2021/12/26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t>2021/12/26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t>2021/12/26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t>2021/12/26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t>2021/12/26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t>2021/12/26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2109926" y="2129897"/>
            <a:ext cx="3986074" cy="1954514"/>
          </a:xfrm>
        </p:spPr>
        <p:txBody>
          <a:bodyPr rtlCol="0" anchor="ctr"/>
          <a:lstStyle/>
          <a:p>
            <a:pPr rtl="0"/>
            <a:r>
              <a:rPr lang="zh-CN" altLang="en-US" dirty="0"/>
              <a:t>背包专题</a:t>
            </a:r>
            <a:r>
              <a:rPr lang="en-US" altLang="zh-CN" dirty="0"/>
              <a:t>1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508075" y="3862469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124" y="1582702"/>
            <a:ext cx="9999260" cy="1587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1. </a:t>
            </a:r>
            <a:r>
              <a:rPr lang="zh-CN" altLang="en-US" sz="2000" dirty="0"/>
              <a:t>理解各种背包问题及其算法。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2. </a:t>
            </a:r>
            <a:r>
              <a:rPr lang="zh-CN" altLang="en-US" sz="2000" dirty="0"/>
              <a:t>体会背包问题的优化策略。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3. </a:t>
            </a:r>
            <a:r>
              <a:rPr lang="zh-CN" altLang="en-US" sz="2000" dirty="0"/>
              <a:t>熟练应用背包模型解决一些实际问题。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背包问题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17927" y="1485049"/>
            <a:ext cx="10067655" cy="1116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背包问题指这样一类问题，题意往往可以抽象成：给定一组物品，每种物品都有自己的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重量和价格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限定的总重量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内，我们如何选择，才能使得物品的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总价格最高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471" y="2993616"/>
            <a:ext cx="3806339" cy="325936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背包问题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" t="-294" r="-155" b="6158"/>
          <a:stretch>
            <a:fillRect/>
          </a:stretch>
        </p:blipFill>
        <p:spPr>
          <a:xfrm>
            <a:off x="1032140" y="1461125"/>
            <a:ext cx="10125427" cy="5019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00712" y="1111018"/>
            <a:ext cx="10184869" cy="6183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1】0/1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背包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件物品和一个容量为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的背包。放入第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件物品耗费的空间是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，得到的价值是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。求解在不超过容量的前提下，将哪些物品装入背包可使价值总和最大。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行两个正整数，分别表示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，中间用一个空格隔开。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个正整数，表示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，中间用一个空格隔开。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个正整数，表示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，中间用一个空格隔开。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1≤N≤100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1≤V≤10^6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1≤C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≤10000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1≤W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≤10000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一行一个正整数，表示最大的价值总和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4 20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8 9 5 2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5 6 7 3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19021" y="5326589"/>
            <a:ext cx="6096000" cy="78752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0625" y="1392406"/>
            <a:ext cx="10052813" cy="2501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贪心思想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价值密度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/ci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贪心算法，选择准则为：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从剩余物品中选择可装入包的 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/ci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值最大的物品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，但是这种策略也不能保证得到最优解。利用此策略解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n=3,c=[20,15,15],w=[40,25,25],v=30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时的得到的就不是最优解。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0625" y="1392406"/>
            <a:ext cx="10224117" cy="2501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搜索思想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既然贪心不能解决，那么搜索行不行呢？我们可以深度搜索每种取物方案，然后依次对比得到的最终结果，取最大值即可。这个思路是正确的，结果也是可期的，但是时间代价是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阶乘级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的，当物品数量很多（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N&gt;10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就已经需要很长时间了）时，所耗费的时间代价是巨大的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0625" y="1392406"/>
            <a:ext cx="10114957" cy="4799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动态规划思想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要使物品价值最高，即 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p1*x1+p2*x2+...+pi*xi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1&lt;=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表示选取物品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取得最大值。在该问题中需要决定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x1 ..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的值。假设按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的次序来确定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xi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的值。如果置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x1 =0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，则问题转变为相对于其余物品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即物品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，背包容量仍为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的背包问题。若置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x1 =1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，问题就变为关于最大背包容量为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v-w1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的问题。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现设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r={v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v-w1}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为剩余 的背包容量。在第一次决策之后，剩下的问题便是考虑背包容量为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时的决策。不管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或是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[x2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必须是第一次决策之后的一个最优方案。也就是说在此问题中，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最优决策序列由最优决策子序列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组成。这样就满足了动态规划的程序设计条件。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4305" y="1490060"/>
            <a:ext cx="10241872" cy="4163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动态规划思想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：在前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件物品中，选取若干件物品放入背包中；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在前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件物品中，选取若干件物品放入所剩空间为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的背包中的所能获得的最大价值；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件物品放或者不放；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表示在前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件物品中选择若干件放在所剩空间为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的背包里所能获得的最大价值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状态转移方程：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]=max{ f[i-1,j]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f[i-1,j-ci]+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(j&gt;=ci)} 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自底向上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地得出在前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件物品中取出若干件放进背包能获得的最大价值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n,v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79" y="1361624"/>
            <a:ext cx="10462703" cy="54963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#include&lt;bits/stdc++.h&gt;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const 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maxm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= 1000005,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= 105;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n,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v,w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], 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], f[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maxm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main(){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&gt;&gt;n&gt;&gt;v;           //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背包容量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和物品数量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&gt;&gt;w[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           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for (int j = 0; j &lt;= v;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j++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	if(j&lt;c[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]) f[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][j] = f[i-1][j];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	else f[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][j] = max(f[i-1][j],f[i-1][j-c[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]]+w[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]); }  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cout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&lt;&lt;f[n][v];        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return 0;}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4305" y="1490060"/>
            <a:ext cx="10241872" cy="1455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变化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504101"/>
              </p:ext>
            </p:extLst>
          </p:nvPr>
        </p:nvGraphicFramePr>
        <p:xfrm>
          <a:off x="1015004" y="2556288"/>
          <a:ext cx="10394341" cy="1952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6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285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692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29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</a:tblGrid>
              <a:tr h="469013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1015004" y="4658139"/>
            <a:ext cx="8771022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动态规划算法的时间和空间复杂度为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O(N*V)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我们发现，其中第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行的值只与第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行有关系。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很自然地想到用“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滚动数组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”优化空间复杂度到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O(2*N)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61624"/>
            <a:ext cx="10131602" cy="54963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#include&lt;bits/stdc++.h&gt;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const 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maxm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= 1000005,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= 105;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n,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v,w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], 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], f[2][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maxm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main(){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&gt;&gt;n&gt;&gt;v;           //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背包容量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和物品数量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&gt;&gt;w[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           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for (int j = 0; j &lt;= v;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j++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	if(j&lt;c[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]) f[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&amp; 1][j] = f[(i-1) &amp;1][j];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	else f[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&amp;1][j] = max(f[(i-1) &amp;1][j],f[(i-1) &amp; 1][j-c[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]]+w[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]); }  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cout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&lt;&lt;f[n &amp; 1][v];        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return 0;}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4305" y="1490060"/>
            <a:ext cx="10241872" cy="4163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降维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根据前面表格可以分析得出，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行的值只与第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i-1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行有关系；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我们可以进一步省略掉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数组的第一维，只用一维数组，即当外层循环到第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个物品时，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f[j]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表示背包中放入总体积为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的物品的最大价值和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为了保证在求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v]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也即在第二个程序的第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次主循环中推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F[v]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能够取用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F[i-1,v]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F[i-1,v-Ci]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的值。要求我们在每次主循环中以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 = V..0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的递减顺序计算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F[v]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，这样就能保证在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F[v]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F[v-Ci]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保存的是状态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F[i-1,v-Ci]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61624"/>
            <a:ext cx="10131602" cy="5906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#include&lt;bits/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stdc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++.h&gt;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const 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maxm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= 1000005,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= 105;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n, v, w[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], 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],f[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maxm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main(){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&gt;&gt;n&gt;&gt;v;           //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背包容量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和物品数量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&gt;&gt;w[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              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for (int j = v; j &gt;= c[</a:t>
            </a:r>
            <a:r>
              <a:rPr lang="en-US" altLang="zh-CN" sz="1600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 j--)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    f[j] = max(f[j],f[j-c[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]]+w[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cout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&lt;&lt;f[v]&lt;&lt;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endl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;  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return 0;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}</a:t>
            </a:r>
          </a:p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4305" y="1490060"/>
            <a:ext cx="10241872" cy="839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内层循环采取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倒序循环</a:t>
            </a:r>
            <a:endParaRPr lang="en-US" altLang="zh-CN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74304" y="2258820"/>
            <a:ext cx="10111277" cy="2674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数组的后半部分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f[j-m]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处于第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个阶段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，即已经考虑过放入第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个物品的情况；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前半部分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f[0-j-1]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处于第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i-1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个阶段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，即还没有第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个物品更新；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不断减小，意味着总是用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i-1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个阶段状态向第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个阶段的状态转移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，符合线性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的原则，进而保证第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个物品只会被放入背包一次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974304" y="4813942"/>
            <a:ext cx="5055638" cy="1078428"/>
            <a:chOff x="974304" y="4813942"/>
            <a:chExt cx="5055638" cy="1078428"/>
          </a:xfrm>
        </p:grpSpPr>
        <p:cxnSp>
          <p:nvCxnSpPr>
            <p:cNvPr id="4" name="直接箭头连接符 3"/>
            <p:cNvCxnSpPr/>
            <p:nvPr/>
          </p:nvCxnSpPr>
          <p:spPr>
            <a:xfrm>
              <a:off x="1837442" y="5367940"/>
              <a:ext cx="41925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974304" y="5183274"/>
              <a:ext cx="1247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F</a:t>
              </a:r>
              <a:r>
                <a:rPr lang="zh-CN" altLang="en-US" dirty="0"/>
                <a:t>数组 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528421" y="5500754"/>
              <a:ext cx="1247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j-c[</a:t>
              </a:r>
              <a:r>
                <a:rPr lang="en-US" altLang="zh-CN" dirty="0" err="1"/>
                <a:t>i</a:t>
              </a:r>
              <a:r>
                <a:rPr lang="en-US" altLang="zh-CN" dirty="0"/>
                <a:t>]</a:t>
              </a:r>
              <a:endParaRPr lang="zh-CN" altLang="en-US" dirty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293442" y="5523038"/>
              <a:ext cx="1247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j</a:t>
              </a:r>
              <a:endParaRPr lang="zh-CN" altLang="en-US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410432" y="4843511"/>
              <a:ext cx="1247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i-1</a:t>
              </a:r>
              <a:r>
                <a:rPr lang="zh-CN" altLang="en-US" dirty="0"/>
                <a:t>阶段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064195" y="4813942"/>
              <a:ext cx="1247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i</a:t>
              </a:r>
              <a:r>
                <a:rPr lang="zh-CN" altLang="en-US" dirty="0"/>
                <a:t>阶段</a:t>
              </a:r>
            </a:p>
          </p:txBody>
        </p:sp>
        <p:cxnSp>
          <p:nvCxnSpPr>
            <p:cNvPr id="22" name="连接符: 曲线 21"/>
            <p:cNvCxnSpPr>
              <a:endCxn id="12" idx="1"/>
            </p:cNvCxnSpPr>
            <p:nvPr/>
          </p:nvCxnSpPr>
          <p:spPr>
            <a:xfrm flipV="1">
              <a:off x="3274142" y="4998608"/>
              <a:ext cx="790053" cy="214235"/>
            </a:xfrm>
            <a:prstGeom prst="curvedConnector3">
              <a:avLst>
                <a:gd name="adj1" fmla="val 52489"/>
              </a:avLst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885675" y="1307664"/>
            <a:ext cx="10199907" cy="5056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数字组合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个数中找出其和为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的若干个数。先读入正整数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1&lt;N&lt;100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M(1&lt;M&lt;10000)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再读入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个正数（可以有相同的数字，每个数字均在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以内）， 在这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个数中找出若干个数， 使它们的和是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把满足条件的数字组合都找出来以统计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的个数，输出组合的个数（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不考虑组合是否相同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4 4 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1 1 2 2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>
              <a:lnSpc>
                <a:spcPct val="20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1104900" y="1421234"/>
            <a:ext cx="10241872" cy="2778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动态规划思想 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这是一个典型的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背包问题，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个正整数就是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个物品，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就是背包的容积，在外层循环到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时（表示从前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个数中选），设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表示“和为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”有多少种方案。再具体实现时，只需把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函数改为求和即可。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61624"/>
            <a:ext cx="10131602" cy="3815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f[m+1];</a:t>
            </a:r>
          </a:p>
          <a:p>
            <a:pPr>
              <a:lnSpc>
                <a:spcPct val="200000"/>
              </a:lnSpc>
            </a:pP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memset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(f,0,sizeof(f));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f[0]=1;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= 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        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for (int j = m; j&gt; =a[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 j--)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f[j]+=f[j-a[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]];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cout&lt;&lt;f[m]; 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45858" y="1331092"/>
            <a:ext cx="506656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习题练习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09065" y="1663135"/>
            <a:ext cx="9980681" cy="444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P1048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P1049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装箱问题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P1164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点菜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P1510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精卫填海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P1926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小书童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刷题大军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P1802 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倍经验日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2144</Words>
  <Application>Microsoft Office PowerPoint</Application>
  <PresentationFormat>宽屏</PresentationFormat>
  <Paragraphs>260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微软雅黑</vt:lpstr>
      <vt:lpstr>Euphemia</vt:lpstr>
      <vt:lpstr>Times New Roman</vt:lpstr>
      <vt:lpstr>Wingdings</vt:lpstr>
      <vt:lpstr>学术文献 16x9</vt:lpstr>
      <vt:lpstr>背包专题1</vt:lpstr>
      <vt:lpstr>学习目标</vt:lpstr>
      <vt:lpstr>背包问题</vt:lpstr>
      <vt:lpstr>背包问题</vt:lpstr>
      <vt:lpstr>0/1背包</vt:lpstr>
      <vt:lpstr>0/1背包</vt:lpstr>
      <vt:lpstr>0/1背包</vt:lpstr>
      <vt:lpstr>0/1背包</vt:lpstr>
      <vt:lpstr>0/1背包</vt:lpstr>
      <vt:lpstr>0/1背包</vt:lpstr>
      <vt:lpstr>0/1背包</vt:lpstr>
      <vt:lpstr>0/1背包</vt:lpstr>
      <vt:lpstr>0/1背包</vt:lpstr>
      <vt:lpstr>0/1背包</vt:lpstr>
      <vt:lpstr>0/1背包</vt:lpstr>
      <vt:lpstr>0/1背包</vt:lpstr>
      <vt:lpstr>0/1背包</vt:lpstr>
      <vt:lpstr>0/1背包</vt:lpstr>
      <vt:lpstr>0/1背包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created xsi:type="dcterms:W3CDTF">2017-11-04T04:56:00Z</dcterms:created>
  <dcterms:modified xsi:type="dcterms:W3CDTF">2021-12-26T03:12:31Z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2052-11.1.0.8976</vt:lpwstr>
  </property>
</Properties>
</file>