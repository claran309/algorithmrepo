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Default Extension="wdp" ContentType="image/vnd.ms-photo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5"/>
  </p:notesMasterIdLst>
  <p:sldIdLst>
    <p:sldId id="256" r:id="rId3"/>
    <p:sldId id="512" r:id="rId4"/>
    <p:sldId id="514" r:id="rId5"/>
    <p:sldId id="557" r:id="rId6"/>
    <p:sldId id="595" r:id="rId7"/>
    <p:sldId id="596" r:id="rId8"/>
    <p:sldId id="597" r:id="rId9"/>
    <p:sldId id="598" r:id="rId10"/>
    <p:sldId id="599" r:id="rId11"/>
    <p:sldId id="593" r:id="rId12"/>
    <p:sldId id="594" r:id="rId13"/>
    <p:sldId id="600" r:id="rId14"/>
    <p:sldId id="601" r:id="rId15"/>
    <p:sldId id="602" r:id="rId16"/>
    <p:sldId id="603" r:id="rId17"/>
    <p:sldId id="604" r:id="rId18"/>
    <p:sldId id="606" r:id="rId19"/>
    <p:sldId id="605" r:id="rId20"/>
    <p:sldId id="607" r:id="rId21"/>
    <p:sldId id="608" r:id="rId22"/>
    <p:sldId id="609" r:id="rId23"/>
    <p:sldId id="502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22" d="100"/>
          <a:sy n="122" d="100"/>
        </p:scale>
        <p:origin x="-114" y="-8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85A817-1FB4-47AA-B936-523B06CEEDD6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2249F-32EF-4774-8629-D665D3F3355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9463148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C37BE-C303-496D-B5CD-85F2937540FC}" type="slidenum">
              <a:rPr kumimoji="0" lang="en-US" altLang="zh-CN" sz="1200" b="0" i="0" u="none" strike="noStrike" kern="1200" cap="none" spc="0" normalizeH="0" baseline="0" noProof="0" smtClean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altLang="zh-CN" sz="12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2249F-32EF-4774-8629-D665D3F33558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2825756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05CBDD0-DE4E-44EC-A36E-E0AFCD3F48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CB9CCD0E-F8BA-4D0B-B4FE-7C012230C9E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CD2CD9B-AB0A-49EC-B7F8-CA6232797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F964469-E476-4742-96F6-B1EB4D46F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BB73D66-ACEF-4DE0-9825-2F0386167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3269808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00D31B3-3AC3-4901-BD4F-1D0D23CE18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E86D7C6C-1EA7-443D-9919-8D7F935AF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BDE27EEF-99D5-4114-A22F-B4FF5E259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911B768D-8EF6-4CB2-B416-112F97BC6D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419F67F-39A2-4F0D-B4CF-9F7A6CC54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2799292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641C2AAC-1252-49EA-B009-A67885BD22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90CA416-B63A-493A-B113-98771211E3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81033D94-061C-4C4B-BE97-7E6CC63198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D3A2A921-89D6-4889-A8F7-FAD289183F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B602D825-A10F-40FF-AA57-A57907775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621402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CC5CB55-0C43-4C12-BAE0-2D29DB7E93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3A3679FC-A91F-4DF7-9C2B-ED21E53C7B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46CD3247-5FBB-49D4-AC42-7BD74D37D1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5697D80-194B-4B9F-9348-4A8B10A8A5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0D3B268-64C9-482B-A613-6A82D2CD0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3AC9DD54-71B9-48E2-9D7F-AF15FC5316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7398719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2A216899-776F-481F-B18B-32DC4A74A3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6D198707-C031-4C24-B610-59EB6FC2A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1DE8E7E-C9EC-4CC6-99E5-1C1FC8E3D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37C22F5B-A49D-4B50-A652-DA45AC992A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0F2E1407-1E32-43B7-937A-B3D661C37E8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D2054257-1F0E-430D-8222-DE43F40DA2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D8CC8616-105B-4A29-ACED-B80C0890C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29DB97E2-C1DC-4071-BBCD-DED637010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538794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B0ADE5E-3883-4CBC-8800-DA714944D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801BC57A-C6DF-4BE3-AFB7-583858E2D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F3530083-D23B-4BF5-A7AE-F64EE0C0C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6E29917D-7A8F-48A3-B2C7-A981A741A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7656529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xmlns="" id="{9E4B1C73-32A0-474F-8FE3-F343B0FF48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xmlns="" id="{90FA9727-426D-461C-98E6-289ADFCE37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xmlns="" id="{DDC1E332-8454-436F-AD16-4B7BB7483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683679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A81649F1-2717-401B-9538-ED37F47C2C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AC566E06-F12E-4D1F-8379-1FCB8DAD82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7327617F-F061-4830-9435-F94D1C04EC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15A5F355-54B1-4050-A2F2-CE7D80A6F1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8E509D0D-0E9B-42A1-B401-291F8D2103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F326A5B3-B778-43B1-A874-1F716DE05C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40744614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EC67A1C-5EF3-4F8E-81BD-3572E33BB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A77CE42D-900D-4C10-A5BB-8BD75C53107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DA21224D-FE46-412F-AE8F-1B3175E6AF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76BC20C1-CBEA-4199-8C75-185884068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5DFCD6CD-AC09-4247-823E-23EE437E0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8A26B31-A951-4D7D-90A4-B7D31F0C47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39829063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BA0BC12-74F4-41D6-B818-AFA279F0D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73BBA4B2-4F6F-4633-897E-6C4725C686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713E8A8-3AD5-4826-9005-A6B3F945D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AC84A857-B6D0-4CA6-A910-08797A1E44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282316BF-3C78-46C2-BBF8-AE9FD0881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894028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4662D1B9-B1A2-4668-B6CC-3F2713BE59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EA417675-C8BE-456D-8991-B6CB47751A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2178664-66A6-47A9-8D7A-EB5EB4158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BDB9484-09A3-4465-A2DD-BCDFFADED1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8B6CA581-9B60-4530-AF17-2CA8E23970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20980816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/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1009650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898" y="4511784"/>
            <a:ext cx="10096501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/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A7392AAC-879E-4B39-8824-AF6B730A809E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pic>
        <p:nvPicPr>
          <p:cNvPr id="11" name="图 10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24445" y="0"/>
            <a:ext cx="1747524" cy="2292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88662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9BA78444-6099-4C0A-A3A9-C6F3C5D7F289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226603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包含图片的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组 12"/>
          <p:cNvGrpSpPr/>
          <p:nvPr/>
        </p:nvGrpSpPr>
        <p:grpSpPr>
          <a:xfrm rot="10800000">
            <a:off x="0" y="5645510"/>
            <a:ext cx="12192000" cy="63125"/>
            <a:chOff x="507492" y="1501519"/>
            <a:chExt cx="8129016" cy="63125"/>
          </a:xfrm>
        </p:grpSpPr>
        <p:cxnSp>
          <p:nvCxnSpPr>
            <p:cNvPr id="17" name="直接连接符 16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组 13"/>
          <p:cNvGrpSpPr/>
          <p:nvPr/>
        </p:nvGrpSpPr>
        <p:grpSpPr>
          <a:xfrm>
            <a:off x="0" y="1143000"/>
            <a:ext cx="12192000" cy="63125"/>
            <a:chOff x="507492" y="1501519"/>
            <a:chExt cx="8129016" cy="63125"/>
          </a:xfrm>
        </p:grpSpPr>
        <p:cxnSp>
          <p:nvCxnSpPr>
            <p:cNvPr id="15" name="直接连接符​ 14"/>
            <p:cNvCxnSpPr/>
            <p:nvPr/>
          </p:nvCxnSpPr>
          <p:spPr>
            <a:xfrm>
              <a:off x="507492" y="1564644"/>
              <a:ext cx="8129016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/>
            <p:cNvCxnSpPr/>
            <p:nvPr/>
          </p:nvCxnSpPr>
          <p:spPr>
            <a:xfrm>
              <a:off x="507492" y="1501519"/>
              <a:ext cx="8129016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" name="矩形 6"/>
          <p:cNvSpPr/>
          <p:nvPr/>
        </p:nvSpPr>
        <p:spPr>
          <a:xfrm>
            <a:off x="0" y="5778124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0" y="0"/>
            <a:ext cx="12192000" cy="107987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zh-CN" altLang="en-US" noProof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04900" y="2292094"/>
            <a:ext cx="5734050" cy="2219691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04900" y="4511784"/>
            <a:ext cx="5734050" cy="955565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ctr" rtl="0">
              <a:buNone/>
              <a:defRPr sz="2000"/>
            </a:lvl2pPr>
            <a:lvl3pPr marL="914400" indent="0" algn="ctr" rtl="0">
              <a:buNone/>
              <a:defRPr sz="1800"/>
            </a:lvl3pPr>
            <a:lvl4pPr marL="1371600" indent="0" algn="ctr" rtl="0">
              <a:buNone/>
              <a:defRPr sz="1600"/>
            </a:lvl4pPr>
            <a:lvl5pPr marL="1828800" indent="0" algn="ctr" rtl="0">
              <a:buNone/>
              <a:defRPr sz="1600"/>
            </a:lvl5pPr>
            <a:lvl6pPr marL="2286000" indent="0" algn="ctr" rtl="0">
              <a:buNone/>
              <a:defRPr sz="1600"/>
            </a:lvl6pPr>
            <a:lvl7pPr marL="2743200" indent="0" algn="ctr" rtl="0">
              <a:buNone/>
              <a:defRPr sz="1600"/>
            </a:lvl7pPr>
            <a:lvl8pPr marL="3200400" indent="0" algn="ctr" rtl="0">
              <a:buNone/>
              <a:defRPr sz="1600"/>
            </a:lvl8pPr>
            <a:lvl9pPr marL="3657600" indent="0" algn="ctr" rtl="0">
              <a:buNone/>
              <a:defRPr sz="1600"/>
            </a:lvl9pPr>
          </a:lstStyle>
          <a:p>
            <a:pPr rtl="0"/>
            <a:r>
              <a:rPr lang="zh-CN" altLang="en-US" noProof="0"/>
              <a:t>单击此处编辑母版副标题样式</a:t>
            </a:r>
            <a:endParaRPr lang="zh-CN" altLang="en-US" noProof="0" dirty="0"/>
          </a:p>
        </p:txBody>
      </p:sp>
      <p:pic>
        <p:nvPicPr>
          <p:cNvPr id="10" name="图 9"/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saturation sat="3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>
          <a:xfrm>
            <a:off x="1325880" y="0"/>
            <a:ext cx="1747524" cy="2292094"/>
          </a:xfrm>
          <a:prstGeom prst="rect">
            <a:avLst/>
          </a:prstGeom>
        </p:spPr>
      </p:pic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981063" y="1310656"/>
            <a:ext cx="5210937" cy="4208604"/>
          </a:xfrm>
          <a:solidFill>
            <a:schemeClr val="tx1">
              <a:lumMod val="20000"/>
              <a:lumOff val="80000"/>
            </a:schemeClr>
          </a:solidFill>
        </p:spPr>
        <p:txBody>
          <a:bodyPr tIns="1005840" rtlCol="0"/>
          <a:lstStyle>
            <a:lvl1pPr marL="0" indent="0" algn="ctr" rtl="0">
              <a:buNone/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19" name="说明文字"/>
          <p:cNvSpPr/>
          <p:nvPr/>
        </p:nvSpPr>
        <p:spPr>
          <a:xfrm>
            <a:off x="12344400" y="0"/>
            <a:ext cx="1295400" cy="6858000"/>
          </a:xfrm>
          <a:prstGeom prst="roundRect">
            <a:avLst>
              <a:gd name="adj" fmla="val 9717"/>
            </a:avLst>
          </a:prstGeom>
          <a:solidFill>
            <a:srgbClr val="A6A6A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noAutofit/>
          </a:bodyPr>
          <a:lstStyle/>
          <a:p>
            <a:pPr rtl="0"/>
            <a:r>
              <a:rPr lang="zh-CN" altLang="en-US" sz="1200" b="1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注意：</a:t>
            </a:r>
          </a:p>
          <a:p>
            <a:pPr rtl="0"/>
            <a:r>
              <a:rPr lang="zh-CN" altLang="en-US" sz="1200" i="1" noProof="0" dirty="0"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若要更改此幻灯片上的图像，请选择该图片，并将其删除。然后单击占位符中的图片图标以插入自己的图像。</a:t>
            </a:r>
          </a:p>
        </p:txBody>
      </p:sp>
    </p:spTree>
    <p:extLst>
      <p:ext uri="{BB962C8B-B14F-4D97-AF65-F5344CB8AC3E}">
        <p14:creationId xmlns:p14="http://schemas.microsoft.com/office/powerpoint/2010/main" xmlns="" val="1898997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 7"/>
          <p:cNvGrpSpPr/>
          <p:nvPr/>
        </p:nvGrpSpPr>
        <p:grpSpPr>
          <a:xfrm>
            <a:off x="0" y="2514600"/>
            <a:ext cx="12192000" cy="3194035"/>
            <a:chOff x="647402" y="2514600"/>
            <a:chExt cx="10838688" cy="3194035"/>
          </a:xfrm>
        </p:grpSpPr>
        <p:grpSp>
          <p:nvGrpSpPr>
            <p:cNvPr id="9" name="组 8"/>
            <p:cNvGrpSpPr/>
            <p:nvPr/>
          </p:nvGrpSpPr>
          <p:grpSpPr>
            <a:xfrm>
              <a:off x="647402" y="2514600"/>
              <a:ext cx="10838688" cy="63125"/>
              <a:chOff x="507492" y="1501519"/>
              <a:chExt cx="8129016" cy="63125"/>
            </a:xfrm>
          </p:grpSpPr>
          <p:cxnSp>
            <p:nvCxnSpPr>
              <p:cNvPr id="14" name="直接连接符 13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直接连接符​ 14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0" name="矩形 9"/>
            <p:cNvSpPr/>
            <p:nvPr/>
          </p:nvSpPr>
          <p:spPr>
            <a:xfrm>
              <a:off x="647402" y="2640850"/>
              <a:ext cx="10838688" cy="2941536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zh-CN" altLang="en-US" noProof="0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1" name="组 10"/>
            <p:cNvGrpSpPr/>
            <p:nvPr/>
          </p:nvGrpSpPr>
          <p:grpSpPr>
            <a:xfrm rot="10800000">
              <a:off x="647402" y="5645510"/>
              <a:ext cx="10838688" cy="63125"/>
              <a:chOff x="507492" y="1501519"/>
              <a:chExt cx="8129016" cy="63125"/>
            </a:xfrm>
          </p:grpSpPr>
          <p:cxnSp>
            <p:nvCxnSpPr>
              <p:cNvPr id="12" name="直接连接符​ 11"/>
              <p:cNvCxnSpPr/>
              <p:nvPr/>
            </p:nvCxnSpPr>
            <p:spPr>
              <a:xfrm>
                <a:off x="507492" y="1564644"/>
                <a:ext cx="8129016" cy="0"/>
              </a:xfrm>
              <a:prstGeom prst="line">
                <a:avLst/>
              </a:prstGeom>
              <a:ln w="381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​​ 12"/>
              <p:cNvCxnSpPr/>
              <p:nvPr/>
            </p:nvCxnSpPr>
            <p:spPr>
              <a:xfrm>
                <a:off x="507492" y="1501519"/>
                <a:ext cx="8129016" cy="0"/>
              </a:xfrm>
              <a:prstGeom prst="line">
                <a:avLst/>
              </a:prstGeom>
              <a:ln w="12700" cap="flat">
                <a:solidFill>
                  <a:schemeClr val="tx1"/>
                </a:solidFill>
                <a:miter lim="800000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04899" y="2971806"/>
            <a:ext cx="10071099" cy="1684150"/>
          </a:xfrm>
        </p:spPr>
        <p:txBody>
          <a:bodyPr rtlCol="0" anchor="ctr">
            <a:normAutofit/>
          </a:bodyPr>
          <a:lstStyle>
            <a:lvl1pPr algn="l" rtl="0">
              <a:defRPr sz="4400" cap="all" baseline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899" y="4655956"/>
            <a:ext cx="10071099" cy="50975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0"/>
              </a:spcBef>
              <a:buNone/>
              <a:defRPr sz="16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l" rtl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l" rtl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AF5F6A19-70BF-4380-9A40-68C9536408C6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  <p:pic>
        <p:nvPicPr>
          <p:cNvPr id="7" name="图 6"/>
          <p:cNvPicPr>
            <a:picLocks noChangeAspect="1"/>
          </p:cNvPicPr>
          <p:nvPr/>
        </p:nvPicPr>
        <p:blipFill>
          <a:blip r:embed="rId2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25880" y="0"/>
            <a:ext cx="1783188" cy="2971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14289768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049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  <a:lvl9pPr algn="l" rtl="0">
              <a:defRPr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600200"/>
            <a:ext cx="4914900" cy="4571999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algn="l" rtl="0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  <a:lvl6pPr algn="l" rtl="0">
              <a:defRPr/>
            </a:lvl6pPr>
            <a:lvl7pPr algn="l" rtl="0">
              <a:defRPr/>
            </a:lvl7pPr>
            <a:lvl8pPr algn="l" rtl="0">
              <a:defRPr/>
            </a:lvl8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017EB90-196C-4C15-BD31-13E0E0436C73}" type="datetime1">
              <a:rPr lang="zh-CN" altLang="en-US" dirty="0" smtClean="0"/>
              <a:pPr/>
              <a:t>2022/6/5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00636632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110490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66110" y="1600200"/>
            <a:ext cx="4919472" cy="823911"/>
          </a:xfrm>
        </p:spPr>
        <p:txBody>
          <a:bodyPr rtlCol="0" anchor="ctr"/>
          <a:lstStyle>
            <a:lvl1pPr marL="0" indent="0" algn="l" rtl="0">
              <a:spcBef>
                <a:spcPts val="0"/>
              </a:spcBef>
              <a:buNone/>
              <a:defRPr sz="24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000" b="1"/>
            </a:lvl2pPr>
            <a:lvl3pPr marL="914400" indent="0" algn="l" rtl="0">
              <a:buNone/>
              <a:defRPr sz="1800" b="1"/>
            </a:lvl3pPr>
            <a:lvl4pPr marL="1371600" indent="0" algn="l" rtl="0">
              <a:buNone/>
              <a:defRPr sz="1600" b="1"/>
            </a:lvl4pPr>
            <a:lvl5pPr marL="1828800" indent="0" algn="l" rtl="0">
              <a:buNone/>
              <a:defRPr sz="1600" b="1"/>
            </a:lvl5pPr>
            <a:lvl6pPr marL="2286000" indent="0" algn="l" rtl="0">
              <a:buNone/>
              <a:defRPr sz="1600" b="1"/>
            </a:lvl6pPr>
            <a:lvl7pPr marL="2743200" indent="0" algn="l" rtl="0">
              <a:buNone/>
              <a:defRPr sz="1600" b="1"/>
            </a:lvl7pPr>
            <a:lvl8pPr marL="3200400" indent="0" algn="l" rtl="0">
              <a:buNone/>
              <a:defRPr sz="1600" b="1"/>
            </a:lvl8pPr>
            <a:lvl9pPr marL="3657600" indent="0" algn="l" rtl="0">
              <a:buNone/>
              <a:defRPr sz="1600" b="1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66110" y="2424112"/>
            <a:ext cx="4919472" cy="3748088"/>
          </a:xfrm>
        </p:spPr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2pPr>
            <a:lvl3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C2EC0F41-B48F-4298-A7F6-618EB9D22195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233410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7DB2D836-56E8-4B15-857C-14B1A5B3B67B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410952596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038D929F-7D8C-4CC3-8AC7-BB9B8FE2DEBF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16334481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带题注的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/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641848" y="1600199"/>
            <a:ext cx="5445252" cy="4572001"/>
          </a:xfrm>
        </p:spPr>
        <p:txBody>
          <a:bodyPr rtlCol="0">
            <a:normAutofit/>
          </a:bodyPr>
          <a:lstStyle>
            <a:lvl1pPr algn="l" rtl="0">
              <a:defRPr sz="2000"/>
            </a:lvl1pPr>
            <a:lvl2pPr algn="l" rtl="0">
              <a:defRPr sz="1600"/>
            </a:lvl2pPr>
            <a:lvl3pPr algn="l" rtl="0">
              <a:defRPr sz="1600"/>
            </a:lvl3pPr>
            <a:lvl4pPr algn="l" rtl="0">
              <a:defRPr sz="1400"/>
            </a:lvl4pPr>
            <a:lvl5pPr algn="l" rtl="0">
              <a:defRPr sz="1400"/>
            </a:lvl5pPr>
            <a:lvl6pPr algn="l" rtl="0">
              <a:defRPr sz="1400"/>
            </a:lvl6pPr>
            <a:lvl7pPr algn="l" rtl="0">
              <a:defRPr sz="1400"/>
            </a:lvl7pPr>
            <a:lvl8pPr algn="l" rtl="0">
              <a:defRPr sz="1400"/>
            </a:lvl8pPr>
            <a:lvl9pPr algn="l" rtl="0">
              <a:defRPr sz="14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4384548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/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F7892ACC-8BC8-4C9E-9D2B-0669DA5038B6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xmlns="" val="406203506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带题注的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 anchor="b"/>
          <a:lstStyle>
            <a:lvl1pPr algn="l" rtl="0">
              <a:defRPr sz="3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654671" y="1600199"/>
            <a:ext cx="6430912" cy="4572001"/>
          </a:xfrm>
        </p:spPr>
        <p:txBody>
          <a:bodyPr tIns="1188720" rtlCol="0">
            <a:normAutofit/>
          </a:bodyPr>
          <a:lstStyle>
            <a:lvl1pPr marL="0" indent="0" algn="ctr" rtl="0">
              <a:buNone/>
              <a:defRPr sz="20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2800"/>
            </a:lvl2pPr>
            <a:lvl3pPr marL="914400" indent="0" algn="l" rtl="0">
              <a:buNone/>
              <a:defRPr sz="2400"/>
            </a:lvl3pPr>
            <a:lvl4pPr marL="1371600" indent="0" algn="l" rtl="0">
              <a:buNone/>
              <a:defRPr sz="2000"/>
            </a:lvl4pPr>
            <a:lvl5pPr marL="1828800" indent="0" algn="l" rtl="0">
              <a:buNone/>
              <a:defRPr sz="2000"/>
            </a:lvl5pPr>
            <a:lvl6pPr marL="2286000" indent="0" algn="l" rtl="0">
              <a:buNone/>
              <a:defRPr sz="2000"/>
            </a:lvl6pPr>
            <a:lvl7pPr marL="2743200" indent="0" algn="l" rtl="0">
              <a:buNone/>
              <a:defRPr sz="2000"/>
            </a:lvl7pPr>
            <a:lvl8pPr marL="3200400" indent="0" algn="l" rtl="0">
              <a:buNone/>
              <a:defRPr sz="2000"/>
            </a:lvl8pPr>
            <a:lvl9pPr marL="3657600" indent="0" algn="l" rtl="0">
              <a:buNone/>
              <a:defRPr sz="2000"/>
            </a:lvl9pPr>
          </a:lstStyle>
          <a:p>
            <a:pPr rtl="0"/>
            <a:r>
              <a:rPr lang="zh-CN" altLang="en-US" noProof="0"/>
              <a:t>单击图标添加图片</a:t>
            </a:r>
            <a:endParaRPr lang="zh-CN" altLang="en-US" noProof="0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104900" y="1600200"/>
            <a:ext cx="3396996" cy="4572000"/>
          </a:xfrm>
        </p:spPr>
        <p:txBody>
          <a:bodyPr rtlCol="0">
            <a:normAutofit/>
          </a:bodyPr>
          <a:lstStyle>
            <a:lvl1pPr marL="0" indent="0" algn="l" rtl="0">
              <a:spcBef>
                <a:spcPts val="1200"/>
              </a:spcBef>
              <a:buNone/>
              <a:defRPr sz="18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57200" indent="0" algn="l" rtl="0">
              <a:buNone/>
              <a:defRPr sz="1400"/>
            </a:lvl2pPr>
            <a:lvl3pPr marL="914400" indent="0" algn="l" rtl="0">
              <a:buNone/>
              <a:defRPr sz="1200"/>
            </a:lvl3pPr>
            <a:lvl4pPr marL="1371600" indent="0" algn="l" rtl="0">
              <a:buNone/>
              <a:defRPr sz="1000"/>
            </a:lvl4pPr>
            <a:lvl5pPr marL="1828800" indent="0" algn="l" rtl="0">
              <a:buNone/>
              <a:defRPr sz="1000"/>
            </a:lvl5pPr>
            <a:lvl6pPr marL="2286000" indent="0" algn="l" rtl="0">
              <a:buNone/>
              <a:defRPr sz="1000"/>
            </a:lvl6pPr>
            <a:lvl7pPr marL="2743200" indent="0" algn="l" rtl="0">
              <a:buNone/>
              <a:defRPr sz="1000"/>
            </a:lvl7pPr>
            <a:lvl8pPr marL="3200400" indent="0" algn="l" rtl="0">
              <a:buNone/>
              <a:defRPr sz="1000"/>
            </a:lvl8pPr>
            <a:lvl9pPr marL="3657600" indent="0" algn="l" rtl="0">
              <a:buNone/>
              <a:defRPr sz="1000"/>
            </a:lvl9pPr>
          </a:lstStyle>
          <a:p>
            <a:pPr lvl="0" rtl="0"/>
            <a:r>
              <a:rPr lang="zh-CN" altLang="en-US" noProof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118C275-B304-48F5-8C4F-015CBCF4E7C1}" type="datetime1">
              <a:rPr lang="zh-CN" altLang="en-US" smtClean="0"/>
              <a:pPr/>
              <a:t>2022/6/5</a:t>
            </a:fld>
            <a:r>
              <a:rPr lang="zh-CN" altLang="en-US" dirty="0"/>
              <a:t>​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>
            <a:lvl1pPr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211324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8791AA9-DDCB-4BA8-AD1D-963A3AA00622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1544124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垂直标题 1"/>
          <p:cNvSpPr>
            <a:spLocks noGrp="1"/>
          </p:cNvSpPr>
          <p:nvPr>
            <p:ph type="title" orient="vert"/>
          </p:nvPr>
        </p:nvSpPr>
        <p:spPr>
          <a:xfrm>
            <a:off x="9372600" y="365125"/>
            <a:ext cx="1714500" cy="5811838"/>
          </a:xfrm>
        </p:spPr>
        <p:txBody>
          <a:bodyPr vert="eaVert" rtlCol="0"/>
          <a:lstStyle/>
          <a:p>
            <a:pPr rtl="0"/>
            <a:r>
              <a:rPr lang="zh-CN" altLang="en-US" noProof="0"/>
              <a:t>单击此处编辑母版标题样式</a:t>
            </a:r>
            <a:endParaRPr lang="zh-CN" altLang="en-US" noProof="0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04900" y="365125"/>
            <a:ext cx="8098896" cy="5811838"/>
          </a:xfrm>
        </p:spPr>
        <p:txBody>
          <a:bodyPr vert="eaVert" rtlCol="0"/>
          <a:lstStyle/>
          <a:p>
            <a:pPr lvl="0" rtl="0"/>
            <a:r>
              <a:rPr lang="zh-CN" altLang="en-US" noProof="0"/>
              <a:t>单击此处编辑母版文本样式</a:t>
            </a:r>
          </a:p>
          <a:p>
            <a:pPr lvl="1" rtl="0"/>
            <a:r>
              <a:rPr lang="zh-CN" altLang="en-US" noProof="0"/>
              <a:t>第二级</a:t>
            </a:r>
          </a:p>
          <a:p>
            <a:pPr lvl="2" rtl="0"/>
            <a:r>
              <a:rPr lang="zh-CN" altLang="en-US" noProof="0"/>
              <a:t>第三级</a:t>
            </a:r>
          </a:p>
          <a:p>
            <a:pPr lvl="3" rtl="0"/>
            <a:r>
              <a:rPr lang="zh-CN" altLang="en-US" noProof="0"/>
              <a:t>第四级</a:t>
            </a:r>
          </a:p>
          <a:p>
            <a:pPr lvl="4" rtl="0"/>
            <a:r>
              <a:rPr lang="zh-CN" altLang="en-US" noProof="0"/>
              <a:t>第五级</a:t>
            </a:r>
            <a:endParaRPr lang="zh-CN" altLang="en-US" noProof="0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fld id="{9170426F-E661-472B-BE42-25E072CD46D9}" type="datetime1">
              <a:rPr lang="zh-CN" altLang="en-US" smtClean="0"/>
              <a:pPr/>
              <a:t>2022/6/5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zh-CN" altLang="en-US" noProof="0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algn="r">
              <a:defRPr/>
            </a:lvl1pPr>
          </a:lstStyle>
          <a:p>
            <a:fld id="{0FF54DE5-C571-48E8-A5BC-B369434E2F44}" type="slidenum">
              <a:rPr lang="en-US" altLang="zh-CN" smtClean="0"/>
              <a:pPr/>
              <a:t>‹#›</a:t>
            </a:fld>
            <a:endParaRPr lang="en-US" altLang="zh-CN" dirty="0"/>
          </a:p>
        </p:txBody>
      </p:sp>
      <p:grpSp>
        <p:nvGrpSpPr>
          <p:cNvPr id="7" name="组 6"/>
          <p:cNvGrpSpPr/>
          <p:nvPr/>
        </p:nvGrpSpPr>
        <p:grpSpPr>
          <a:xfrm rot="5400000">
            <a:off x="6514047" y="3228843"/>
            <a:ext cx="5632704" cy="84403"/>
            <a:chOff x="1073150" y="1219201"/>
            <a:chExt cx="10058400" cy="63125"/>
          </a:xfrm>
        </p:grpSpPr>
        <p:cxnSp>
          <p:nvCxnSpPr>
            <p:cNvPr id="8" name="直接连接符 7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​ 8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506535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BFAD436E-F7BC-40ED-9D7B-8FBEA266D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E644547-DB6B-4284-9FD5-641266C752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657204C4-13AC-40AA-826E-586CD91E38B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DB4A3E-71C7-4397-9071-0E891646A591}" type="datetimeFigureOut">
              <a:rPr lang="zh-CN" altLang="en-US" smtClean="0"/>
              <a:pPr/>
              <a:t>2022/6/5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77852DB-D16C-4BD5-AB0A-8FA333583D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08969550-FF19-49A2-ACCE-70A27BC16A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E80F175-6BFE-4D3F-A533-863A2221B5EA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xmlns="" val="12125349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1104900" y="76200"/>
            <a:ext cx="9980682" cy="1096962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/>
          <a:p>
            <a:pPr rt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104900" y="1600200"/>
            <a:ext cx="9982200" cy="457200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CN" altLang="en-US" noProof="0" dirty="0"/>
              <a:t>单击此处编辑母版文本样式</a:t>
            </a:r>
          </a:p>
          <a:p>
            <a:pPr lvl="1" rtl="0"/>
            <a:r>
              <a:rPr lang="zh-CN" altLang="en-US" noProof="0" dirty="0"/>
              <a:t>第二级</a:t>
            </a:r>
          </a:p>
          <a:p>
            <a:pPr lvl="2" rtl="0"/>
            <a:r>
              <a:rPr lang="zh-CN" altLang="en-US" noProof="0" dirty="0"/>
              <a:t>第三级</a:t>
            </a:r>
          </a:p>
          <a:p>
            <a:pPr lvl="3" rtl="0"/>
            <a:r>
              <a:rPr lang="zh-CN" altLang="en-US" noProof="0" dirty="0"/>
              <a:t>第四级</a:t>
            </a:r>
          </a:p>
          <a:p>
            <a:pPr lvl="4" rtl="0"/>
            <a:r>
              <a:rPr lang="zh-CN" altLang="en-US" noProof="0" dirty="0"/>
              <a:t>第五级</a:t>
            </a:r>
          </a:p>
          <a:p>
            <a:pPr lvl="5" rtl="0"/>
            <a:r>
              <a:rPr lang="zh-CN" altLang="en-US" noProof="0" dirty="0"/>
              <a:t>第六级</a:t>
            </a:r>
          </a:p>
          <a:p>
            <a:pPr lvl="6" rtl="0"/>
            <a:r>
              <a:rPr lang="zh-CN" altLang="en-US" noProof="0" dirty="0"/>
              <a:t>第七级</a:t>
            </a:r>
          </a:p>
          <a:p>
            <a:pPr lvl="7" rtl="0"/>
            <a:r>
              <a:rPr lang="zh-CN" altLang="en-US" noProof="0" dirty="0"/>
              <a:t>第八级</a:t>
            </a:r>
          </a:p>
          <a:p>
            <a:pPr lvl="8" rtl="0"/>
            <a:r>
              <a:rPr lang="zh-CN" altLang="en-US" noProof="0" dirty="0"/>
              <a:t>第九级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1104899" y="6356351"/>
            <a:ext cx="1829559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​</a:t>
            </a:r>
            <a:fld id="{660B6A15-7713-4A08-BBFD-F297CCC2B976}" type="datetime1">
              <a:rPr lang="zh-CN" altLang="en-US" dirty="0" smtClean="0"/>
              <a:pPr/>
              <a:t>2022/6/5</a:t>
            </a:fld>
            <a:r>
              <a:rPr lang="zh-CN" altLang="en-US" dirty="0"/>
              <a:t>​</a:t>
            </a: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934459" y="6356350"/>
            <a:ext cx="6323082" cy="365126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ctr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noProof="0" dirty="0"/>
          </a:p>
        </p:txBody>
      </p:sp>
      <p:sp>
        <p:nvSpPr>
          <p:cNvPr id="6" name="幻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256782" y="6356351"/>
            <a:ext cx="1828800" cy="365125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 rtl="0">
              <a:defRPr sz="1200">
                <a:solidFill>
                  <a:schemeClr val="tx1">
                    <a:lumMod val="60000"/>
                    <a:lumOff val="4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algn="r"/>
            <a:fld id="{0FF54DE5-C571-48E8-A5BC-B369434E2F44}" type="slidenum">
              <a:rPr lang="en-US" altLang="zh-CN" noProof="0" smtClean="0"/>
              <a:pPr algn="r"/>
              <a:t>‹#›</a:t>
            </a:fld>
            <a:endParaRPr lang="zh-CN" altLang="en-US" noProof="0" dirty="0"/>
          </a:p>
        </p:txBody>
      </p:sp>
      <p:grpSp>
        <p:nvGrpSpPr>
          <p:cNvPr id="15" name="组 14"/>
          <p:cNvGrpSpPr/>
          <p:nvPr/>
        </p:nvGrpSpPr>
        <p:grpSpPr>
          <a:xfrm>
            <a:off x="1103376" y="1219201"/>
            <a:ext cx="9985248" cy="84403"/>
            <a:chOff x="1073150" y="1219201"/>
            <a:chExt cx="10058400" cy="63125"/>
          </a:xfrm>
        </p:grpSpPr>
        <p:cxnSp>
          <p:nvCxnSpPr>
            <p:cNvPr id="13" name="直接连接符​​ 12"/>
            <p:cNvCxnSpPr/>
            <p:nvPr/>
          </p:nvCxnSpPr>
          <p:spPr>
            <a:xfrm rot="10800000">
              <a:off x="1073150" y="1219201"/>
              <a:ext cx="10058400" cy="0"/>
            </a:xfrm>
            <a:prstGeom prst="line">
              <a:avLst/>
            </a:prstGeom>
            <a:ln w="381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/>
            <p:cNvCxnSpPr/>
            <p:nvPr/>
          </p:nvCxnSpPr>
          <p:spPr>
            <a:xfrm rot="10800000">
              <a:off x="1073150" y="1282326"/>
              <a:ext cx="10058400" cy="0"/>
            </a:xfrm>
            <a:prstGeom prst="line">
              <a:avLst/>
            </a:prstGeom>
            <a:ln w="12700" cap="flat"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1040430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6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Wingdings" panose="05000000000000000000" pitchFamily="2" charset="2"/>
        <a:buChar char="§"/>
        <a:defRPr sz="14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1.v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</p:nvPr>
        </p:nvSpPr>
        <p:spPr>
          <a:xfrm>
            <a:off x="1470581" y="2190028"/>
            <a:ext cx="5373279" cy="1954514"/>
          </a:xfrm>
        </p:spPr>
        <p:txBody>
          <a:bodyPr rtlCol="0" anchor="ctr"/>
          <a:lstStyle/>
          <a:p>
            <a:pPr rtl="0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：字典树</a:t>
            </a:r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副标题 6"/>
          <p:cNvSpPr>
            <a:spLocks noGrp="1"/>
          </p:cNvSpPr>
          <p:nvPr>
            <p:ph type="subTitle" idx="1"/>
          </p:nvPr>
        </p:nvSpPr>
        <p:spPr>
          <a:xfrm>
            <a:off x="475072" y="3999999"/>
            <a:ext cx="5734050" cy="955565"/>
          </a:xfrm>
        </p:spPr>
        <p:txBody>
          <a:bodyPr rtlCol="0">
            <a:normAutofit/>
          </a:bodyPr>
          <a:lstStyle/>
          <a:p>
            <a:pPr algn="ctr" rtl="0">
              <a:lnSpc>
                <a:spcPct val="150000"/>
              </a:lnSpc>
            </a:pPr>
            <a:r>
              <a:rPr lang="zh-CN" altLang="en-US" sz="2400" dirty="0"/>
              <a:t>代伟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占位符 3" descr="桌上一本打开的书，书架在背景中模糊显示"/>
          <p:cNvPicPr>
            <a:picLocks noGrp="1" noChangeAspect="1"/>
          </p:cNvPicPr>
          <p:nvPr>
            <p:ph type="pic" sz="quarter" idx="13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8895" r="8895"/>
          <a:stretch>
            <a:fillRect/>
          </a:stretch>
        </p:blipFill>
        <p:spPr>
          <a:prstGeom prst="rect">
            <a:avLst/>
          </a:prstGeom>
          <a:solidFill>
            <a:schemeClr val="tx1">
              <a:lumMod val="20000"/>
              <a:lumOff val="80000"/>
            </a:schemeClr>
          </a:solidFill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>
            <a:extLst>
              <a:ext uri="{FF2B5EF4-FFF2-40B4-BE49-F238E27FC236}">
                <a16:creationId xmlns:a16="http://schemas.microsoft.com/office/drawing/2014/main" xmlns="" id="{5714284E-AE49-4ACF-9408-156B8F7B5E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841" y="1680839"/>
            <a:ext cx="7287519" cy="10874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719138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719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6D7D66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1.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理解字典树的含义。</a:t>
            </a:r>
          </a:p>
          <a:p>
            <a:pPr marL="0" marR="0" lvl="0" indent="7191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0"/>
              </a:spcAft>
              <a:buClr>
                <a:srgbClr val="6D7D66"/>
              </a:buClr>
              <a:buSzPct val="80000"/>
              <a:buFont typeface="Wingdings" panose="05000000000000000000" pitchFamily="2" charset="2"/>
              <a:buNone/>
              <a:tabLst/>
              <a:defRPr/>
            </a:pPr>
            <a:r>
              <a:rPr kumimoji="1" lang="en-US" altLang="zh-CN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2. </a:t>
            </a:r>
            <a:r>
              <a:rPr kumimoji="1" lang="zh-CN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掌握字典树的基本原理和应用。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xmlns="" id="{051DCB32-C949-4662-BB8A-B96F00B94C06}"/>
              </a:ext>
            </a:extLst>
          </p:cNvPr>
          <p:cNvSpPr txBox="1"/>
          <p:nvPr/>
        </p:nvSpPr>
        <p:spPr>
          <a:xfrm>
            <a:off x="1013814" y="610745"/>
            <a:ext cx="16209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Calibri" panose="020F0502020204030204" pitchFamily="34" charset="0"/>
              </a:rPr>
              <a:t>学习目标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2">
            <a:extLst>
              <a:ext uri="{FF2B5EF4-FFF2-40B4-BE49-F238E27FC236}">
                <a16:creationId xmlns:a16="http://schemas.microsoft.com/office/drawing/2014/main" xmlns="" id="{B04A4E4C-F26A-4A35-88AF-956C21E7D748}"/>
              </a:ext>
            </a:extLst>
          </p:cNvPr>
          <p:cNvSpPr txBox="1">
            <a:spLocks noChangeArrowheads="1"/>
          </p:cNvSpPr>
          <p:nvPr/>
        </p:nvSpPr>
        <p:spPr>
          <a:xfrm>
            <a:off x="1088994" y="601525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2806" y="1356957"/>
            <a:ext cx="5773268" cy="50521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，又称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字典树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，是一种用于实现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字符串快速检索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的多叉树结构。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的每个节点都拥有若干个字符指针，若在插入或检索字符串时扫描到一个字符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，就沿着当前节点的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这个字符指针，走向该指针指向的节点。</a:t>
            </a:r>
            <a:endParaRPr lang="en-US" altLang="zh-CN" b="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的核心思想是空间换时间。利用</a:t>
            </a:r>
            <a:r>
              <a:rPr kumimoji="1" lang="zh-CN" altLang="en-US" sz="2000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字符串的公共前缀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来降低查询时间的开销以达到提高效率的目的。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76B56867-A72C-49F1-953A-4E0DA9F4B6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2941A357-6D85-46F1-99C7-1AEF50539FD2}"/>
              </a:ext>
            </a:extLst>
          </p:cNvPr>
          <p:cNvGrpSpPr/>
          <p:nvPr/>
        </p:nvGrpSpPr>
        <p:grpSpPr>
          <a:xfrm>
            <a:off x="7578411" y="1937003"/>
            <a:ext cx="3358512" cy="3497508"/>
            <a:chOff x="7964909" y="1754398"/>
            <a:chExt cx="3358512" cy="3497508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xmlns="" id="{5F0B7BFD-BA21-4824-868F-DB3841D8FE9E}"/>
                </a:ext>
              </a:extLst>
            </p:cNvPr>
            <p:cNvSpPr/>
            <p:nvPr/>
          </p:nvSpPr>
          <p:spPr>
            <a:xfrm>
              <a:off x="8881470" y="1754398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xmlns="" id="{39347F13-F848-4CF0-ADA7-F63CDA54A7C0}"/>
                </a:ext>
              </a:extLst>
            </p:cNvPr>
            <p:cNvSpPr/>
            <p:nvPr/>
          </p:nvSpPr>
          <p:spPr>
            <a:xfrm>
              <a:off x="8571231" y="249343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998A7B88-1978-472D-A0F9-F9A7FE8EA094}"/>
                </a:ext>
              </a:extLst>
            </p:cNvPr>
            <p:cNvSpPr/>
            <p:nvPr/>
          </p:nvSpPr>
          <p:spPr>
            <a:xfrm>
              <a:off x="8249849" y="330634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xmlns="" id="{09C77E61-2DCA-484B-B7DB-50879BBE712A}"/>
                </a:ext>
              </a:extLst>
            </p:cNvPr>
            <p:cNvSpPr/>
            <p:nvPr/>
          </p:nvSpPr>
          <p:spPr>
            <a:xfrm>
              <a:off x="7969863" y="4075949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85156268-8A9B-4260-A39E-71B82DAC5FD8}"/>
                </a:ext>
              </a:extLst>
            </p:cNvPr>
            <p:cNvCxnSpPr>
              <a:cxnSpLocks/>
              <a:stCxn id="8" idx="4"/>
              <a:endCxn id="9" idx="7"/>
            </p:cNvCxnSpPr>
            <p:nvPr/>
          </p:nvCxnSpPr>
          <p:spPr>
            <a:xfrm flipH="1">
              <a:off x="8973795" y="2226031"/>
              <a:ext cx="143492" cy="33647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3E4AD919-C295-4972-B50D-155D9682A834}"/>
                </a:ext>
              </a:extLst>
            </p:cNvPr>
            <p:cNvCxnSpPr>
              <a:cxnSpLocks/>
              <a:stCxn id="9" idx="4"/>
              <a:endCxn id="10" idx="7"/>
            </p:cNvCxnSpPr>
            <p:nvPr/>
          </p:nvCxnSpPr>
          <p:spPr>
            <a:xfrm flipH="1">
              <a:off x="8652413" y="2965070"/>
              <a:ext cx="154635" cy="4103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12D47597-64FF-4F51-A504-BAC6B472FF22}"/>
                </a:ext>
              </a:extLst>
            </p:cNvPr>
            <p:cNvCxnSpPr>
              <a:stCxn id="10" idx="4"/>
              <a:endCxn id="11" idx="7"/>
            </p:cNvCxnSpPr>
            <p:nvPr/>
          </p:nvCxnSpPr>
          <p:spPr>
            <a:xfrm flipH="1">
              <a:off x="8372427" y="3777980"/>
              <a:ext cx="113239" cy="3670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xmlns="" id="{2F3F40BA-137C-44FF-9F8E-A0C5EECFB6D7}"/>
                </a:ext>
              </a:extLst>
            </p:cNvPr>
            <p:cNvSpPr txBox="1"/>
            <p:nvPr/>
          </p:nvSpPr>
          <p:spPr>
            <a:xfrm>
              <a:off x="8533812" y="2036832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c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C4C83589-76A0-4D8E-8439-CF52DCDD2F87}"/>
                </a:ext>
              </a:extLst>
            </p:cNvPr>
            <p:cNvSpPr txBox="1"/>
            <p:nvPr/>
          </p:nvSpPr>
          <p:spPr>
            <a:xfrm>
              <a:off x="8324603" y="2839698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xmlns="" id="{A5A6774F-9A78-46AA-B111-E992C2B3158B}"/>
                </a:ext>
              </a:extLst>
            </p:cNvPr>
            <p:cNvSpPr txBox="1"/>
            <p:nvPr/>
          </p:nvSpPr>
          <p:spPr>
            <a:xfrm>
              <a:off x="7964909" y="360318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b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C5DCCA55-FE37-49F8-8C7A-9F1CDE67C0D0}"/>
                </a:ext>
              </a:extLst>
            </p:cNvPr>
            <p:cNvSpPr/>
            <p:nvPr/>
          </p:nvSpPr>
          <p:spPr>
            <a:xfrm>
              <a:off x="9106594" y="331827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xmlns="" id="{23139217-4BF5-4241-B59E-5B3C88C170BF}"/>
                </a:ext>
              </a:extLst>
            </p:cNvPr>
            <p:cNvCxnSpPr>
              <a:cxnSpLocks/>
              <a:endCxn id="18" idx="1"/>
            </p:cNvCxnSpPr>
            <p:nvPr/>
          </p:nvCxnSpPr>
          <p:spPr>
            <a:xfrm>
              <a:off x="8902604" y="2981798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xmlns="" id="{F61DF665-9895-4AE3-B658-59EADF94B323}"/>
                </a:ext>
              </a:extLst>
            </p:cNvPr>
            <p:cNvSpPr txBox="1"/>
            <p:nvPr/>
          </p:nvSpPr>
          <p:spPr>
            <a:xfrm>
              <a:off x="9073489" y="2848153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o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E858C0E3-4EB4-4EEB-A036-F8BD06EC536A}"/>
                </a:ext>
              </a:extLst>
            </p:cNvPr>
            <p:cNvSpPr/>
            <p:nvPr/>
          </p:nvSpPr>
          <p:spPr>
            <a:xfrm>
              <a:off x="9689840" y="4150084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xmlns="" id="{A16BC0E7-C103-4A1E-94C1-47636616332A}"/>
                </a:ext>
              </a:extLst>
            </p:cNvPr>
            <p:cNvCxnSpPr>
              <a:cxnSpLocks/>
            </p:cNvCxnSpPr>
            <p:nvPr/>
          </p:nvCxnSpPr>
          <p:spPr>
            <a:xfrm>
              <a:off x="9497504" y="3777376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9A2566DA-8AC5-4961-BFE2-267642F88BCE}"/>
                </a:ext>
              </a:extLst>
            </p:cNvPr>
            <p:cNvSpPr txBox="1"/>
            <p:nvPr/>
          </p:nvSpPr>
          <p:spPr>
            <a:xfrm>
              <a:off x="9628155" y="3649198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s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xmlns="" id="{670546DB-819E-4067-BCB3-C9A41F5038EA}"/>
                </a:ext>
              </a:extLst>
            </p:cNvPr>
            <p:cNvSpPr/>
            <p:nvPr/>
          </p:nvSpPr>
          <p:spPr>
            <a:xfrm>
              <a:off x="9448681" y="247008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B4B09D95-2DD2-4492-BE88-B1E491312C25}"/>
                </a:ext>
              </a:extLst>
            </p:cNvPr>
            <p:cNvCxnSpPr>
              <a:cxnSpLocks/>
              <a:endCxn id="24" idx="1"/>
            </p:cNvCxnSpPr>
            <p:nvPr/>
          </p:nvCxnSpPr>
          <p:spPr>
            <a:xfrm>
              <a:off x="9257427" y="2209304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椭圆 25">
              <a:extLst>
                <a:ext uri="{FF2B5EF4-FFF2-40B4-BE49-F238E27FC236}">
                  <a16:creationId xmlns:a16="http://schemas.microsoft.com/office/drawing/2014/main" xmlns="" id="{3F63DBE9-E225-4683-811A-509A4171B93D}"/>
                </a:ext>
              </a:extLst>
            </p:cNvPr>
            <p:cNvSpPr/>
            <p:nvPr/>
          </p:nvSpPr>
          <p:spPr>
            <a:xfrm>
              <a:off x="10045136" y="3167334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7" name="直接连接符 26">
              <a:extLst>
                <a:ext uri="{FF2B5EF4-FFF2-40B4-BE49-F238E27FC236}">
                  <a16:creationId xmlns:a16="http://schemas.microsoft.com/office/drawing/2014/main" xmlns="" id="{12A0B62D-E12F-47C7-8596-C621B6A37EFB}"/>
                </a:ext>
              </a:extLst>
            </p:cNvPr>
            <p:cNvCxnSpPr>
              <a:cxnSpLocks/>
              <a:endCxn id="26" idx="1"/>
            </p:cNvCxnSpPr>
            <p:nvPr/>
          </p:nvCxnSpPr>
          <p:spPr>
            <a:xfrm>
              <a:off x="9853882" y="2906555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椭圆 27">
              <a:extLst>
                <a:ext uri="{FF2B5EF4-FFF2-40B4-BE49-F238E27FC236}">
                  <a16:creationId xmlns:a16="http://schemas.microsoft.com/office/drawing/2014/main" xmlns="" id="{8EF8280D-FDD3-4AE4-9518-F76BBF8452CF}"/>
                </a:ext>
              </a:extLst>
            </p:cNvPr>
            <p:cNvSpPr/>
            <p:nvPr/>
          </p:nvSpPr>
          <p:spPr>
            <a:xfrm>
              <a:off x="10631818" y="388265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9" name="直接连接符 28">
              <a:extLst>
                <a:ext uri="{FF2B5EF4-FFF2-40B4-BE49-F238E27FC236}">
                  <a16:creationId xmlns:a16="http://schemas.microsoft.com/office/drawing/2014/main" xmlns="" id="{35E16E1E-F234-4967-B3B6-A6317BEF1D03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10440564" y="3621878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xmlns="" id="{B992D0B3-93A2-4AC5-9770-096213C46953}"/>
                </a:ext>
              </a:extLst>
            </p:cNvPr>
            <p:cNvSpPr txBox="1"/>
            <p:nvPr/>
          </p:nvSpPr>
          <p:spPr>
            <a:xfrm>
              <a:off x="9381374" y="2039022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r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xmlns="" id="{CB4E43BA-4FE7-4693-BA74-C7C4A29AFF49}"/>
                </a:ext>
              </a:extLst>
            </p:cNvPr>
            <p:cNvSpPr txBox="1"/>
            <p:nvPr/>
          </p:nvSpPr>
          <p:spPr>
            <a:xfrm>
              <a:off x="10032208" y="2653426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xmlns="" id="{AD41A75F-40F3-4427-8A4E-27E73CB49E1B}"/>
                </a:ext>
              </a:extLst>
            </p:cNvPr>
            <p:cNvSpPr txBox="1"/>
            <p:nvPr/>
          </p:nvSpPr>
          <p:spPr>
            <a:xfrm>
              <a:off x="10541430" y="3378824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err="1">
                  <a:solidFill>
                    <a:schemeClr val="accent2"/>
                  </a:solidFill>
                </a:rPr>
                <a:t>i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xmlns="" id="{95FEBEF0-9D27-4ADB-A3B3-724601EECDF5}"/>
                </a:ext>
              </a:extLst>
            </p:cNvPr>
            <p:cNvSpPr/>
            <p:nvPr/>
          </p:nvSpPr>
          <p:spPr>
            <a:xfrm>
              <a:off x="10271709" y="478027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4" name="直接连接符 33">
              <a:extLst>
                <a:ext uri="{FF2B5EF4-FFF2-40B4-BE49-F238E27FC236}">
                  <a16:creationId xmlns:a16="http://schemas.microsoft.com/office/drawing/2014/main" xmlns="" id="{AEB0D89D-0D10-43C3-88D1-71E4EA634E4F}"/>
                </a:ext>
              </a:extLst>
            </p:cNvPr>
            <p:cNvCxnSpPr>
              <a:stCxn id="28" idx="4"/>
              <a:endCxn id="33" idx="7"/>
            </p:cNvCxnSpPr>
            <p:nvPr/>
          </p:nvCxnSpPr>
          <p:spPr>
            <a:xfrm flipH="1">
              <a:off x="10674273" y="4354290"/>
              <a:ext cx="193362" cy="49505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" name="文本框 34">
              <a:extLst>
                <a:ext uri="{FF2B5EF4-FFF2-40B4-BE49-F238E27FC236}">
                  <a16:creationId xmlns:a16="http://schemas.microsoft.com/office/drawing/2014/main" xmlns="" id="{36A37222-539E-4382-BAED-57D7A3FECBEF}"/>
                </a:ext>
              </a:extLst>
            </p:cNvPr>
            <p:cNvSpPr txBox="1"/>
            <p:nvPr/>
          </p:nvSpPr>
          <p:spPr>
            <a:xfrm>
              <a:off x="10411108" y="4322674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n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226890"/>
            <a:ext cx="9601115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初始化：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xmlns="" id="{9944AF2B-8898-4252-9E01-CF8193AA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665" y="1949233"/>
            <a:ext cx="10096669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一颗空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仅包含一个空节点，该点的字符指针均指向空，指针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指向根节点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FBE4F33-A523-4884-BADD-597133AC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xmlns="" id="{AFE478F9-4BA9-4007-9A34-65131DD74DDC}"/>
              </a:ext>
            </a:extLst>
          </p:cNvPr>
          <p:cNvSpPr/>
          <p:nvPr/>
        </p:nvSpPr>
        <p:spPr>
          <a:xfrm>
            <a:off x="2742907" y="3220629"/>
            <a:ext cx="584755" cy="584755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xmlns="" id="{40DAF8BF-D02C-49D1-A4F3-129EA756CBF5}"/>
              </a:ext>
            </a:extLst>
          </p:cNvPr>
          <p:cNvCxnSpPr>
            <a:cxnSpLocks/>
          </p:cNvCxnSpPr>
          <p:nvPr/>
        </p:nvCxnSpPr>
        <p:spPr>
          <a:xfrm flipH="1">
            <a:off x="3629026" y="3513006"/>
            <a:ext cx="1140936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ECA3EE55-A302-458A-843F-80FC2A44A6E9}"/>
              </a:ext>
            </a:extLst>
          </p:cNvPr>
          <p:cNvSpPr txBox="1"/>
          <p:nvPr/>
        </p:nvSpPr>
        <p:spPr>
          <a:xfrm>
            <a:off x="5071326" y="3245571"/>
            <a:ext cx="2601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454089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226890"/>
            <a:ext cx="9601115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xmlns="" id="{9944AF2B-8898-4252-9E01-CF8193AA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890528"/>
            <a:ext cx="10096669" cy="3590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当需要插入一个字符串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时，依次扫描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中的每个字符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字符指针指向一个已经存在的节点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，则令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字符指向空，则新建一个节点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，令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字符指针指向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，然后令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中的字符扫描完毕时，在当前节点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标记是一个字符串的末尾。</a:t>
            </a:r>
            <a:endParaRPr lang="en-US" altLang="zh-CN" b="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FBE4F33-A523-4884-BADD-597133AC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11802391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226890"/>
            <a:ext cx="9601115" cy="1358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例如插入字符串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cab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FBE4F33-A523-4884-BADD-597133AC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xmlns="" id="{125E153D-B00F-4412-94A7-2EFBEFCA4CBD}"/>
              </a:ext>
            </a:extLst>
          </p:cNvPr>
          <p:cNvSpPr/>
          <p:nvPr/>
        </p:nvSpPr>
        <p:spPr>
          <a:xfrm>
            <a:off x="1949230" y="3182135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xmlns="" id="{1BDCA9C4-D848-49BD-96A5-7E8360DFB49C}"/>
              </a:ext>
            </a:extLst>
          </p:cNvPr>
          <p:cNvSpPr txBox="1"/>
          <p:nvPr/>
        </p:nvSpPr>
        <p:spPr>
          <a:xfrm>
            <a:off x="3050992" y="3972927"/>
            <a:ext cx="5580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xmlns="" id="{1A2EAC91-E155-4CD5-B68E-64D7D6E6824B}"/>
              </a:ext>
            </a:extLst>
          </p:cNvPr>
          <p:cNvSpPr/>
          <p:nvPr/>
        </p:nvSpPr>
        <p:spPr>
          <a:xfrm>
            <a:off x="1638991" y="3921174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xmlns="" id="{06B58517-991F-4A19-A1E2-02ACE89DA77F}"/>
              </a:ext>
            </a:extLst>
          </p:cNvPr>
          <p:cNvCxnSpPr>
            <a:stCxn id="5" idx="4"/>
            <a:endCxn id="10" idx="7"/>
          </p:cNvCxnSpPr>
          <p:nvPr/>
        </p:nvCxnSpPr>
        <p:spPr>
          <a:xfrm flipH="1">
            <a:off x="2041555" y="3653768"/>
            <a:ext cx="143492" cy="3364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椭圆 27">
            <a:extLst>
              <a:ext uri="{FF2B5EF4-FFF2-40B4-BE49-F238E27FC236}">
                <a16:creationId xmlns:a16="http://schemas.microsoft.com/office/drawing/2014/main" xmlns="" id="{AED368F7-3DFB-4F76-8FE3-B5F089E14636}"/>
              </a:ext>
            </a:extLst>
          </p:cNvPr>
          <p:cNvSpPr/>
          <p:nvPr/>
        </p:nvSpPr>
        <p:spPr>
          <a:xfrm>
            <a:off x="7563836" y="3182135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xmlns="" id="{174C6ECE-6EA8-4A3F-80BE-31ADBE420532}"/>
              </a:ext>
            </a:extLst>
          </p:cNvPr>
          <p:cNvCxnSpPr>
            <a:cxnSpLocks/>
          </p:cNvCxnSpPr>
          <p:nvPr/>
        </p:nvCxnSpPr>
        <p:spPr>
          <a:xfrm flipH="1">
            <a:off x="4747582" y="5088063"/>
            <a:ext cx="47163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椭圆 29">
            <a:extLst>
              <a:ext uri="{FF2B5EF4-FFF2-40B4-BE49-F238E27FC236}">
                <a16:creationId xmlns:a16="http://schemas.microsoft.com/office/drawing/2014/main" xmlns="" id="{0CBE18E7-3BD1-4889-8951-568A15E27B3B}"/>
              </a:ext>
            </a:extLst>
          </p:cNvPr>
          <p:cNvSpPr/>
          <p:nvPr/>
        </p:nvSpPr>
        <p:spPr>
          <a:xfrm>
            <a:off x="7253597" y="3921174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xmlns="" id="{B9BFB646-EAC7-4606-8ADA-682A389FAF63}"/>
              </a:ext>
            </a:extLst>
          </p:cNvPr>
          <p:cNvSpPr/>
          <p:nvPr/>
        </p:nvSpPr>
        <p:spPr>
          <a:xfrm>
            <a:off x="6932215" y="4734084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xmlns="" id="{AE392BAA-A9CA-4BE5-A063-2EE4301F0B97}"/>
              </a:ext>
            </a:extLst>
          </p:cNvPr>
          <p:cNvSpPr/>
          <p:nvPr/>
        </p:nvSpPr>
        <p:spPr>
          <a:xfrm>
            <a:off x="6652229" y="5503686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xmlns="" id="{501F25CF-BC34-475F-8E11-0E62208E9D76}"/>
              </a:ext>
            </a:extLst>
          </p:cNvPr>
          <p:cNvCxnSpPr>
            <a:stCxn id="28" idx="4"/>
            <a:endCxn id="30" idx="7"/>
          </p:cNvCxnSpPr>
          <p:nvPr/>
        </p:nvCxnSpPr>
        <p:spPr>
          <a:xfrm flipH="1">
            <a:off x="7656161" y="3653768"/>
            <a:ext cx="143492" cy="3364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xmlns="" id="{8C189F0E-64C4-4FC2-B7A1-981FBB0A7896}"/>
              </a:ext>
            </a:extLst>
          </p:cNvPr>
          <p:cNvCxnSpPr>
            <a:stCxn id="30" idx="4"/>
            <a:endCxn id="31" idx="7"/>
          </p:cNvCxnSpPr>
          <p:nvPr/>
        </p:nvCxnSpPr>
        <p:spPr>
          <a:xfrm flipH="1">
            <a:off x="7334779" y="4392807"/>
            <a:ext cx="154635" cy="4103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xmlns="" id="{E8DA31FC-9B74-4F26-8BA7-D577A58A72CD}"/>
              </a:ext>
            </a:extLst>
          </p:cNvPr>
          <p:cNvCxnSpPr>
            <a:stCxn id="31" idx="4"/>
            <a:endCxn id="32" idx="7"/>
          </p:cNvCxnSpPr>
          <p:nvPr/>
        </p:nvCxnSpPr>
        <p:spPr>
          <a:xfrm flipH="1">
            <a:off x="7054793" y="5205717"/>
            <a:ext cx="113239" cy="36703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椭圆 35">
            <a:extLst>
              <a:ext uri="{FF2B5EF4-FFF2-40B4-BE49-F238E27FC236}">
                <a16:creationId xmlns:a16="http://schemas.microsoft.com/office/drawing/2014/main" xmlns="" id="{9AFB06C7-DC9A-4CDF-A8B7-B9376510610D}"/>
              </a:ext>
            </a:extLst>
          </p:cNvPr>
          <p:cNvSpPr/>
          <p:nvPr/>
        </p:nvSpPr>
        <p:spPr>
          <a:xfrm>
            <a:off x="4747582" y="3193183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7" name="直接箭头连接符 36">
            <a:extLst>
              <a:ext uri="{FF2B5EF4-FFF2-40B4-BE49-F238E27FC236}">
                <a16:creationId xmlns:a16="http://schemas.microsoft.com/office/drawing/2014/main" xmlns="" id="{2FE9445A-0A1C-44C3-8E2D-2CC690817B98}"/>
              </a:ext>
            </a:extLst>
          </p:cNvPr>
          <p:cNvCxnSpPr>
            <a:cxnSpLocks/>
          </p:cNvCxnSpPr>
          <p:nvPr/>
        </p:nvCxnSpPr>
        <p:spPr>
          <a:xfrm flipH="1">
            <a:off x="2420863" y="4198701"/>
            <a:ext cx="558007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椭圆 37">
            <a:extLst>
              <a:ext uri="{FF2B5EF4-FFF2-40B4-BE49-F238E27FC236}">
                <a16:creationId xmlns:a16="http://schemas.microsoft.com/office/drawing/2014/main" xmlns="" id="{8F2BA57F-C6B6-4A17-A23E-60A04FAE69C9}"/>
              </a:ext>
            </a:extLst>
          </p:cNvPr>
          <p:cNvSpPr/>
          <p:nvPr/>
        </p:nvSpPr>
        <p:spPr>
          <a:xfrm>
            <a:off x="4437343" y="3932222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椭圆 38">
            <a:extLst>
              <a:ext uri="{FF2B5EF4-FFF2-40B4-BE49-F238E27FC236}">
                <a16:creationId xmlns:a16="http://schemas.microsoft.com/office/drawing/2014/main" xmlns="" id="{0761847E-1064-448F-B8C0-8D06A86CFA0D}"/>
              </a:ext>
            </a:extLst>
          </p:cNvPr>
          <p:cNvSpPr/>
          <p:nvPr/>
        </p:nvSpPr>
        <p:spPr>
          <a:xfrm>
            <a:off x="4115961" y="4745132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xmlns="" id="{1B570603-6FDD-4399-9428-3DF743293FF8}"/>
              </a:ext>
            </a:extLst>
          </p:cNvPr>
          <p:cNvCxnSpPr>
            <a:stCxn id="36" idx="4"/>
            <a:endCxn id="38" idx="7"/>
          </p:cNvCxnSpPr>
          <p:nvPr/>
        </p:nvCxnSpPr>
        <p:spPr>
          <a:xfrm flipH="1">
            <a:off x="4839907" y="3664816"/>
            <a:ext cx="143492" cy="3364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xmlns="" id="{D9A40A68-AB70-4B5F-B088-C90D1CAC636D}"/>
              </a:ext>
            </a:extLst>
          </p:cNvPr>
          <p:cNvCxnSpPr>
            <a:stCxn id="38" idx="4"/>
            <a:endCxn id="39" idx="7"/>
          </p:cNvCxnSpPr>
          <p:nvPr/>
        </p:nvCxnSpPr>
        <p:spPr>
          <a:xfrm flipH="1">
            <a:off x="4518525" y="4403855"/>
            <a:ext cx="154635" cy="4103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文本框 52">
            <a:extLst>
              <a:ext uri="{FF2B5EF4-FFF2-40B4-BE49-F238E27FC236}">
                <a16:creationId xmlns:a16="http://schemas.microsoft.com/office/drawing/2014/main" xmlns="" id="{50FCFAF7-C769-4D07-B782-AD005BD5F223}"/>
              </a:ext>
            </a:extLst>
          </p:cNvPr>
          <p:cNvSpPr txBox="1"/>
          <p:nvPr/>
        </p:nvSpPr>
        <p:spPr>
          <a:xfrm>
            <a:off x="1716921" y="3464569"/>
            <a:ext cx="260179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xmlns="" id="{A710F292-D488-4851-848B-A6BAFBE1FDED}"/>
              </a:ext>
            </a:extLst>
          </p:cNvPr>
          <p:cNvSpPr txBox="1"/>
          <p:nvPr/>
        </p:nvSpPr>
        <p:spPr>
          <a:xfrm>
            <a:off x="5379203" y="4875273"/>
            <a:ext cx="603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xmlns="" id="{5D12016E-D8F0-4779-854E-2C8042E4C97B}"/>
              </a:ext>
            </a:extLst>
          </p:cNvPr>
          <p:cNvCxnSpPr>
            <a:cxnSpLocks/>
          </p:cNvCxnSpPr>
          <p:nvPr/>
        </p:nvCxnSpPr>
        <p:spPr>
          <a:xfrm flipH="1">
            <a:off x="7397965" y="5785545"/>
            <a:ext cx="47163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A99A4DFE-0C76-42C9-B942-BACF39D5808E}"/>
              </a:ext>
            </a:extLst>
          </p:cNvPr>
          <p:cNvSpPr txBox="1"/>
          <p:nvPr/>
        </p:nvSpPr>
        <p:spPr>
          <a:xfrm>
            <a:off x="8029586" y="5572755"/>
            <a:ext cx="603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xmlns="" id="{4958B95B-718F-44C1-AFC4-85E9A325C407}"/>
              </a:ext>
            </a:extLst>
          </p:cNvPr>
          <p:cNvSpPr txBox="1"/>
          <p:nvPr/>
        </p:nvSpPr>
        <p:spPr>
          <a:xfrm>
            <a:off x="4474643" y="3456931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xmlns="" id="{70658E05-0261-478B-99B0-592D9C914B85}"/>
              </a:ext>
            </a:extLst>
          </p:cNvPr>
          <p:cNvSpPr txBox="1"/>
          <p:nvPr/>
        </p:nvSpPr>
        <p:spPr>
          <a:xfrm>
            <a:off x="4204846" y="4244464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a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xmlns="" id="{DAD1CB47-4C12-46C3-BBE3-AE56A36396B7}"/>
              </a:ext>
            </a:extLst>
          </p:cNvPr>
          <p:cNvSpPr txBox="1"/>
          <p:nvPr/>
        </p:nvSpPr>
        <p:spPr>
          <a:xfrm>
            <a:off x="7216178" y="3464569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xmlns="" id="{68B0BEF2-6AE0-401B-BDAB-EB89A1F9A609}"/>
              </a:ext>
            </a:extLst>
          </p:cNvPr>
          <p:cNvSpPr txBox="1"/>
          <p:nvPr/>
        </p:nvSpPr>
        <p:spPr>
          <a:xfrm>
            <a:off x="7006969" y="4267435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a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xmlns="" id="{610E834A-47F9-4C1E-9AAD-EAA2AA7F4294}"/>
              </a:ext>
            </a:extLst>
          </p:cNvPr>
          <p:cNvSpPr txBox="1"/>
          <p:nvPr/>
        </p:nvSpPr>
        <p:spPr>
          <a:xfrm>
            <a:off x="6647275" y="5030922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b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669049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9" grpId="0"/>
      <p:bldP spid="10" grpId="0" animBg="1"/>
      <p:bldP spid="28" grpId="0" animBg="1"/>
      <p:bldP spid="30" grpId="0" animBg="1"/>
      <p:bldP spid="31" grpId="0" animBg="1"/>
      <p:bldP spid="32" grpId="0" animBg="1"/>
      <p:bldP spid="36" grpId="0" animBg="1"/>
      <p:bldP spid="38" grpId="0" animBg="1"/>
      <p:bldP spid="39" grpId="0" animBg="1"/>
      <p:bldP spid="55" grpId="0"/>
      <p:bldP spid="57" grpId="0"/>
      <p:bldP spid="58" grpId="0"/>
      <p:bldP spid="59" grpId="0"/>
      <p:bldP spid="61" grpId="0"/>
      <p:bldP spid="62" grpId="0"/>
      <p:bldP spid="6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226890"/>
            <a:ext cx="9601115" cy="13588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      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再次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插入字符串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cos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FBE4F33-A523-4884-BADD-597133AC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xmlns="" id="{AED368F7-3DFB-4F76-8FE3-B5F089E14636}"/>
              </a:ext>
            </a:extLst>
          </p:cNvPr>
          <p:cNvSpPr/>
          <p:nvPr/>
        </p:nvSpPr>
        <p:spPr>
          <a:xfrm>
            <a:off x="2085455" y="2871050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椭圆 29">
            <a:extLst>
              <a:ext uri="{FF2B5EF4-FFF2-40B4-BE49-F238E27FC236}">
                <a16:creationId xmlns:a16="http://schemas.microsoft.com/office/drawing/2014/main" xmlns="" id="{0CBE18E7-3BD1-4889-8951-568A15E27B3B}"/>
              </a:ext>
            </a:extLst>
          </p:cNvPr>
          <p:cNvSpPr/>
          <p:nvPr/>
        </p:nvSpPr>
        <p:spPr>
          <a:xfrm>
            <a:off x="1775216" y="3610089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椭圆 30">
            <a:extLst>
              <a:ext uri="{FF2B5EF4-FFF2-40B4-BE49-F238E27FC236}">
                <a16:creationId xmlns:a16="http://schemas.microsoft.com/office/drawing/2014/main" xmlns="" id="{B9BFB646-EAC7-4606-8ADA-682A389FAF63}"/>
              </a:ext>
            </a:extLst>
          </p:cNvPr>
          <p:cNvSpPr/>
          <p:nvPr/>
        </p:nvSpPr>
        <p:spPr>
          <a:xfrm>
            <a:off x="1453834" y="4422999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xmlns="" id="{AE392BAA-A9CA-4BE5-A063-2EE4301F0B97}"/>
              </a:ext>
            </a:extLst>
          </p:cNvPr>
          <p:cNvSpPr/>
          <p:nvPr/>
        </p:nvSpPr>
        <p:spPr>
          <a:xfrm>
            <a:off x="1173848" y="5192601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xmlns="" id="{501F25CF-BC34-475F-8E11-0E62208E9D76}"/>
              </a:ext>
            </a:extLst>
          </p:cNvPr>
          <p:cNvCxnSpPr>
            <a:stCxn id="28" idx="4"/>
            <a:endCxn id="30" idx="7"/>
          </p:cNvCxnSpPr>
          <p:nvPr/>
        </p:nvCxnSpPr>
        <p:spPr>
          <a:xfrm flipH="1">
            <a:off x="2177780" y="3342683"/>
            <a:ext cx="143492" cy="3364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xmlns="" id="{8C189F0E-64C4-4FC2-B7A1-981FBB0A7896}"/>
              </a:ext>
            </a:extLst>
          </p:cNvPr>
          <p:cNvCxnSpPr>
            <a:stCxn id="30" idx="4"/>
            <a:endCxn id="31" idx="7"/>
          </p:cNvCxnSpPr>
          <p:nvPr/>
        </p:nvCxnSpPr>
        <p:spPr>
          <a:xfrm flipH="1">
            <a:off x="1856398" y="4081722"/>
            <a:ext cx="154635" cy="4103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xmlns="" id="{E8DA31FC-9B74-4F26-8BA7-D577A58A72CD}"/>
              </a:ext>
            </a:extLst>
          </p:cNvPr>
          <p:cNvCxnSpPr>
            <a:stCxn id="31" idx="4"/>
            <a:endCxn id="32" idx="7"/>
          </p:cNvCxnSpPr>
          <p:nvPr/>
        </p:nvCxnSpPr>
        <p:spPr>
          <a:xfrm flipH="1">
            <a:off x="1576412" y="4894632"/>
            <a:ext cx="113239" cy="36703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>
            <a:extLst>
              <a:ext uri="{FF2B5EF4-FFF2-40B4-BE49-F238E27FC236}">
                <a16:creationId xmlns:a16="http://schemas.microsoft.com/office/drawing/2014/main" xmlns="" id="{5D12016E-D8F0-4779-854E-2C8042E4C97B}"/>
              </a:ext>
            </a:extLst>
          </p:cNvPr>
          <p:cNvCxnSpPr>
            <a:cxnSpLocks/>
          </p:cNvCxnSpPr>
          <p:nvPr/>
        </p:nvCxnSpPr>
        <p:spPr>
          <a:xfrm flipH="1">
            <a:off x="2438059" y="3853049"/>
            <a:ext cx="47163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文本框 56">
            <a:extLst>
              <a:ext uri="{FF2B5EF4-FFF2-40B4-BE49-F238E27FC236}">
                <a16:creationId xmlns:a16="http://schemas.microsoft.com/office/drawing/2014/main" xmlns="" id="{A99A4DFE-0C76-42C9-B942-BACF39D5808E}"/>
              </a:ext>
            </a:extLst>
          </p:cNvPr>
          <p:cNvSpPr txBox="1"/>
          <p:nvPr/>
        </p:nvSpPr>
        <p:spPr>
          <a:xfrm>
            <a:off x="2984838" y="3658330"/>
            <a:ext cx="603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xmlns="" id="{DAD1CB47-4C12-46C3-BBE3-AE56A36396B7}"/>
              </a:ext>
            </a:extLst>
          </p:cNvPr>
          <p:cNvSpPr txBox="1"/>
          <p:nvPr/>
        </p:nvSpPr>
        <p:spPr>
          <a:xfrm>
            <a:off x="1737797" y="3153484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xmlns="" id="{68B0BEF2-6AE0-401B-BDAB-EB89A1F9A609}"/>
              </a:ext>
            </a:extLst>
          </p:cNvPr>
          <p:cNvSpPr txBox="1"/>
          <p:nvPr/>
        </p:nvSpPr>
        <p:spPr>
          <a:xfrm>
            <a:off x="1528588" y="3956350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a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xmlns="" id="{610E834A-47F9-4C1E-9AAD-EAA2AA7F4294}"/>
              </a:ext>
            </a:extLst>
          </p:cNvPr>
          <p:cNvSpPr txBox="1"/>
          <p:nvPr/>
        </p:nvSpPr>
        <p:spPr>
          <a:xfrm>
            <a:off x="1168894" y="4719837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b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40" name="椭圆 39">
            <a:extLst>
              <a:ext uri="{FF2B5EF4-FFF2-40B4-BE49-F238E27FC236}">
                <a16:creationId xmlns:a16="http://schemas.microsoft.com/office/drawing/2014/main" xmlns="" id="{0078294D-C576-43CA-BDF9-90BFE38C9364}"/>
              </a:ext>
            </a:extLst>
          </p:cNvPr>
          <p:cNvSpPr/>
          <p:nvPr/>
        </p:nvSpPr>
        <p:spPr>
          <a:xfrm>
            <a:off x="4326385" y="2917667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3" name="椭圆 42">
            <a:extLst>
              <a:ext uri="{FF2B5EF4-FFF2-40B4-BE49-F238E27FC236}">
                <a16:creationId xmlns:a16="http://schemas.microsoft.com/office/drawing/2014/main" xmlns="" id="{DA738264-77A9-4A33-BD69-036171C3D8E0}"/>
              </a:ext>
            </a:extLst>
          </p:cNvPr>
          <p:cNvSpPr/>
          <p:nvPr/>
        </p:nvSpPr>
        <p:spPr>
          <a:xfrm>
            <a:off x="4016146" y="3656706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椭圆 43">
            <a:extLst>
              <a:ext uri="{FF2B5EF4-FFF2-40B4-BE49-F238E27FC236}">
                <a16:creationId xmlns:a16="http://schemas.microsoft.com/office/drawing/2014/main" xmlns="" id="{85091AD0-6945-4944-AE84-8CA0A65275C3}"/>
              </a:ext>
            </a:extLst>
          </p:cNvPr>
          <p:cNvSpPr/>
          <p:nvPr/>
        </p:nvSpPr>
        <p:spPr>
          <a:xfrm>
            <a:off x="3694764" y="4469616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5" name="椭圆 44">
            <a:extLst>
              <a:ext uri="{FF2B5EF4-FFF2-40B4-BE49-F238E27FC236}">
                <a16:creationId xmlns:a16="http://schemas.microsoft.com/office/drawing/2014/main" xmlns="" id="{606244DE-DBF1-4A61-ABCF-BC2C379A57D8}"/>
              </a:ext>
            </a:extLst>
          </p:cNvPr>
          <p:cNvSpPr/>
          <p:nvPr/>
        </p:nvSpPr>
        <p:spPr>
          <a:xfrm>
            <a:off x="3414778" y="5239218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xmlns="" id="{37ACA4C9-41DE-4910-B3FC-B136F9263C87}"/>
              </a:ext>
            </a:extLst>
          </p:cNvPr>
          <p:cNvCxnSpPr>
            <a:stCxn id="40" idx="4"/>
            <a:endCxn id="43" idx="7"/>
          </p:cNvCxnSpPr>
          <p:nvPr/>
        </p:nvCxnSpPr>
        <p:spPr>
          <a:xfrm flipH="1">
            <a:off x="4418710" y="3389300"/>
            <a:ext cx="143492" cy="3364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xmlns="" id="{F691D449-FF34-453D-A882-AB1A7E1AA029}"/>
              </a:ext>
            </a:extLst>
          </p:cNvPr>
          <p:cNvCxnSpPr>
            <a:stCxn id="43" idx="4"/>
            <a:endCxn id="44" idx="7"/>
          </p:cNvCxnSpPr>
          <p:nvPr/>
        </p:nvCxnSpPr>
        <p:spPr>
          <a:xfrm flipH="1">
            <a:off x="4097328" y="4128339"/>
            <a:ext cx="154635" cy="4103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连接符 47">
            <a:extLst>
              <a:ext uri="{FF2B5EF4-FFF2-40B4-BE49-F238E27FC236}">
                <a16:creationId xmlns:a16="http://schemas.microsoft.com/office/drawing/2014/main" xmlns="" id="{25637FA2-2798-4B9E-907A-C6FCABA6307F}"/>
              </a:ext>
            </a:extLst>
          </p:cNvPr>
          <p:cNvCxnSpPr>
            <a:stCxn id="44" idx="4"/>
            <a:endCxn id="45" idx="7"/>
          </p:cNvCxnSpPr>
          <p:nvPr/>
        </p:nvCxnSpPr>
        <p:spPr>
          <a:xfrm flipH="1">
            <a:off x="3817342" y="4941249"/>
            <a:ext cx="113239" cy="36703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xmlns="" id="{E5AC9B0F-2CEA-46B1-81B1-900284F2FC99}"/>
              </a:ext>
            </a:extLst>
          </p:cNvPr>
          <p:cNvCxnSpPr>
            <a:cxnSpLocks/>
          </p:cNvCxnSpPr>
          <p:nvPr/>
        </p:nvCxnSpPr>
        <p:spPr>
          <a:xfrm flipH="1">
            <a:off x="5363497" y="4733404"/>
            <a:ext cx="47163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文本框 49">
            <a:extLst>
              <a:ext uri="{FF2B5EF4-FFF2-40B4-BE49-F238E27FC236}">
                <a16:creationId xmlns:a16="http://schemas.microsoft.com/office/drawing/2014/main" xmlns="" id="{E4501912-B604-4EE9-8E18-3791EBB747C4}"/>
              </a:ext>
            </a:extLst>
          </p:cNvPr>
          <p:cNvSpPr txBox="1"/>
          <p:nvPr/>
        </p:nvSpPr>
        <p:spPr>
          <a:xfrm>
            <a:off x="5910276" y="4538685"/>
            <a:ext cx="603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xmlns="" id="{993C008A-6607-4A4A-B8F9-9DB354418E73}"/>
              </a:ext>
            </a:extLst>
          </p:cNvPr>
          <p:cNvSpPr txBox="1"/>
          <p:nvPr/>
        </p:nvSpPr>
        <p:spPr>
          <a:xfrm>
            <a:off x="3978727" y="3200101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xmlns="" id="{E5F80BFC-DC9C-47E1-A8A9-C557472C7F76}"/>
              </a:ext>
            </a:extLst>
          </p:cNvPr>
          <p:cNvSpPr txBox="1"/>
          <p:nvPr/>
        </p:nvSpPr>
        <p:spPr>
          <a:xfrm>
            <a:off x="3769518" y="4002967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a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xmlns="" id="{88B9D209-208A-47BC-8222-5E3797D8132B}"/>
              </a:ext>
            </a:extLst>
          </p:cNvPr>
          <p:cNvSpPr txBox="1"/>
          <p:nvPr/>
        </p:nvSpPr>
        <p:spPr>
          <a:xfrm>
            <a:off x="3409824" y="4766454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b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0" name="椭圆 59">
            <a:extLst>
              <a:ext uri="{FF2B5EF4-FFF2-40B4-BE49-F238E27FC236}">
                <a16:creationId xmlns:a16="http://schemas.microsoft.com/office/drawing/2014/main" xmlns="" id="{B2BE6B35-B2BC-4B28-93DA-41B3067D69E0}"/>
              </a:ext>
            </a:extLst>
          </p:cNvPr>
          <p:cNvSpPr/>
          <p:nvPr/>
        </p:nvSpPr>
        <p:spPr>
          <a:xfrm>
            <a:off x="4551509" y="4481542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xmlns="" id="{6711CEF0-D4A6-4BF1-9D2E-4E414B845657}"/>
              </a:ext>
            </a:extLst>
          </p:cNvPr>
          <p:cNvCxnSpPr>
            <a:cxnSpLocks/>
            <a:endCxn id="60" idx="1"/>
          </p:cNvCxnSpPr>
          <p:nvPr/>
        </p:nvCxnSpPr>
        <p:spPr>
          <a:xfrm>
            <a:off x="4347519" y="4145067"/>
            <a:ext cx="273059" cy="40554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本框 63">
            <a:extLst>
              <a:ext uri="{FF2B5EF4-FFF2-40B4-BE49-F238E27FC236}">
                <a16:creationId xmlns:a16="http://schemas.microsoft.com/office/drawing/2014/main" xmlns="" id="{9BA6EBFE-F882-41B5-9DBF-DB83327A27B3}"/>
              </a:ext>
            </a:extLst>
          </p:cNvPr>
          <p:cNvSpPr txBox="1"/>
          <p:nvPr/>
        </p:nvSpPr>
        <p:spPr>
          <a:xfrm>
            <a:off x="4518404" y="4011422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o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66" name="椭圆 65">
            <a:extLst>
              <a:ext uri="{FF2B5EF4-FFF2-40B4-BE49-F238E27FC236}">
                <a16:creationId xmlns:a16="http://schemas.microsoft.com/office/drawing/2014/main" xmlns="" id="{EAE7B464-9CEB-4EB0-B1F6-02499C919CEE}"/>
              </a:ext>
            </a:extLst>
          </p:cNvPr>
          <p:cNvSpPr/>
          <p:nvPr/>
        </p:nvSpPr>
        <p:spPr>
          <a:xfrm>
            <a:off x="7760662" y="2871654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7" name="椭圆 66">
            <a:extLst>
              <a:ext uri="{FF2B5EF4-FFF2-40B4-BE49-F238E27FC236}">
                <a16:creationId xmlns:a16="http://schemas.microsoft.com/office/drawing/2014/main" xmlns="" id="{CD0344A2-8591-4FCB-871F-9DB1E6B6BD37}"/>
              </a:ext>
            </a:extLst>
          </p:cNvPr>
          <p:cNvSpPr/>
          <p:nvPr/>
        </p:nvSpPr>
        <p:spPr>
          <a:xfrm>
            <a:off x="7450423" y="3610693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xmlns="" id="{FAD85EB1-519A-46CC-9B8E-DC48BC82B5EE}"/>
              </a:ext>
            </a:extLst>
          </p:cNvPr>
          <p:cNvSpPr/>
          <p:nvPr/>
        </p:nvSpPr>
        <p:spPr>
          <a:xfrm>
            <a:off x="7129041" y="4423603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xmlns="" id="{FB9045A2-501D-4C68-90ED-3F5E7F49348E}"/>
              </a:ext>
            </a:extLst>
          </p:cNvPr>
          <p:cNvSpPr/>
          <p:nvPr/>
        </p:nvSpPr>
        <p:spPr>
          <a:xfrm>
            <a:off x="6849055" y="5193205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0" name="直接连接符 69">
            <a:extLst>
              <a:ext uri="{FF2B5EF4-FFF2-40B4-BE49-F238E27FC236}">
                <a16:creationId xmlns:a16="http://schemas.microsoft.com/office/drawing/2014/main" xmlns="" id="{99185D77-A3FA-4DEA-AAEB-556915FC4D01}"/>
              </a:ext>
            </a:extLst>
          </p:cNvPr>
          <p:cNvCxnSpPr>
            <a:stCxn id="66" idx="4"/>
            <a:endCxn id="67" idx="7"/>
          </p:cNvCxnSpPr>
          <p:nvPr/>
        </p:nvCxnSpPr>
        <p:spPr>
          <a:xfrm flipH="1">
            <a:off x="7852987" y="3343287"/>
            <a:ext cx="143492" cy="33647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xmlns="" id="{A789C455-3BC7-45D6-A878-F6F85FB544DE}"/>
              </a:ext>
            </a:extLst>
          </p:cNvPr>
          <p:cNvCxnSpPr>
            <a:stCxn id="67" idx="4"/>
            <a:endCxn id="68" idx="7"/>
          </p:cNvCxnSpPr>
          <p:nvPr/>
        </p:nvCxnSpPr>
        <p:spPr>
          <a:xfrm flipH="1">
            <a:off x="7531605" y="4082326"/>
            <a:ext cx="154635" cy="41034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xmlns="" id="{5F285113-0B06-4DFF-BBFD-985FAB37B07A}"/>
              </a:ext>
            </a:extLst>
          </p:cNvPr>
          <p:cNvCxnSpPr>
            <a:stCxn id="68" idx="4"/>
            <a:endCxn id="69" idx="7"/>
          </p:cNvCxnSpPr>
          <p:nvPr/>
        </p:nvCxnSpPr>
        <p:spPr>
          <a:xfrm flipH="1">
            <a:off x="7251619" y="4895236"/>
            <a:ext cx="113239" cy="367038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直接箭头连接符 72">
            <a:extLst>
              <a:ext uri="{FF2B5EF4-FFF2-40B4-BE49-F238E27FC236}">
                <a16:creationId xmlns:a16="http://schemas.microsoft.com/office/drawing/2014/main" xmlns="" id="{CF16E968-BAD4-4B9C-8C11-A685FB19A371}"/>
              </a:ext>
            </a:extLst>
          </p:cNvPr>
          <p:cNvCxnSpPr>
            <a:cxnSpLocks/>
          </p:cNvCxnSpPr>
          <p:nvPr/>
        </p:nvCxnSpPr>
        <p:spPr>
          <a:xfrm flipH="1">
            <a:off x="9174699" y="5458967"/>
            <a:ext cx="471633" cy="0"/>
          </a:xfrm>
          <a:prstGeom prst="straightConnector1">
            <a:avLst/>
          </a:prstGeom>
          <a:ln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4" name="文本框 73">
            <a:extLst>
              <a:ext uri="{FF2B5EF4-FFF2-40B4-BE49-F238E27FC236}">
                <a16:creationId xmlns:a16="http://schemas.microsoft.com/office/drawing/2014/main" xmlns="" id="{DE98CB2A-21FB-43D7-BF26-6A9B99D1A9A4}"/>
              </a:ext>
            </a:extLst>
          </p:cNvPr>
          <p:cNvSpPr txBox="1"/>
          <p:nvPr/>
        </p:nvSpPr>
        <p:spPr>
          <a:xfrm>
            <a:off x="9705763" y="5275894"/>
            <a:ext cx="6035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P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xmlns="" id="{41A21FE6-8932-4EE3-AF07-E43D56120AD8}"/>
              </a:ext>
            </a:extLst>
          </p:cNvPr>
          <p:cNvSpPr txBox="1"/>
          <p:nvPr/>
        </p:nvSpPr>
        <p:spPr>
          <a:xfrm>
            <a:off x="7413004" y="3154088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c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xmlns="" id="{093AF400-21C2-4981-B582-0B687C676B41}"/>
              </a:ext>
            </a:extLst>
          </p:cNvPr>
          <p:cNvSpPr txBox="1"/>
          <p:nvPr/>
        </p:nvSpPr>
        <p:spPr>
          <a:xfrm>
            <a:off x="7203795" y="3956954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a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xmlns="" id="{F89D2FB0-AE68-4C44-ACEA-7760510EEF26}"/>
              </a:ext>
            </a:extLst>
          </p:cNvPr>
          <p:cNvSpPr txBox="1"/>
          <p:nvPr/>
        </p:nvSpPr>
        <p:spPr>
          <a:xfrm>
            <a:off x="6844101" y="4720441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b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78" name="椭圆 77">
            <a:extLst>
              <a:ext uri="{FF2B5EF4-FFF2-40B4-BE49-F238E27FC236}">
                <a16:creationId xmlns:a16="http://schemas.microsoft.com/office/drawing/2014/main" xmlns="" id="{219DA291-2DE4-4B79-989D-D96476D50F4C}"/>
              </a:ext>
            </a:extLst>
          </p:cNvPr>
          <p:cNvSpPr/>
          <p:nvPr/>
        </p:nvSpPr>
        <p:spPr>
          <a:xfrm>
            <a:off x="7985786" y="4435529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9" name="直接连接符 78">
            <a:extLst>
              <a:ext uri="{FF2B5EF4-FFF2-40B4-BE49-F238E27FC236}">
                <a16:creationId xmlns:a16="http://schemas.microsoft.com/office/drawing/2014/main" xmlns="" id="{2429C395-B2E8-4E01-88B2-878BE70226E4}"/>
              </a:ext>
            </a:extLst>
          </p:cNvPr>
          <p:cNvCxnSpPr>
            <a:cxnSpLocks/>
            <a:endCxn id="78" idx="1"/>
          </p:cNvCxnSpPr>
          <p:nvPr/>
        </p:nvCxnSpPr>
        <p:spPr>
          <a:xfrm>
            <a:off x="7781796" y="4099054"/>
            <a:ext cx="273059" cy="40554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文本框 79">
            <a:extLst>
              <a:ext uri="{FF2B5EF4-FFF2-40B4-BE49-F238E27FC236}">
                <a16:creationId xmlns:a16="http://schemas.microsoft.com/office/drawing/2014/main" xmlns="" id="{382FB56F-0432-4353-A700-3F538961CE10}"/>
              </a:ext>
            </a:extLst>
          </p:cNvPr>
          <p:cNvSpPr txBox="1"/>
          <p:nvPr/>
        </p:nvSpPr>
        <p:spPr>
          <a:xfrm>
            <a:off x="7952681" y="3965409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o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83" name="椭圆 82">
            <a:extLst>
              <a:ext uri="{FF2B5EF4-FFF2-40B4-BE49-F238E27FC236}">
                <a16:creationId xmlns:a16="http://schemas.microsoft.com/office/drawing/2014/main" xmlns="" id="{CA5CDD20-6A0D-46CF-B3E6-122282CA88C6}"/>
              </a:ext>
            </a:extLst>
          </p:cNvPr>
          <p:cNvSpPr/>
          <p:nvPr/>
        </p:nvSpPr>
        <p:spPr>
          <a:xfrm>
            <a:off x="8569032" y="5267340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xmlns="" id="{759E1A44-4F40-4A0D-9DCD-8D02E760E774}"/>
              </a:ext>
            </a:extLst>
          </p:cNvPr>
          <p:cNvCxnSpPr>
            <a:cxnSpLocks/>
          </p:cNvCxnSpPr>
          <p:nvPr/>
        </p:nvCxnSpPr>
        <p:spPr>
          <a:xfrm>
            <a:off x="8376696" y="4894632"/>
            <a:ext cx="273059" cy="40554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xmlns="" id="{179D8EDB-46DA-415B-969F-B980611DDC53}"/>
              </a:ext>
            </a:extLst>
          </p:cNvPr>
          <p:cNvSpPr txBox="1"/>
          <p:nvPr/>
        </p:nvSpPr>
        <p:spPr>
          <a:xfrm>
            <a:off x="8507347" y="4766454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s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8916021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30" grpId="0" animBg="1"/>
      <p:bldP spid="31" grpId="0" animBg="1"/>
      <p:bldP spid="32" grpId="0" animBg="1"/>
      <p:bldP spid="57" grpId="0"/>
      <p:bldP spid="61" grpId="0"/>
      <p:bldP spid="62" grpId="0"/>
      <p:bldP spid="63" grpId="0"/>
      <p:bldP spid="40" grpId="0" animBg="1"/>
      <p:bldP spid="43" grpId="0" animBg="1"/>
      <p:bldP spid="44" grpId="0" animBg="1"/>
      <p:bldP spid="45" grpId="0" animBg="1"/>
      <p:bldP spid="50" grpId="0"/>
      <p:bldP spid="51" grpId="0"/>
      <p:bldP spid="52" grpId="0"/>
      <p:bldP spid="54" grpId="0"/>
      <p:bldP spid="60" grpId="0" animBg="1"/>
      <p:bldP spid="64" grpId="0"/>
      <p:bldP spid="66" grpId="0" animBg="1"/>
      <p:bldP spid="67" grpId="0" animBg="1"/>
      <p:bldP spid="68" grpId="0" animBg="1"/>
      <p:bldP spid="69" grpId="0" animBg="1"/>
      <p:bldP spid="74" grpId="0"/>
      <p:bldP spid="75" grpId="0"/>
      <p:bldP spid="76" grpId="0"/>
      <p:bldP spid="77" grpId="0"/>
      <p:bldP spid="78" grpId="0" animBg="1"/>
      <p:bldP spid="80" grpId="0"/>
      <p:bldP spid="83" grpId="0" animBg="1"/>
      <p:bldP spid="8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9614" y="1170133"/>
            <a:ext cx="4379792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插入：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再次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插入字符串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rain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FBE4F33-A523-4884-BADD-597133AC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xmlns="" id="{0C9F9695-709D-47D1-9DB0-BEE85E825FA9}"/>
              </a:ext>
            </a:extLst>
          </p:cNvPr>
          <p:cNvGrpSpPr/>
          <p:nvPr/>
        </p:nvGrpSpPr>
        <p:grpSpPr>
          <a:xfrm>
            <a:off x="284001" y="2890458"/>
            <a:ext cx="2445237" cy="2867319"/>
            <a:chOff x="350014" y="2935069"/>
            <a:chExt cx="2445237" cy="2867319"/>
          </a:xfrm>
        </p:grpSpPr>
        <p:sp>
          <p:nvSpPr>
            <p:cNvPr id="66" name="椭圆 65">
              <a:extLst>
                <a:ext uri="{FF2B5EF4-FFF2-40B4-BE49-F238E27FC236}">
                  <a16:creationId xmlns:a16="http://schemas.microsoft.com/office/drawing/2014/main" xmlns="" id="{EAE7B464-9CEB-4EB0-B1F6-02499C919CEE}"/>
                </a:ext>
              </a:extLst>
            </p:cNvPr>
            <p:cNvSpPr/>
            <p:nvPr/>
          </p:nvSpPr>
          <p:spPr>
            <a:xfrm>
              <a:off x="1266575" y="2935069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7" name="椭圆 66">
              <a:extLst>
                <a:ext uri="{FF2B5EF4-FFF2-40B4-BE49-F238E27FC236}">
                  <a16:creationId xmlns:a16="http://schemas.microsoft.com/office/drawing/2014/main" xmlns="" id="{CD0344A2-8591-4FCB-871F-9DB1E6B6BD37}"/>
                </a:ext>
              </a:extLst>
            </p:cNvPr>
            <p:cNvSpPr/>
            <p:nvPr/>
          </p:nvSpPr>
          <p:spPr>
            <a:xfrm>
              <a:off x="956336" y="3674108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xmlns="" id="{FAD85EB1-519A-46CC-9B8E-DC48BC82B5EE}"/>
                </a:ext>
              </a:extLst>
            </p:cNvPr>
            <p:cNvSpPr/>
            <p:nvPr/>
          </p:nvSpPr>
          <p:spPr>
            <a:xfrm>
              <a:off x="634954" y="4487018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椭圆 68">
              <a:extLst>
                <a:ext uri="{FF2B5EF4-FFF2-40B4-BE49-F238E27FC236}">
                  <a16:creationId xmlns:a16="http://schemas.microsoft.com/office/drawing/2014/main" xmlns="" id="{FB9045A2-501D-4C68-90ED-3F5E7F49348E}"/>
                </a:ext>
              </a:extLst>
            </p:cNvPr>
            <p:cNvSpPr/>
            <p:nvPr/>
          </p:nvSpPr>
          <p:spPr>
            <a:xfrm>
              <a:off x="354968" y="5256620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0" name="直接连接符 69">
              <a:extLst>
                <a:ext uri="{FF2B5EF4-FFF2-40B4-BE49-F238E27FC236}">
                  <a16:creationId xmlns:a16="http://schemas.microsoft.com/office/drawing/2014/main" xmlns="" id="{99185D77-A3FA-4DEA-AAEB-556915FC4D01}"/>
                </a:ext>
              </a:extLst>
            </p:cNvPr>
            <p:cNvCxnSpPr>
              <a:cxnSpLocks/>
              <a:stCxn id="66" idx="4"/>
              <a:endCxn id="67" idx="7"/>
            </p:cNvCxnSpPr>
            <p:nvPr/>
          </p:nvCxnSpPr>
          <p:spPr>
            <a:xfrm flipH="1">
              <a:off x="1358900" y="3406702"/>
              <a:ext cx="143492" cy="33647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直接连接符 70">
              <a:extLst>
                <a:ext uri="{FF2B5EF4-FFF2-40B4-BE49-F238E27FC236}">
                  <a16:creationId xmlns:a16="http://schemas.microsoft.com/office/drawing/2014/main" xmlns="" id="{A789C455-3BC7-45D6-A878-F6F85FB544DE}"/>
                </a:ext>
              </a:extLst>
            </p:cNvPr>
            <p:cNvCxnSpPr>
              <a:cxnSpLocks/>
              <a:stCxn id="67" idx="4"/>
              <a:endCxn id="68" idx="7"/>
            </p:cNvCxnSpPr>
            <p:nvPr/>
          </p:nvCxnSpPr>
          <p:spPr>
            <a:xfrm flipH="1">
              <a:off x="1037518" y="4145741"/>
              <a:ext cx="154635" cy="4103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xmlns="" id="{5F285113-0B06-4DFF-BBFD-985FAB37B07A}"/>
                </a:ext>
              </a:extLst>
            </p:cNvPr>
            <p:cNvCxnSpPr>
              <a:stCxn id="68" idx="4"/>
              <a:endCxn id="69" idx="7"/>
            </p:cNvCxnSpPr>
            <p:nvPr/>
          </p:nvCxnSpPr>
          <p:spPr>
            <a:xfrm flipH="1">
              <a:off x="757532" y="4958651"/>
              <a:ext cx="113239" cy="3670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5" name="文本框 74">
              <a:extLst>
                <a:ext uri="{FF2B5EF4-FFF2-40B4-BE49-F238E27FC236}">
                  <a16:creationId xmlns:a16="http://schemas.microsoft.com/office/drawing/2014/main" xmlns="" id="{41A21FE6-8932-4EE3-AF07-E43D56120AD8}"/>
                </a:ext>
              </a:extLst>
            </p:cNvPr>
            <p:cNvSpPr txBox="1"/>
            <p:nvPr/>
          </p:nvSpPr>
          <p:spPr>
            <a:xfrm>
              <a:off x="918917" y="3217503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c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6" name="文本框 75">
              <a:extLst>
                <a:ext uri="{FF2B5EF4-FFF2-40B4-BE49-F238E27FC236}">
                  <a16:creationId xmlns:a16="http://schemas.microsoft.com/office/drawing/2014/main" xmlns="" id="{093AF400-21C2-4981-B582-0B687C676B41}"/>
                </a:ext>
              </a:extLst>
            </p:cNvPr>
            <p:cNvSpPr txBox="1"/>
            <p:nvPr/>
          </p:nvSpPr>
          <p:spPr>
            <a:xfrm>
              <a:off x="709708" y="4020369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xmlns="" id="{F89D2FB0-AE68-4C44-ACEA-7760510EEF26}"/>
                </a:ext>
              </a:extLst>
            </p:cNvPr>
            <p:cNvSpPr txBox="1"/>
            <p:nvPr/>
          </p:nvSpPr>
          <p:spPr>
            <a:xfrm>
              <a:off x="350014" y="4783856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b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xmlns="" id="{219DA291-2DE4-4B79-989D-D96476D50F4C}"/>
                </a:ext>
              </a:extLst>
            </p:cNvPr>
            <p:cNvSpPr/>
            <p:nvPr/>
          </p:nvSpPr>
          <p:spPr>
            <a:xfrm>
              <a:off x="1491699" y="4498944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79" name="直接连接符 78">
              <a:extLst>
                <a:ext uri="{FF2B5EF4-FFF2-40B4-BE49-F238E27FC236}">
                  <a16:creationId xmlns:a16="http://schemas.microsoft.com/office/drawing/2014/main" xmlns="" id="{2429C395-B2E8-4E01-88B2-878BE70226E4}"/>
                </a:ext>
              </a:extLst>
            </p:cNvPr>
            <p:cNvCxnSpPr>
              <a:cxnSpLocks/>
              <a:endCxn id="78" idx="1"/>
            </p:cNvCxnSpPr>
            <p:nvPr/>
          </p:nvCxnSpPr>
          <p:spPr>
            <a:xfrm>
              <a:off x="1287709" y="4162469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文本框 79">
              <a:extLst>
                <a:ext uri="{FF2B5EF4-FFF2-40B4-BE49-F238E27FC236}">
                  <a16:creationId xmlns:a16="http://schemas.microsoft.com/office/drawing/2014/main" xmlns="" id="{382FB56F-0432-4353-A700-3F538961CE10}"/>
                </a:ext>
              </a:extLst>
            </p:cNvPr>
            <p:cNvSpPr txBox="1"/>
            <p:nvPr/>
          </p:nvSpPr>
          <p:spPr>
            <a:xfrm>
              <a:off x="1458594" y="4028824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o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83" name="椭圆 82">
              <a:extLst>
                <a:ext uri="{FF2B5EF4-FFF2-40B4-BE49-F238E27FC236}">
                  <a16:creationId xmlns:a16="http://schemas.microsoft.com/office/drawing/2014/main" xmlns="" id="{CA5CDD20-6A0D-46CF-B3E6-122282CA88C6}"/>
                </a:ext>
              </a:extLst>
            </p:cNvPr>
            <p:cNvSpPr/>
            <p:nvPr/>
          </p:nvSpPr>
          <p:spPr>
            <a:xfrm>
              <a:off x="2074945" y="5330755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84" name="直接连接符 83">
              <a:extLst>
                <a:ext uri="{FF2B5EF4-FFF2-40B4-BE49-F238E27FC236}">
                  <a16:creationId xmlns:a16="http://schemas.microsoft.com/office/drawing/2014/main" xmlns="" id="{759E1A44-4F40-4A0D-9DCD-8D02E760E774}"/>
                </a:ext>
              </a:extLst>
            </p:cNvPr>
            <p:cNvCxnSpPr>
              <a:cxnSpLocks/>
            </p:cNvCxnSpPr>
            <p:nvPr/>
          </p:nvCxnSpPr>
          <p:spPr>
            <a:xfrm>
              <a:off x="1882609" y="4958047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xmlns="" id="{179D8EDB-46DA-415B-969F-B980611DDC53}"/>
                </a:ext>
              </a:extLst>
            </p:cNvPr>
            <p:cNvSpPr txBox="1"/>
            <p:nvPr/>
          </p:nvSpPr>
          <p:spPr>
            <a:xfrm>
              <a:off x="2013260" y="4829869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s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53" name="椭圆 52">
              <a:extLst>
                <a:ext uri="{FF2B5EF4-FFF2-40B4-BE49-F238E27FC236}">
                  <a16:creationId xmlns:a16="http://schemas.microsoft.com/office/drawing/2014/main" xmlns="" id="{A17167A8-BE30-49F3-BF4D-4764F3AA5135}"/>
                </a:ext>
              </a:extLst>
            </p:cNvPr>
            <p:cNvSpPr/>
            <p:nvPr/>
          </p:nvSpPr>
          <p:spPr>
            <a:xfrm>
              <a:off x="1833786" y="3650754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3" name="直接连接符 2">
              <a:extLst>
                <a:ext uri="{FF2B5EF4-FFF2-40B4-BE49-F238E27FC236}">
                  <a16:creationId xmlns:a16="http://schemas.microsoft.com/office/drawing/2014/main" xmlns="" id="{67CAC8C9-9D58-487C-AC08-566F244E861C}"/>
                </a:ext>
              </a:extLst>
            </p:cNvPr>
            <p:cNvCxnSpPr>
              <a:cxnSpLocks/>
              <a:endCxn id="53" idx="1"/>
            </p:cNvCxnSpPr>
            <p:nvPr/>
          </p:nvCxnSpPr>
          <p:spPr>
            <a:xfrm>
              <a:off x="1642532" y="3389975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8" name="文本框 127">
              <a:extLst>
                <a:ext uri="{FF2B5EF4-FFF2-40B4-BE49-F238E27FC236}">
                  <a16:creationId xmlns:a16="http://schemas.microsoft.com/office/drawing/2014/main" xmlns="" id="{F0297D5B-A306-4A75-A0AF-2235C44D081B}"/>
                </a:ext>
              </a:extLst>
            </p:cNvPr>
            <p:cNvSpPr txBox="1"/>
            <p:nvPr/>
          </p:nvSpPr>
          <p:spPr>
            <a:xfrm>
              <a:off x="1780290" y="3210273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r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974C4EF8-57AD-43CC-9E8F-8A27B2344094}"/>
              </a:ext>
            </a:extLst>
          </p:cNvPr>
          <p:cNvGrpSpPr/>
          <p:nvPr/>
        </p:nvGrpSpPr>
        <p:grpSpPr>
          <a:xfrm>
            <a:off x="2753899" y="2102758"/>
            <a:ext cx="2854447" cy="2867319"/>
            <a:chOff x="2780231" y="2106780"/>
            <a:chExt cx="2854447" cy="2867319"/>
          </a:xfrm>
        </p:grpSpPr>
        <p:sp>
          <p:nvSpPr>
            <p:cNvPr id="58" name="椭圆 57">
              <a:extLst>
                <a:ext uri="{FF2B5EF4-FFF2-40B4-BE49-F238E27FC236}">
                  <a16:creationId xmlns:a16="http://schemas.microsoft.com/office/drawing/2014/main" xmlns="" id="{F0EFFC01-A0D6-4F7A-B389-205A47D273C2}"/>
                </a:ext>
              </a:extLst>
            </p:cNvPr>
            <p:cNvSpPr/>
            <p:nvPr/>
          </p:nvSpPr>
          <p:spPr>
            <a:xfrm>
              <a:off x="3696792" y="2106780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9" name="椭圆 58">
              <a:extLst>
                <a:ext uri="{FF2B5EF4-FFF2-40B4-BE49-F238E27FC236}">
                  <a16:creationId xmlns:a16="http://schemas.microsoft.com/office/drawing/2014/main" xmlns="" id="{C7E0DC41-AE09-40F1-A1DF-FB1B2BC7B331}"/>
                </a:ext>
              </a:extLst>
            </p:cNvPr>
            <p:cNvSpPr/>
            <p:nvPr/>
          </p:nvSpPr>
          <p:spPr>
            <a:xfrm>
              <a:off x="3386553" y="2845819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椭圆 80">
              <a:extLst>
                <a:ext uri="{FF2B5EF4-FFF2-40B4-BE49-F238E27FC236}">
                  <a16:creationId xmlns:a16="http://schemas.microsoft.com/office/drawing/2014/main" xmlns="" id="{13B281A4-409E-483F-920F-B4A7DABD8359}"/>
                </a:ext>
              </a:extLst>
            </p:cNvPr>
            <p:cNvSpPr/>
            <p:nvPr/>
          </p:nvSpPr>
          <p:spPr>
            <a:xfrm>
              <a:off x="3065171" y="3658729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2" name="椭圆 81">
              <a:extLst>
                <a:ext uri="{FF2B5EF4-FFF2-40B4-BE49-F238E27FC236}">
                  <a16:creationId xmlns:a16="http://schemas.microsoft.com/office/drawing/2014/main" xmlns="" id="{9CD5EC25-911B-41D2-97E6-ED061FF8E59C}"/>
                </a:ext>
              </a:extLst>
            </p:cNvPr>
            <p:cNvSpPr/>
            <p:nvPr/>
          </p:nvSpPr>
          <p:spPr>
            <a:xfrm>
              <a:off x="2785185" y="4428331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86" name="直接连接符 85">
              <a:extLst>
                <a:ext uri="{FF2B5EF4-FFF2-40B4-BE49-F238E27FC236}">
                  <a16:creationId xmlns:a16="http://schemas.microsoft.com/office/drawing/2014/main" xmlns="" id="{960A8C37-750D-4692-8B16-56C7ABFE3CE1}"/>
                </a:ext>
              </a:extLst>
            </p:cNvPr>
            <p:cNvCxnSpPr>
              <a:cxnSpLocks/>
              <a:stCxn id="58" idx="4"/>
              <a:endCxn id="59" idx="7"/>
            </p:cNvCxnSpPr>
            <p:nvPr/>
          </p:nvCxnSpPr>
          <p:spPr>
            <a:xfrm flipH="1">
              <a:off x="3789117" y="2578413"/>
              <a:ext cx="143492" cy="33647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直接连接符 86">
              <a:extLst>
                <a:ext uri="{FF2B5EF4-FFF2-40B4-BE49-F238E27FC236}">
                  <a16:creationId xmlns:a16="http://schemas.microsoft.com/office/drawing/2014/main" xmlns="" id="{5C685D3A-D365-4BDF-8DF8-04A5046B8DC5}"/>
                </a:ext>
              </a:extLst>
            </p:cNvPr>
            <p:cNvCxnSpPr>
              <a:cxnSpLocks/>
              <a:stCxn id="59" idx="4"/>
              <a:endCxn id="81" idx="7"/>
            </p:cNvCxnSpPr>
            <p:nvPr/>
          </p:nvCxnSpPr>
          <p:spPr>
            <a:xfrm flipH="1">
              <a:off x="3467735" y="3317452"/>
              <a:ext cx="154635" cy="4103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直接连接符 87">
              <a:extLst>
                <a:ext uri="{FF2B5EF4-FFF2-40B4-BE49-F238E27FC236}">
                  <a16:creationId xmlns:a16="http://schemas.microsoft.com/office/drawing/2014/main" xmlns="" id="{286F294C-45D5-4302-81C8-45BC85AE46B9}"/>
                </a:ext>
              </a:extLst>
            </p:cNvPr>
            <p:cNvCxnSpPr>
              <a:stCxn id="81" idx="4"/>
              <a:endCxn id="82" idx="7"/>
            </p:cNvCxnSpPr>
            <p:nvPr/>
          </p:nvCxnSpPr>
          <p:spPr>
            <a:xfrm flipH="1">
              <a:off x="3187749" y="4130362"/>
              <a:ext cx="113239" cy="3670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文本框 90">
              <a:extLst>
                <a:ext uri="{FF2B5EF4-FFF2-40B4-BE49-F238E27FC236}">
                  <a16:creationId xmlns:a16="http://schemas.microsoft.com/office/drawing/2014/main" xmlns="" id="{03917D9D-F950-4806-8EF6-E7D6A5BDD78F}"/>
                </a:ext>
              </a:extLst>
            </p:cNvPr>
            <p:cNvSpPr txBox="1"/>
            <p:nvPr/>
          </p:nvSpPr>
          <p:spPr>
            <a:xfrm>
              <a:off x="3349134" y="2389214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c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92" name="文本框 91">
              <a:extLst>
                <a:ext uri="{FF2B5EF4-FFF2-40B4-BE49-F238E27FC236}">
                  <a16:creationId xmlns:a16="http://schemas.microsoft.com/office/drawing/2014/main" xmlns="" id="{E5CC89D6-2CF0-4EE5-B35A-53FDE3E1970B}"/>
                </a:ext>
              </a:extLst>
            </p:cNvPr>
            <p:cNvSpPr txBox="1"/>
            <p:nvPr/>
          </p:nvSpPr>
          <p:spPr>
            <a:xfrm>
              <a:off x="3139925" y="3192080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93" name="文本框 92">
              <a:extLst>
                <a:ext uri="{FF2B5EF4-FFF2-40B4-BE49-F238E27FC236}">
                  <a16:creationId xmlns:a16="http://schemas.microsoft.com/office/drawing/2014/main" xmlns="" id="{FB155233-A4BD-4AD2-9F84-BEE260271186}"/>
                </a:ext>
              </a:extLst>
            </p:cNvPr>
            <p:cNvSpPr txBox="1"/>
            <p:nvPr/>
          </p:nvSpPr>
          <p:spPr>
            <a:xfrm>
              <a:off x="2780231" y="3955567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b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94" name="椭圆 93">
              <a:extLst>
                <a:ext uri="{FF2B5EF4-FFF2-40B4-BE49-F238E27FC236}">
                  <a16:creationId xmlns:a16="http://schemas.microsoft.com/office/drawing/2014/main" xmlns="" id="{11A0823D-21CD-4782-B78D-4B71DE39518A}"/>
                </a:ext>
              </a:extLst>
            </p:cNvPr>
            <p:cNvSpPr/>
            <p:nvPr/>
          </p:nvSpPr>
          <p:spPr>
            <a:xfrm>
              <a:off x="3921916" y="3670655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95" name="直接连接符 94">
              <a:extLst>
                <a:ext uri="{FF2B5EF4-FFF2-40B4-BE49-F238E27FC236}">
                  <a16:creationId xmlns:a16="http://schemas.microsoft.com/office/drawing/2014/main" xmlns="" id="{E8550802-9BAF-4E4B-9442-AB55F8B97814}"/>
                </a:ext>
              </a:extLst>
            </p:cNvPr>
            <p:cNvCxnSpPr>
              <a:cxnSpLocks/>
              <a:endCxn id="94" idx="1"/>
            </p:cNvCxnSpPr>
            <p:nvPr/>
          </p:nvCxnSpPr>
          <p:spPr>
            <a:xfrm>
              <a:off x="3717926" y="3334180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6" name="文本框 95">
              <a:extLst>
                <a:ext uri="{FF2B5EF4-FFF2-40B4-BE49-F238E27FC236}">
                  <a16:creationId xmlns:a16="http://schemas.microsoft.com/office/drawing/2014/main" xmlns="" id="{742AF008-E6B9-46F1-BBA7-684E364CFD50}"/>
                </a:ext>
              </a:extLst>
            </p:cNvPr>
            <p:cNvSpPr txBox="1"/>
            <p:nvPr/>
          </p:nvSpPr>
          <p:spPr>
            <a:xfrm>
              <a:off x="3888811" y="320053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o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97" name="椭圆 96">
              <a:extLst>
                <a:ext uri="{FF2B5EF4-FFF2-40B4-BE49-F238E27FC236}">
                  <a16:creationId xmlns:a16="http://schemas.microsoft.com/office/drawing/2014/main" xmlns="" id="{F92AFA44-952C-426A-B013-A9C7D8A9429D}"/>
                </a:ext>
              </a:extLst>
            </p:cNvPr>
            <p:cNvSpPr/>
            <p:nvPr/>
          </p:nvSpPr>
          <p:spPr>
            <a:xfrm>
              <a:off x="4505162" y="4502466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98" name="直接连接符 97">
              <a:extLst>
                <a:ext uri="{FF2B5EF4-FFF2-40B4-BE49-F238E27FC236}">
                  <a16:creationId xmlns:a16="http://schemas.microsoft.com/office/drawing/2014/main" xmlns="" id="{2E5740E8-A381-4024-90A1-625711DC548B}"/>
                </a:ext>
              </a:extLst>
            </p:cNvPr>
            <p:cNvCxnSpPr>
              <a:cxnSpLocks/>
            </p:cNvCxnSpPr>
            <p:nvPr/>
          </p:nvCxnSpPr>
          <p:spPr>
            <a:xfrm>
              <a:off x="4312826" y="4129758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9" name="文本框 98">
              <a:extLst>
                <a:ext uri="{FF2B5EF4-FFF2-40B4-BE49-F238E27FC236}">
                  <a16:creationId xmlns:a16="http://schemas.microsoft.com/office/drawing/2014/main" xmlns="" id="{0C2DAB5A-DCA6-4A28-B1B1-30EDF939DA86}"/>
                </a:ext>
              </a:extLst>
            </p:cNvPr>
            <p:cNvSpPr txBox="1"/>
            <p:nvPr/>
          </p:nvSpPr>
          <p:spPr>
            <a:xfrm>
              <a:off x="4443477" y="4001580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s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00" name="椭圆 99">
              <a:extLst>
                <a:ext uri="{FF2B5EF4-FFF2-40B4-BE49-F238E27FC236}">
                  <a16:creationId xmlns:a16="http://schemas.microsoft.com/office/drawing/2014/main" xmlns="" id="{054ADF13-0F78-4F1E-9206-EB73A74CE03F}"/>
                </a:ext>
              </a:extLst>
            </p:cNvPr>
            <p:cNvSpPr/>
            <p:nvPr/>
          </p:nvSpPr>
          <p:spPr>
            <a:xfrm>
              <a:off x="4264003" y="2822465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1" name="直接连接符 100">
              <a:extLst>
                <a:ext uri="{FF2B5EF4-FFF2-40B4-BE49-F238E27FC236}">
                  <a16:creationId xmlns:a16="http://schemas.microsoft.com/office/drawing/2014/main" xmlns="" id="{17B2D8DF-634B-4532-8A7A-ACA4CC39CC6E}"/>
                </a:ext>
              </a:extLst>
            </p:cNvPr>
            <p:cNvCxnSpPr>
              <a:cxnSpLocks/>
              <a:endCxn id="100" idx="1"/>
            </p:cNvCxnSpPr>
            <p:nvPr/>
          </p:nvCxnSpPr>
          <p:spPr>
            <a:xfrm>
              <a:off x="4072749" y="2561686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2" name="椭圆 101">
              <a:extLst>
                <a:ext uri="{FF2B5EF4-FFF2-40B4-BE49-F238E27FC236}">
                  <a16:creationId xmlns:a16="http://schemas.microsoft.com/office/drawing/2014/main" xmlns="" id="{2FCB77F2-03C4-4FC0-9D7B-662F948A9F49}"/>
                </a:ext>
              </a:extLst>
            </p:cNvPr>
            <p:cNvSpPr/>
            <p:nvPr/>
          </p:nvSpPr>
          <p:spPr>
            <a:xfrm>
              <a:off x="4860458" y="3519716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3" name="直接连接符 102">
              <a:extLst>
                <a:ext uri="{FF2B5EF4-FFF2-40B4-BE49-F238E27FC236}">
                  <a16:creationId xmlns:a16="http://schemas.microsoft.com/office/drawing/2014/main" xmlns="" id="{E7B9FD5B-5B70-403D-A6DB-6DA341741C88}"/>
                </a:ext>
              </a:extLst>
            </p:cNvPr>
            <p:cNvCxnSpPr>
              <a:cxnSpLocks/>
              <a:endCxn id="102" idx="1"/>
            </p:cNvCxnSpPr>
            <p:nvPr/>
          </p:nvCxnSpPr>
          <p:spPr>
            <a:xfrm>
              <a:off x="4669204" y="3258937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9" name="文本框 128">
              <a:extLst>
                <a:ext uri="{FF2B5EF4-FFF2-40B4-BE49-F238E27FC236}">
                  <a16:creationId xmlns:a16="http://schemas.microsoft.com/office/drawing/2014/main" xmlns="" id="{7865E1AA-BE41-450B-9F74-DBB46EAA805E}"/>
                </a:ext>
              </a:extLst>
            </p:cNvPr>
            <p:cNvSpPr txBox="1"/>
            <p:nvPr/>
          </p:nvSpPr>
          <p:spPr>
            <a:xfrm>
              <a:off x="4201853" y="2400672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r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0" name="文本框 129">
              <a:extLst>
                <a:ext uri="{FF2B5EF4-FFF2-40B4-BE49-F238E27FC236}">
                  <a16:creationId xmlns:a16="http://schemas.microsoft.com/office/drawing/2014/main" xmlns="" id="{46BA89F6-DF84-4805-8FED-1E3690D2E27F}"/>
                </a:ext>
              </a:extLst>
            </p:cNvPr>
            <p:cNvSpPr txBox="1"/>
            <p:nvPr/>
          </p:nvSpPr>
          <p:spPr>
            <a:xfrm>
              <a:off x="4852687" y="3015076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xmlns="" id="{4545F986-0C4D-43B3-B344-01EE0086C53A}"/>
              </a:ext>
            </a:extLst>
          </p:cNvPr>
          <p:cNvGrpSpPr/>
          <p:nvPr/>
        </p:nvGrpSpPr>
        <p:grpSpPr>
          <a:xfrm>
            <a:off x="5423511" y="3231420"/>
            <a:ext cx="3358512" cy="2867319"/>
            <a:chOff x="5251614" y="3250721"/>
            <a:chExt cx="3358512" cy="2867319"/>
          </a:xfrm>
        </p:grpSpPr>
        <p:sp>
          <p:nvSpPr>
            <p:cNvPr id="104" name="椭圆 103">
              <a:extLst>
                <a:ext uri="{FF2B5EF4-FFF2-40B4-BE49-F238E27FC236}">
                  <a16:creationId xmlns:a16="http://schemas.microsoft.com/office/drawing/2014/main" xmlns="" id="{EDB6F929-57E1-41DC-876A-81959820BB7B}"/>
                </a:ext>
              </a:extLst>
            </p:cNvPr>
            <p:cNvSpPr/>
            <p:nvPr/>
          </p:nvSpPr>
          <p:spPr>
            <a:xfrm>
              <a:off x="6168175" y="3250721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椭圆 104">
              <a:extLst>
                <a:ext uri="{FF2B5EF4-FFF2-40B4-BE49-F238E27FC236}">
                  <a16:creationId xmlns:a16="http://schemas.microsoft.com/office/drawing/2014/main" xmlns="" id="{7AF82757-04C8-4315-88CA-7DB3FA736DB5}"/>
                </a:ext>
              </a:extLst>
            </p:cNvPr>
            <p:cNvSpPr/>
            <p:nvPr/>
          </p:nvSpPr>
          <p:spPr>
            <a:xfrm>
              <a:off x="5857936" y="3989760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椭圆 105">
              <a:extLst>
                <a:ext uri="{FF2B5EF4-FFF2-40B4-BE49-F238E27FC236}">
                  <a16:creationId xmlns:a16="http://schemas.microsoft.com/office/drawing/2014/main" xmlns="" id="{139FF5DD-D9BB-4546-91D8-CFF90B2EC53E}"/>
                </a:ext>
              </a:extLst>
            </p:cNvPr>
            <p:cNvSpPr/>
            <p:nvPr/>
          </p:nvSpPr>
          <p:spPr>
            <a:xfrm>
              <a:off x="5536554" y="4802670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椭圆 106">
              <a:extLst>
                <a:ext uri="{FF2B5EF4-FFF2-40B4-BE49-F238E27FC236}">
                  <a16:creationId xmlns:a16="http://schemas.microsoft.com/office/drawing/2014/main" xmlns="" id="{AF2F62E2-D94B-4F7B-9FEA-2DB1E73D8A43}"/>
                </a:ext>
              </a:extLst>
            </p:cNvPr>
            <p:cNvSpPr/>
            <p:nvPr/>
          </p:nvSpPr>
          <p:spPr>
            <a:xfrm>
              <a:off x="5256568" y="5572272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08" name="直接连接符 107">
              <a:extLst>
                <a:ext uri="{FF2B5EF4-FFF2-40B4-BE49-F238E27FC236}">
                  <a16:creationId xmlns:a16="http://schemas.microsoft.com/office/drawing/2014/main" xmlns="" id="{0373876D-443C-43A4-A9E6-C6F96A09CA55}"/>
                </a:ext>
              </a:extLst>
            </p:cNvPr>
            <p:cNvCxnSpPr>
              <a:cxnSpLocks/>
              <a:stCxn id="104" idx="4"/>
              <a:endCxn id="105" idx="7"/>
            </p:cNvCxnSpPr>
            <p:nvPr/>
          </p:nvCxnSpPr>
          <p:spPr>
            <a:xfrm flipH="1">
              <a:off x="6260500" y="3722354"/>
              <a:ext cx="143492" cy="33647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直接连接符 108">
              <a:extLst>
                <a:ext uri="{FF2B5EF4-FFF2-40B4-BE49-F238E27FC236}">
                  <a16:creationId xmlns:a16="http://schemas.microsoft.com/office/drawing/2014/main" xmlns="" id="{D4A66E81-2056-4E7D-A9F9-DD2572E9C926}"/>
                </a:ext>
              </a:extLst>
            </p:cNvPr>
            <p:cNvCxnSpPr>
              <a:cxnSpLocks/>
              <a:stCxn id="105" idx="4"/>
              <a:endCxn id="106" idx="7"/>
            </p:cNvCxnSpPr>
            <p:nvPr/>
          </p:nvCxnSpPr>
          <p:spPr>
            <a:xfrm flipH="1">
              <a:off x="5939118" y="4461393"/>
              <a:ext cx="154635" cy="4103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直接连接符 109">
              <a:extLst>
                <a:ext uri="{FF2B5EF4-FFF2-40B4-BE49-F238E27FC236}">
                  <a16:creationId xmlns:a16="http://schemas.microsoft.com/office/drawing/2014/main" xmlns="" id="{0461F1C5-36F9-4C7E-AA39-8B59B8424CCB}"/>
                </a:ext>
              </a:extLst>
            </p:cNvPr>
            <p:cNvCxnSpPr>
              <a:stCxn id="106" idx="4"/>
              <a:endCxn id="107" idx="7"/>
            </p:cNvCxnSpPr>
            <p:nvPr/>
          </p:nvCxnSpPr>
          <p:spPr>
            <a:xfrm flipH="1">
              <a:off x="5659132" y="5274303"/>
              <a:ext cx="113239" cy="3670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文本框 112">
              <a:extLst>
                <a:ext uri="{FF2B5EF4-FFF2-40B4-BE49-F238E27FC236}">
                  <a16:creationId xmlns:a16="http://schemas.microsoft.com/office/drawing/2014/main" xmlns="" id="{AFB332B2-59F1-4D8E-BC0D-48350D836F6C}"/>
                </a:ext>
              </a:extLst>
            </p:cNvPr>
            <p:cNvSpPr txBox="1"/>
            <p:nvPr/>
          </p:nvSpPr>
          <p:spPr>
            <a:xfrm>
              <a:off x="5820517" y="353315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c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14" name="文本框 113">
              <a:extLst>
                <a:ext uri="{FF2B5EF4-FFF2-40B4-BE49-F238E27FC236}">
                  <a16:creationId xmlns:a16="http://schemas.microsoft.com/office/drawing/2014/main" xmlns="" id="{D4575512-189C-4B87-B33F-45CE7D1D85DD}"/>
                </a:ext>
              </a:extLst>
            </p:cNvPr>
            <p:cNvSpPr txBox="1"/>
            <p:nvPr/>
          </p:nvSpPr>
          <p:spPr>
            <a:xfrm>
              <a:off x="5611308" y="4336021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15" name="文本框 114">
              <a:extLst>
                <a:ext uri="{FF2B5EF4-FFF2-40B4-BE49-F238E27FC236}">
                  <a16:creationId xmlns:a16="http://schemas.microsoft.com/office/drawing/2014/main" xmlns="" id="{325E9381-CDDE-4543-B206-5BD69D726F64}"/>
                </a:ext>
              </a:extLst>
            </p:cNvPr>
            <p:cNvSpPr txBox="1"/>
            <p:nvPr/>
          </p:nvSpPr>
          <p:spPr>
            <a:xfrm>
              <a:off x="5251614" y="5099508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b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16" name="椭圆 115">
              <a:extLst>
                <a:ext uri="{FF2B5EF4-FFF2-40B4-BE49-F238E27FC236}">
                  <a16:creationId xmlns:a16="http://schemas.microsoft.com/office/drawing/2014/main" xmlns="" id="{7BFF1A6C-B502-4A83-8C73-1374093EE570}"/>
                </a:ext>
              </a:extLst>
            </p:cNvPr>
            <p:cNvSpPr/>
            <p:nvPr/>
          </p:nvSpPr>
          <p:spPr>
            <a:xfrm>
              <a:off x="6393299" y="4814596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17" name="直接连接符 116">
              <a:extLst>
                <a:ext uri="{FF2B5EF4-FFF2-40B4-BE49-F238E27FC236}">
                  <a16:creationId xmlns:a16="http://schemas.microsoft.com/office/drawing/2014/main" xmlns="" id="{D55B89E7-4045-4DFF-B8B6-EF0BD48AE223}"/>
                </a:ext>
              </a:extLst>
            </p:cNvPr>
            <p:cNvCxnSpPr>
              <a:cxnSpLocks/>
              <a:endCxn id="116" idx="1"/>
            </p:cNvCxnSpPr>
            <p:nvPr/>
          </p:nvCxnSpPr>
          <p:spPr>
            <a:xfrm>
              <a:off x="6189309" y="4478121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8" name="文本框 117">
              <a:extLst>
                <a:ext uri="{FF2B5EF4-FFF2-40B4-BE49-F238E27FC236}">
                  <a16:creationId xmlns:a16="http://schemas.microsoft.com/office/drawing/2014/main" xmlns="" id="{F80D9100-4229-4789-B7B9-1A053984A3A7}"/>
                </a:ext>
              </a:extLst>
            </p:cNvPr>
            <p:cNvSpPr txBox="1"/>
            <p:nvPr/>
          </p:nvSpPr>
          <p:spPr>
            <a:xfrm>
              <a:off x="6360194" y="4344476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o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19" name="椭圆 118">
              <a:extLst>
                <a:ext uri="{FF2B5EF4-FFF2-40B4-BE49-F238E27FC236}">
                  <a16:creationId xmlns:a16="http://schemas.microsoft.com/office/drawing/2014/main" xmlns="" id="{08C76DB7-0428-42AB-9B90-A3166FC97D44}"/>
                </a:ext>
              </a:extLst>
            </p:cNvPr>
            <p:cNvSpPr/>
            <p:nvPr/>
          </p:nvSpPr>
          <p:spPr>
            <a:xfrm>
              <a:off x="6976545" y="5646407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20" name="直接连接符 119">
              <a:extLst>
                <a:ext uri="{FF2B5EF4-FFF2-40B4-BE49-F238E27FC236}">
                  <a16:creationId xmlns:a16="http://schemas.microsoft.com/office/drawing/2014/main" xmlns="" id="{A96C2A89-6501-4087-8EA6-E0E7AD9A3F8A}"/>
                </a:ext>
              </a:extLst>
            </p:cNvPr>
            <p:cNvCxnSpPr>
              <a:cxnSpLocks/>
            </p:cNvCxnSpPr>
            <p:nvPr/>
          </p:nvCxnSpPr>
          <p:spPr>
            <a:xfrm>
              <a:off x="6784209" y="5273699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文本框 120">
              <a:extLst>
                <a:ext uri="{FF2B5EF4-FFF2-40B4-BE49-F238E27FC236}">
                  <a16:creationId xmlns:a16="http://schemas.microsoft.com/office/drawing/2014/main" xmlns="" id="{FFBA772A-CBB4-4720-AA5B-BBC7BF9D7887}"/>
                </a:ext>
              </a:extLst>
            </p:cNvPr>
            <p:cNvSpPr txBox="1"/>
            <p:nvPr/>
          </p:nvSpPr>
          <p:spPr>
            <a:xfrm>
              <a:off x="6914860" y="5145521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s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22" name="椭圆 121">
              <a:extLst>
                <a:ext uri="{FF2B5EF4-FFF2-40B4-BE49-F238E27FC236}">
                  <a16:creationId xmlns:a16="http://schemas.microsoft.com/office/drawing/2014/main" xmlns="" id="{C99FA98D-8A78-4D83-ACBC-A1B79309C42C}"/>
                </a:ext>
              </a:extLst>
            </p:cNvPr>
            <p:cNvSpPr/>
            <p:nvPr/>
          </p:nvSpPr>
          <p:spPr>
            <a:xfrm>
              <a:off x="6735386" y="3966406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3" name="直接连接符 122">
              <a:extLst>
                <a:ext uri="{FF2B5EF4-FFF2-40B4-BE49-F238E27FC236}">
                  <a16:creationId xmlns:a16="http://schemas.microsoft.com/office/drawing/2014/main" xmlns="" id="{595D9CE6-E62C-441D-BDA2-09471890460D}"/>
                </a:ext>
              </a:extLst>
            </p:cNvPr>
            <p:cNvCxnSpPr>
              <a:cxnSpLocks/>
              <a:endCxn id="122" idx="1"/>
            </p:cNvCxnSpPr>
            <p:nvPr/>
          </p:nvCxnSpPr>
          <p:spPr>
            <a:xfrm>
              <a:off x="6544132" y="3705627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4" name="椭圆 123">
              <a:extLst>
                <a:ext uri="{FF2B5EF4-FFF2-40B4-BE49-F238E27FC236}">
                  <a16:creationId xmlns:a16="http://schemas.microsoft.com/office/drawing/2014/main" xmlns="" id="{BBD91698-B655-4D56-A0A2-39FD5E33D081}"/>
                </a:ext>
              </a:extLst>
            </p:cNvPr>
            <p:cNvSpPr/>
            <p:nvPr/>
          </p:nvSpPr>
          <p:spPr>
            <a:xfrm>
              <a:off x="7331841" y="466365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5" name="直接连接符 124">
              <a:extLst>
                <a:ext uri="{FF2B5EF4-FFF2-40B4-BE49-F238E27FC236}">
                  <a16:creationId xmlns:a16="http://schemas.microsoft.com/office/drawing/2014/main" xmlns="" id="{1023A2C1-654F-4859-B0CB-5EFB18044B97}"/>
                </a:ext>
              </a:extLst>
            </p:cNvPr>
            <p:cNvCxnSpPr>
              <a:cxnSpLocks/>
              <a:endCxn id="124" idx="1"/>
            </p:cNvCxnSpPr>
            <p:nvPr/>
          </p:nvCxnSpPr>
          <p:spPr>
            <a:xfrm>
              <a:off x="7140587" y="4402878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6" name="椭圆 125">
              <a:extLst>
                <a:ext uri="{FF2B5EF4-FFF2-40B4-BE49-F238E27FC236}">
                  <a16:creationId xmlns:a16="http://schemas.microsoft.com/office/drawing/2014/main" xmlns="" id="{D65A6461-3CDE-4BE1-B51D-5656BA1A855A}"/>
                </a:ext>
              </a:extLst>
            </p:cNvPr>
            <p:cNvSpPr/>
            <p:nvPr/>
          </p:nvSpPr>
          <p:spPr>
            <a:xfrm>
              <a:off x="7918523" y="5378980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7" name="直接连接符 126">
              <a:extLst>
                <a:ext uri="{FF2B5EF4-FFF2-40B4-BE49-F238E27FC236}">
                  <a16:creationId xmlns:a16="http://schemas.microsoft.com/office/drawing/2014/main" xmlns="" id="{12F5D9C8-A394-49E9-803B-365B71D2D82A}"/>
                </a:ext>
              </a:extLst>
            </p:cNvPr>
            <p:cNvCxnSpPr>
              <a:cxnSpLocks/>
              <a:endCxn id="126" idx="1"/>
            </p:cNvCxnSpPr>
            <p:nvPr/>
          </p:nvCxnSpPr>
          <p:spPr>
            <a:xfrm>
              <a:off x="7727269" y="5118201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1" name="文本框 130">
              <a:extLst>
                <a:ext uri="{FF2B5EF4-FFF2-40B4-BE49-F238E27FC236}">
                  <a16:creationId xmlns:a16="http://schemas.microsoft.com/office/drawing/2014/main" xmlns="" id="{5ECFD2BC-93AB-44D5-B1AB-4FE724AEA57D}"/>
                </a:ext>
              </a:extLst>
            </p:cNvPr>
            <p:cNvSpPr txBox="1"/>
            <p:nvPr/>
          </p:nvSpPr>
          <p:spPr>
            <a:xfrm>
              <a:off x="6668079" y="353534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r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2" name="文本框 131">
              <a:extLst>
                <a:ext uri="{FF2B5EF4-FFF2-40B4-BE49-F238E27FC236}">
                  <a16:creationId xmlns:a16="http://schemas.microsoft.com/office/drawing/2014/main" xmlns="" id="{2E0CE60A-1D31-4148-8670-515D09DC287C}"/>
                </a:ext>
              </a:extLst>
            </p:cNvPr>
            <p:cNvSpPr txBox="1"/>
            <p:nvPr/>
          </p:nvSpPr>
          <p:spPr>
            <a:xfrm>
              <a:off x="7318913" y="4149749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33" name="文本框 132">
              <a:extLst>
                <a:ext uri="{FF2B5EF4-FFF2-40B4-BE49-F238E27FC236}">
                  <a16:creationId xmlns:a16="http://schemas.microsoft.com/office/drawing/2014/main" xmlns="" id="{EC0D938E-AF2A-4BAA-A359-850C65151856}"/>
                </a:ext>
              </a:extLst>
            </p:cNvPr>
            <p:cNvSpPr txBox="1"/>
            <p:nvPr/>
          </p:nvSpPr>
          <p:spPr>
            <a:xfrm>
              <a:off x="7828135" y="4875147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err="1">
                  <a:solidFill>
                    <a:schemeClr val="accent2"/>
                  </a:solidFill>
                </a:rPr>
                <a:t>i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</p:grpSp>
      <p:grpSp>
        <p:nvGrpSpPr>
          <p:cNvPr id="23" name="组合 22">
            <a:extLst>
              <a:ext uri="{FF2B5EF4-FFF2-40B4-BE49-F238E27FC236}">
                <a16:creationId xmlns:a16="http://schemas.microsoft.com/office/drawing/2014/main" xmlns="" id="{AB44D160-5050-46F7-876F-50AD7F518FD4}"/>
              </a:ext>
            </a:extLst>
          </p:cNvPr>
          <p:cNvGrpSpPr/>
          <p:nvPr/>
        </p:nvGrpSpPr>
        <p:grpSpPr>
          <a:xfrm>
            <a:off x="8467352" y="1749415"/>
            <a:ext cx="3358512" cy="3497508"/>
            <a:chOff x="7964909" y="1754398"/>
            <a:chExt cx="3358512" cy="3497508"/>
          </a:xfrm>
        </p:grpSpPr>
        <p:sp>
          <p:nvSpPr>
            <p:cNvPr id="134" name="椭圆 133">
              <a:extLst>
                <a:ext uri="{FF2B5EF4-FFF2-40B4-BE49-F238E27FC236}">
                  <a16:creationId xmlns:a16="http://schemas.microsoft.com/office/drawing/2014/main" xmlns="" id="{60D3511F-2171-4C1A-A11D-422099E16A93}"/>
                </a:ext>
              </a:extLst>
            </p:cNvPr>
            <p:cNvSpPr/>
            <p:nvPr/>
          </p:nvSpPr>
          <p:spPr>
            <a:xfrm>
              <a:off x="8881470" y="1754398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5" name="椭圆 134">
              <a:extLst>
                <a:ext uri="{FF2B5EF4-FFF2-40B4-BE49-F238E27FC236}">
                  <a16:creationId xmlns:a16="http://schemas.microsoft.com/office/drawing/2014/main" xmlns="" id="{22C6336A-23B1-4CB8-ABCF-15E4503B1480}"/>
                </a:ext>
              </a:extLst>
            </p:cNvPr>
            <p:cNvSpPr/>
            <p:nvPr/>
          </p:nvSpPr>
          <p:spPr>
            <a:xfrm>
              <a:off x="8571231" y="249343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6" name="椭圆 135">
              <a:extLst>
                <a:ext uri="{FF2B5EF4-FFF2-40B4-BE49-F238E27FC236}">
                  <a16:creationId xmlns:a16="http://schemas.microsoft.com/office/drawing/2014/main" xmlns="" id="{67CCBDD6-3885-4F22-9321-7CB3B17CCD0A}"/>
                </a:ext>
              </a:extLst>
            </p:cNvPr>
            <p:cNvSpPr/>
            <p:nvPr/>
          </p:nvSpPr>
          <p:spPr>
            <a:xfrm>
              <a:off x="8249849" y="330634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7" name="椭圆 136">
              <a:extLst>
                <a:ext uri="{FF2B5EF4-FFF2-40B4-BE49-F238E27FC236}">
                  <a16:creationId xmlns:a16="http://schemas.microsoft.com/office/drawing/2014/main" xmlns="" id="{80DDFAD9-70AA-4E26-8B1D-0FE880ED822D}"/>
                </a:ext>
              </a:extLst>
            </p:cNvPr>
            <p:cNvSpPr/>
            <p:nvPr/>
          </p:nvSpPr>
          <p:spPr>
            <a:xfrm>
              <a:off x="7969863" y="4075949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38" name="直接连接符 137">
              <a:extLst>
                <a:ext uri="{FF2B5EF4-FFF2-40B4-BE49-F238E27FC236}">
                  <a16:creationId xmlns:a16="http://schemas.microsoft.com/office/drawing/2014/main" xmlns="" id="{9EF8F6B2-6BFA-485D-8C0C-822B13D46CD4}"/>
                </a:ext>
              </a:extLst>
            </p:cNvPr>
            <p:cNvCxnSpPr>
              <a:cxnSpLocks/>
              <a:stCxn id="134" idx="4"/>
              <a:endCxn id="135" idx="7"/>
            </p:cNvCxnSpPr>
            <p:nvPr/>
          </p:nvCxnSpPr>
          <p:spPr>
            <a:xfrm flipH="1">
              <a:off x="8973795" y="2226031"/>
              <a:ext cx="143492" cy="33647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直接连接符 138">
              <a:extLst>
                <a:ext uri="{FF2B5EF4-FFF2-40B4-BE49-F238E27FC236}">
                  <a16:creationId xmlns:a16="http://schemas.microsoft.com/office/drawing/2014/main" xmlns="" id="{D7BF69BE-5D68-4E74-BF91-83EC12595936}"/>
                </a:ext>
              </a:extLst>
            </p:cNvPr>
            <p:cNvCxnSpPr>
              <a:cxnSpLocks/>
              <a:stCxn id="135" idx="4"/>
              <a:endCxn id="136" idx="7"/>
            </p:cNvCxnSpPr>
            <p:nvPr/>
          </p:nvCxnSpPr>
          <p:spPr>
            <a:xfrm flipH="1">
              <a:off x="8652413" y="2965070"/>
              <a:ext cx="154635" cy="410346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直接连接符 139">
              <a:extLst>
                <a:ext uri="{FF2B5EF4-FFF2-40B4-BE49-F238E27FC236}">
                  <a16:creationId xmlns:a16="http://schemas.microsoft.com/office/drawing/2014/main" xmlns="" id="{34DCD574-394D-4BE8-9636-7E33912B616B}"/>
                </a:ext>
              </a:extLst>
            </p:cNvPr>
            <p:cNvCxnSpPr>
              <a:stCxn id="136" idx="4"/>
              <a:endCxn id="137" idx="7"/>
            </p:cNvCxnSpPr>
            <p:nvPr/>
          </p:nvCxnSpPr>
          <p:spPr>
            <a:xfrm flipH="1">
              <a:off x="8372427" y="3777980"/>
              <a:ext cx="113239" cy="36703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xmlns="" id="{F07A03BD-AFD3-41AA-85B3-CEDDFB3605D9}"/>
                </a:ext>
              </a:extLst>
            </p:cNvPr>
            <p:cNvSpPr txBox="1"/>
            <p:nvPr/>
          </p:nvSpPr>
          <p:spPr>
            <a:xfrm>
              <a:off x="8533812" y="2036832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c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xmlns="" id="{5D6EFCB0-ECE9-4FB1-BE3D-8E908702B730}"/>
                </a:ext>
              </a:extLst>
            </p:cNvPr>
            <p:cNvSpPr txBox="1"/>
            <p:nvPr/>
          </p:nvSpPr>
          <p:spPr>
            <a:xfrm>
              <a:off x="8324603" y="2839698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xmlns="" id="{66CE6379-CCB6-447B-9A3A-0EEBE148E88C}"/>
                </a:ext>
              </a:extLst>
            </p:cNvPr>
            <p:cNvSpPr txBox="1"/>
            <p:nvPr/>
          </p:nvSpPr>
          <p:spPr>
            <a:xfrm>
              <a:off x="7964909" y="360318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b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45" name="椭圆 144">
              <a:extLst>
                <a:ext uri="{FF2B5EF4-FFF2-40B4-BE49-F238E27FC236}">
                  <a16:creationId xmlns:a16="http://schemas.microsoft.com/office/drawing/2014/main" xmlns="" id="{5BEEF97F-C952-49A6-AE56-CBD435022A6A}"/>
                </a:ext>
              </a:extLst>
            </p:cNvPr>
            <p:cNvSpPr/>
            <p:nvPr/>
          </p:nvSpPr>
          <p:spPr>
            <a:xfrm>
              <a:off x="9106594" y="331827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46" name="直接连接符 145">
              <a:extLst>
                <a:ext uri="{FF2B5EF4-FFF2-40B4-BE49-F238E27FC236}">
                  <a16:creationId xmlns:a16="http://schemas.microsoft.com/office/drawing/2014/main" xmlns="" id="{35A5C6FF-3CB9-483E-8488-A298C1A45A36}"/>
                </a:ext>
              </a:extLst>
            </p:cNvPr>
            <p:cNvCxnSpPr>
              <a:cxnSpLocks/>
              <a:endCxn id="145" idx="1"/>
            </p:cNvCxnSpPr>
            <p:nvPr/>
          </p:nvCxnSpPr>
          <p:spPr>
            <a:xfrm>
              <a:off x="8902604" y="2981798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7" name="文本框 146">
              <a:extLst>
                <a:ext uri="{FF2B5EF4-FFF2-40B4-BE49-F238E27FC236}">
                  <a16:creationId xmlns:a16="http://schemas.microsoft.com/office/drawing/2014/main" xmlns="" id="{5FD9E9A1-F237-4D31-AA99-35976FC49C2B}"/>
                </a:ext>
              </a:extLst>
            </p:cNvPr>
            <p:cNvSpPr txBox="1"/>
            <p:nvPr/>
          </p:nvSpPr>
          <p:spPr>
            <a:xfrm>
              <a:off x="9073489" y="2848153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o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48" name="椭圆 147">
              <a:extLst>
                <a:ext uri="{FF2B5EF4-FFF2-40B4-BE49-F238E27FC236}">
                  <a16:creationId xmlns:a16="http://schemas.microsoft.com/office/drawing/2014/main" xmlns="" id="{8CF215EC-D09E-40F0-9AC5-3126F26AEBC4}"/>
                </a:ext>
              </a:extLst>
            </p:cNvPr>
            <p:cNvSpPr/>
            <p:nvPr/>
          </p:nvSpPr>
          <p:spPr>
            <a:xfrm>
              <a:off x="9689840" y="4150084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149" name="直接连接符 148">
              <a:extLst>
                <a:ext uri="{FF2B5EF4-FFF2-40B4-BE49-F238E27FC236}">
                  <a16:creationId xmlns:a16="http://schemas.microsoft.com/office/drawing/2014/main" xmlns="" id="{0F93E564-20B5-47F0-8C38-2B2F2AC04940}"/>
                </a:ext>
              </a:extLst>
            </p:cNvPr>
            <p:cNvCxnSpPr>
              <a:cxnSpLocks/>
            </p:cNvCxnSpPr>
            <p:nvPr/>
          </p:nvCxnSpPr>
          <p:spPr>
            <a:xfrm>
              <a:off x="9497504" y="3777376"/>
              <a:ext cx="273059" cy="40554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0" name="文本框 149">
              <a:extLst>
                <a:ext uri="{FF2B5EF4-FFF2-40B4-BE49-F238E27FC236}">
                  <a16:creationId xmlns:a16="http://schemas.microsoft.com/office/drawing/2014/main" xmlns="" id="{F5FBF114-0FCB-4173-808A-7385F2557848}"/>
                </a:ext>
              </a:extLst>
            </p:cNvPr>
            <p:cNvSpPr txBox="1"/>
            <p:nvPr/>
          </p:nvSpPr>
          <p:spPr>
            <a:xfrm>
              <a:off x="9628155" y="3649198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s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51" name="椭圆 150">
              <a:extLst>
                <a:ext uri="{FF2B5EF4-FFF2-40B4-BE49-F238E27FC236}">
                  <a16:creationId xmlns:a16="http://schemas.microsoft.com/office/drawing/2014/main" xmlns="" id="{F7F63A01-3CDF-4CA4-A002-84417938542D}"/>
                </a:ext>
              </a:extLst>
            </p:cNvPr>
            <p:cNvSpPr/>
            <p:nvPr/>
          </p:nvSpPr>
          <p:spPr>
            <a:xfrm>
              <a:off x="9448681" y="2470083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2" name="直接连接符 151">
              <a:extLst>
                <a:ext uri="{FF2B5EF4-FFF2-40B4-BE49-F238E27FC236}">
                  <a16:creationId xmlns:a16="http://schemas.microsoft.com/office/drawing/2014/main" xmlns="" id="{C94D9DB6-53EA-4139-88CB-F8933C31F0EF}"/>
                </a:ext>
              </a:extLst>
            </p:cNvPr>
            <p:cNvCxnSpPr>
              <a:cxnSpLocks/>
              <a:endCxn id="151" idx="1"/>
            </p:cNvCxnSpPr>
            <p:nvPr/>
          </p:nvCxnSpPr>
          <p:spPr>
            <a:xfrm>
              <a:off x="9257427" y="2209304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3" name="椭圆 152">
              <a:extLst>
                <a:ext uri="{FF2B5EF4-FFF2-40B4-BE49-F238E27FC236}">
                  <a16:creationId xmlns:a16="http://schemas.microsoft.com/office/drawing/2014/main" xmlns="" id="{62266CFF-B29F-465F-AB9F-8A8AD3A01005}"/>
                </a:ext>
              </a:extLst>
            </p:cNvPr>
            <p:cNvSpPr/>
            <p:nvPr/>
          </p:nvSpPr>
          <p:spPr>
            <a:xfrm>
              <a:off x="10045136" y="3167334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4" name="直接连接符 153">
              <a:extLst>
                <a:ext uri="{FF2B5EF4-FFF2-40B4-BE49-F238E27FC236}">
                  <a16:creationId xmlns:a16="http://schemas.microsoft.com/office/drawing/2014/main" xmlns="" id="{055607F0-A3FE-48AE-9D8F-13D092195DFB}"/>
                </a:ext>
              </a:extLst>
            </p:cNvPr>
            <p:cNvCxnSpPr>
              <a:cxnSpLocks/>
              <a:endCxn id="153" idx="1"/>
            </p:cNvCxnSpPr>
            <p:nvPr/>
          </p:nvCxnSpPr>
          <p:spPr>
            <a:xfrm>
              <a:off x="9853882" y="2906555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椭圆 154">
              <a:extLst>
                <a:ext uri="{FF2B5EF4-FFF2-40B4-BE49-F238E27FC236}">
                  <a16:creationId xmlns:a16="http://schemas.microsoft.com/office/drawing/2014/main" xmlns="" id="{5A04F656-8437-4B83-9C9D-6572ACBEC9B6}"/>
                </a:ext>
              </a:extLst>
            </p:cNvPr>
            <p:cNvSpPr/>
            <p:nvPr/>
          </p:nvSpPr>
          <p:spPr>
            <a:xfrm>
              <a:off x="10631818" y="388265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56" name="直接连接符 155">
              <a:extLst>
                <a:ext uri="{FF2B5EF4-FFF2-40B4-BE49-F238E27FC236}">
                  <a16:creationId xmlns:a16="http://schemas.microsoft.com/office/drawing/2014/main" xmlns="" id="{FBB9D4B7-8572-41DB-9768-86D9D9B137D9}"/>
                </a:ext>
              </a:extLst>
            </p:cNvPr>
            <p:cNvCxnSpPr>
              <a:cxnSpLocks/>
              <a:endCxn id="155" idx="1"/>
            </p:cNvCxnSpPr>
            <p:nvPr/>
          </p:nvCxnSpPr>
          <p:spPr>
            <a:xfrm>
              <a:off x="10440564" y="3621878"/>
              <a:ext cx="260323" cy="329848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xmlns="" id="{8DC784AF-D7B1-487F-B97E-037B52293F20}"/>
                </a:ext>
              </a:extLst>
            </p:cNvPr>
            <p:cNvSpPr txBox="1"/>
            <p:nvPr/>
          </p:nvSpPr>
          <p:spPr>
            <a:xfrm>
              <a:off x="9381374" y="2039022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r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58" name="文本框 157">
              <a:extLst>
                <a:ext uri="{FF2B5EF4-FFF2-40B4-BE49-F238E27FC236}">
                  <a16:creationId xmlns:a16="http://schemas.microsoft.com/office/drawing/2014/main" xmlns="" id="{41621E6A-6102-4D40-9678-0FEF85DD65E7}"/>
                </a:ext>
              </a:extLst>
            </p:cNvPr>
            <p:cNvSpPr txBox="1"/>
            <p:nvPr/>
          </p:nvSpPr>
          <p:spPr>
            <a:xfrm>
              <a:off x="10032208" y="2653426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a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xmlns="" id="{0CEC427F-36CA-4E02-9279-52CD8C1CB603}"/>
                </a:ext>
              </a:extLst>
            </p:cNvPr>
            <p:cNvSpPr txBox="1"/>
            <p:nvPr/>
          </p:nvSpPr>
          <p:spPr>
            <a:xfrm>
              <a:off x="10541430" y="3378824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 err="1">
                  <a:solidFill>
                    <a:schemeClr val="accent2"/>
                  </a:solidFill>
                </a:rPr>
                <a:t>i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63" name="椭圆 162">
              <a:extLst>
                <a:ext uri="{FF2B5EF4-FFF2-40B4-BE49-F238E27FC236}">
                  <a16:creationId xmlns:a16="http://schemas.microsoft.com/office/drawing/2014/main" xmlns="" id="{8056CEF6-7D5B-4197-973C-483AF9082BA6}"/>
                </a:ext>
              </a:extLst>
            </p:cNvPr>
            <p:cNvSpPr/>
            <p:nvPr/>
          </p:nvSpPr>
          <p:spPr>
            <a:xfrm>
              <a:off x="10271709" y="4780273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xmlns="" id="{366309A3-F874-4852-8DBC-0A4524AFA1B8}"/>
                </a:ext>
              </a:extLst>
            </p:cNvPr>
            <p:cNvCxnSpPr>
              <a:stCxn id="155" idx="4"/>
              <a:endCxn id="163" idx="7"/>
            </p:cNvCxnSpPr>
            <p:nvPr/>
          </p:nvCxnSpPr>
          <p:spPr>
            <a:xfrm flipH="1">
              <a:off x="10674273" y="4354290"/>
              <a:ext cx="193362" cy="49505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4" name="文本框 163">
              <a:extLst>
                <a:ext uri="{FF2B5EF4-FFF2-40B4-BE49-F238E27FC236}">
                  <a16:creationId xmlns:a16="http://schemas.microsoft.com/office/drawing/2014/main" xmlns="" id="{9D0E3C87-645A-4781-BF2C-92ABD3964EEC}"/>
                </a:ext>
              </a:extLst>
            </p:cNvPr>
            <p:cNvSpPr txBox="1"/>
            <p:nvPr/>
          </p:nvSpPr>
          <p:spPr>
            <a:xfrm>
              <a:off x="10411108" y="4322674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n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xmlns="" val="263326481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226890"/>
            <a:ext cx="9601115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检索：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矩形 2">
            <a:extLst>
              <a:ext uri="{FF2B5EF4-FFF2-40B4-BE49-F238E27FC236}">
                <a16:creationId xmlns:a16="http://schemas.microsoft.com/office/drawing/2014/main" xmlns="" id="{9944AF2B-8898-4252-9E01-CF8193AA00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1315" y="1841930"/>
            <a:ext cx="10096669" cy="4077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当需要检索一个字符串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中是否存在时，令指针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P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指向根节点，然后依次扫描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的每个字符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c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字符指针指向空，则说明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S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没有被插入</a:t>
            </a:r>
            <a:r>
              <a:rPr lang="en-US" altLang="zh-CN" b="0" dirty="0" err="1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，结束检索；</a:t>
            </a:r>
            <a:endParaRPr lang="en-US" altLang="zh-CN" b="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若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的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字符指针指向一个已经存在的节点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，则令</a:t>
            </a:r>
            <a:r>
              <a:rPr lang="en-US" altLang="zh-CN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P=Q</a:t>
            </a:r>
            <a:r>
              <a:rPr lang="zh-CN" altLang="en-US" b="0" dirty="0">
                <a:solidFill>
                  <a:srgbClr val="514843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</a:t>
            </a:r>
            <a:endParaRPr lang="en-US" altLang="zh-CN" b="0" dirty="0">
              <a:solidFill>
                <a:srgbClr val="514843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当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中的字符扫描完毕时，若当前节点被标记为一个字符串的末尾，则说明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在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中存在，否则说明</a:t>
            </a:r>
            <a:r>
              <a:rPr kumimoji="1" lang="en-US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S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没有插入过</a:t>
            </a:r>
            <a:r>
              <a:rPr kumimoji="1" lang="en-US" altLang="zh-CN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Trie</a:t>
            </a:r>
            <a:r>
              <a:rPr kumimoji="1" lang="zh-CN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；</a:t>
            </a:r>
            <a:endParaRPr kumimoji="1" lang="en-US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514843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xmlns="" id="{FFBE4F33-A523-4884-BADD-597133ACA0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0065772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插入字符串：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O(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lang="en-US" altLang="zh-CN" dirty="0">
                <a:solidFill>
                  <a:srgbClr val="6D7D66"/>
                </a:solidFill>
              </a:rPr>
              <a:t>(P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)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55762B45-1556-38A7-93AC-526309D40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xmlns="" id="{6559B809-D7EA-D490-04A2-AA876E9E36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8894" y="1900237"/>
            <a:ext cx="6076950" cy="3057525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74C35E5B-E305-805A-CC99-79EA55C7FD91}"/>
              </a:ext>
            </a:extLst>
          </p:cNvPr>
          <p:cNvSpPr txBox="1"/>
          <p:nvPr/>
        </p:nvSpPr>
        <p:spPr>
          <a:xfrm>
            <a:off x="1168893" y="5350212"/>
            <a:ext cx="75697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空间复杂度：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O( NC )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，其中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N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是节点个数，</a:t>
            </a:r>
            <a:r>
              <a:rPr kumimoji="1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C</a:t>
            </a:r>
            <a:r>
              <a:rPr kumimoji="1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是字符集的大小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xmlns="" val="38768862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81" y="1165088"/>
            <a:ext cx="6008119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lang="zh-CN" altLang="en-US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检索字符串是否存在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：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O( </a:t>
            </a:r>
            <a:r>
              <a:rPr kumimoji="1" lang="en-US" altLang="zh-C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len</a:t>
            </a:r>
            <a:r>
              <a:rPr lang="en-US" altLang="zh-CN" dirty="0">
                <a:solidFill>
                  <a:srgbClr val="6D7D66"/>
                </a:solidFill>
              </a:rPr>
              <a:t>(P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 )</a:t>
            </a:r>
            <a:endParaRPr kumimoji="1" lang="en-US" altLang="zh-CN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xmlns="" id="{C4A13DED-1F1B-381D-5252-5BB5394DBA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xmlns="" id="{7DD25AA4-E889-C5C5-00BB-FFC01266A22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168894" y="1962150"/>
            <a:ext cx="4314825" cy="2933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752913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0553" y="1300850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lang="en-US" altLang="zh-CN" sz="20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前缀统计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900553" y="1734166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2A4A38-4AE2-477E-999E-9E0A2D6790FD}"/>
                  </a:ext>
                </a:extLst>
              </p:cNvPr>
              <p:cNvSpPr txBox="1"/>
              <p:nvPr/>
            </p:nvSpPr>
            <p:spPr>
              <a:xfrm>
                <a:off x="1085707" y="1613462"/>
                <a:ext cx="9999875" cy="456458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题目描述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      给定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个字符串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S1,S2,S3…Sn,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接下来有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M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次询问，每次询问给定一个字符串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，求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S1-Sn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中有多少个字符串是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T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的前缀。输入字符串的总长度不超过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6</m:t>
                        </m:r>
                      </m:sup>
                    </m:sSup>
                  </m:oMath>
                </a14:m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n,m</a:t>
                </a:r>
                <a14:m>
                  <m:oMath xmlns:m="http://schemas.openxmlformats.org/officeDocument/2006/math">
                    <m:r>
                      <a:rPr lang="en-US" altLang="zh-CN" sz="16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样例输入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3 3</a:t>
                </a: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fusufusu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fusu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anguei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fusufusu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anguei</a:t>
                </a:r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kkksc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B2A4A38-4AE2-477E-999E-9E0A2D679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707" y="1613462"/>
                <a:ext cx="9999875" cy="4564583"/>
              </a:xfrm>
              <a:prstGeom prst="rect">
                <a:avLst/>
              </a:prstGeom>
              <a:blipFill>
                <a:blip r:embed="rId2" cstate="print"/>
                <a:stretch>
                  <a:fillRect l="-4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A7204B0-07E6-E55F-D453-4EE75F8D1AA8}"/>
              </a:ext>
            </a:extLst>
          </p:cNvPr>
          <p:cNvSpPr txBox="1"/>
          <p:nvPr/>
        </p:nvSpPr>
        <p:spPr>
          <a:xfrm>
            <a:off x="4376676" y="2676987"/>
            <a:ext cx="2576035" cy="15723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255149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9980" y="1422386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lang="zh-CN" altLang="en-US" sz="20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1168894" y="1700960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B1DD85E7-31DD-349B-A8E6-1005EDC0EE9B}"/>
              </a:ext>
            </a:extLst>
          </p:cNvPr>
          <p:cNvSpPr txBox="1"/>
          <p:nvPr/>
        </p:nvSpPr>
        <p:spPr>
          <a:xfrm>
            <a:off x="995832" y="1822496"/>
            <a:ext cx="9690784" cy="22231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个字符串插入一颗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树的每一个节点上存储一个整数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，记录该节点是多少个字符串的末尾节点。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对于每个询问，在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树种检索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，在检索过程中累加途径的每个节点的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cnt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值，就是询问的答案</a:t>
            </a:r>
          </a:p>
        </p:txBody>
      </p:sp>
    </p:spTree>
    <p:extLst>
      <p:ext uri="{BB962C8B-B14F-4D97-AF65-F5344CB8AC3E}">
        <p14:creationId xmlns:p14="http://schemas.microsoft.com/office/powerpoint/2010/main" xmlns="" val="25667023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55762B45-1556-38A7-93AC-526309D40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D8DA150B-7B06-DEF8-2554-368F5340A5AA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45861" y="1357068"/>
            <a:ext cx="5616619" cy="5438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501552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0553" y="1300850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2】The XOR Largest Pair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900553" y="1734166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2A4A38-4AE2-477E-999E-9E0A2D6790FD}"/>
                  </a:ext>
                </a:extLst>
              </p:cNvPr>
              <p:cNvSpPr txBox="1"/>
              <p:nvPr/>
            </p:nvSpPr>
            <p:spPr>
              <a:xfrm>
                <a:off x="1085707" y="1613462"/>
                <a:ext cx="9999875" cy="432381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题目描述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在给定的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个整数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A1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A2……An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中选出两个进行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xor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运算，得到的结果最大是多少？</a:t>
                </a:r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样例输入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1 2 3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数据范围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sz="18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14:m>
                  <m:oMath xmlns:m="http://schemas.openxmlformats.org/officeDocument/2006/math">
                    <m:r>
                      <a:rPr lang="en-US" altLang="zh-CN" sz="18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sSup>
                      <m:sSupPr>
                        <m:ctrlPr>
                          <a:rPr lang="en-US" altLang="zh-CN" sz="180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10</m:t>
                        </m:r>
                      </m:e>
                      <m:sup>
                        <m:r>
                          <a:rPr lang="en-US" altLang="zh-CN" sz="18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0&lt;=Ai&lt;2^31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B2A4A38-4AE2-477E-999E-9E0A2D679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707" y="1613462"/>
                <a:ext cx="9999875" cy="4323812"/>
              </a:xfrm>
              <a:prstGeom prst="rect">
                <a:avLst/>
              </a:prstGeom>
              <a:blipFill>
                <a:blip r:embed="rId3" cstate="print"/>
                <a:stretch>
                  <a:fillRect l="-488" b="-141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A7204B0-07E6-E55F-D453-4EE75F8D1AA8}"/>
              </a:ext>
            </a:extLst>
          </p:cNvPr>
          <p:cNvSpPr txBox="1"/>
          <p:nvPr/>
        </p:nvSpPr>
        <p:spPr>
          <a:xfrm>
            <a:off x="3673607" y="2672052"/>
            <a:ext cx="2576035" cy="833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3368190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9980" y="1422386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题意</a:t>
            </a:r>
            <a:r>
              <a:rPr lang="zh-CN" altLang="en-US" sz="20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1168894" y="1700960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B1DD85E7-31DD-349B-A8E6-1005EDC0EE9B}"/>
              </a:ext>
            </a:extLst>
          </p:cNvPr>
          <p:cNvSpPr txBox="1"/>
          <p:nvPr/>
        </p:nvSpPr>
        <p:spPr>
          <a:xfrm>
            <a:off x="995832" y="1822496"/>
            <a:ext cx="9690784" cy="33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我们可以把每个整数看作长度为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的二进制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串，并把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A1~Ai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位二进制串插入一颗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树（最低二进制位为叶子结点）。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对应的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位二进制串，在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中进行一次与检索类似的过程，每一步都尝试沿着“与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的当前位相反的字符指针”向下访问。若“与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的当前位相反的字符指针”指向空节点，则只好访问与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当前位相同的字符指针。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根据异或运算相同得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，不同得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的性质，该方法即可找到与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做异或运算结果最大的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Aj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22313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9980" y="1422386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题意</a:t>
            </a:r>
            <a:r>
              <a:rPr lang="zh-CN" altLang="en-US" sz="20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1168894" y="1700960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B1DD85E7-31DD-349B-A8E6-1005EDC0EE9B}"/>
              </a:ext>
            </a:extLst>
          </p:cNvPr>
          <p:cNvSpPr txBox="1"/>
          <p:nvPr/>
        </p:nvSpPr>
        <p:spPr>
          <a:xfrm>
            <a:off x="995832" y="1822496"/>
            <a:ext cx="9690784" cy="16707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如下图所示，在一棵插入了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5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101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）三个数的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中，分别查询与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110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011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）做异或运算结果最大的数。（为了简便，图中使用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位二进制数代替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32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位二进制）</a:t>
            </a:r>
          </a:p>
        </p:txBody>
      </p:sp>
      <p:grpSp>
        <p:nvGrpSpPr>
          <p:cNvPr id="75" name="组合 74">
            <a:extLst>
              <a:ext uri="{FF2B5EF4-FFF2-40B4-BE49-F238E27FC236}">
                <a16:creationId xmlns:a16="http://schemas.microsoft.com/office/drawing/2014/main" xmlns="" id="{D831B655-0DC0-8A15-D61D-8CE7C721B9AE}"/>
              </a:ext>
            </a:extLst>
          </p:cNvPr>
          <p:cNvGrpSpPr/>
          <p:nvPr/>
        </p:nvGrpSpPr>
        <p:grpSpPr>
          <a:xfrm>
            <a:off x="1398293" y="3475984"/>
            <a:ext cx="3322816" cy="3026180"/>
            <a:chOff x="1398293" y="3475984"/>
            <a:chExt cx="3322816" cy="302618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xmlns="" id="{6C6B28DD-F83B-5BA0-57DC-29488FDF0E70}"/>
                </a:ext>
              </a:extLst>
            </p:cNvPr>
            <p:cNvSpPr/>
            <p:nvPr/>
          </p:nvSpPr>
          <p:spPr>
            <a:xfrm>
              <a:off x="2190026" y="3475984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xmlns="" id="{82558291-B250-F2B3-E454-B0A2301998B9}"/>
                </a:ext>
              </a:extLst>
            </p:cNvPr>
            <p:cNvSpPr/>
            <p:nvPr/>
          </p:nvSpPr>
          <p:spPr>
            <a:xfrm>
              <a:off x="1737252" y="4286997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xmlns="" id="{0D36981D-64BD-45ED-FE63-B9DAA6CA5292}"/>
                </a:ext>
              </a:extLst>
            </p:cNvPr>
            <p:cNvSpPr/>
            <p:nvPr/>
          </p:nvSpPr>
          <p:spPr>
            <a:xfrm>
              <a:off x="3463221" y="5148835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xmlns="" id="{E8CA09B0-3EDA-B531-0A86-D61B3D431605}"/>
                </a:ext>
              </a:extLst>
            </p:cNvPr>
            <p:cNvSpPr/>
            <p:nvPr/>
          </p:nvSpPr>
          <p:spPr>
            <a:xfrm>
              <a:off x="1398293" y="5984450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2" name="直接连接符 11">
              <a:extLst>
                <a:ext uri="{FF2B5EF4-FFF2-40B4-BE49-F238E27FC236}">
                  <a16:creationId xmlns:a16="http://schemas.microsoft.com/office/drawing/2014/main" xmlns="" id="{B695EFA1-E15C-24EF-2D41-FE621935BFBE}"/>
                </a:ext>
              </a:extLst>
            </p:cNvPr>
            <p:cNvCxnSpPr>
              <a:cxnSpLocks/>
              <a:stCxn id="7" idx="4"/>
              <a:endCxn id="8" idx="0"/>
            </p:cNvCxnSpPr>
            <p:nvPr/>
          </p:nvCxnSpPr>
          <p:spPr>
            <a:xfrm flipH="1">
              <a:off x="1973069" y="3947617"/>
              <a:ext cx="452774" cy="33938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xmlns="" id="{426F9684-CC76-7DE4-8191-24E014DC80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755624" y="4737845"/>
              <a:ext cx="284506" cy="41569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直接连接符 13">
              <a:extLst>
                <a:ext uri="{FF2B5EF4-FFF2-40B4-BE49-F238E27FC236}">
                  <a16:creationId xmlns:a16="http://schemas.microsoft.com/office/drawing/2014/main" xmlns="" id="{32E37BE5-B22E-7687-ECFB-E9332557FDF8}"/>
                </a:ext>
              </a:extLst>
            </p:cNvPr>
            <p:cNvCxnSpPr>
              <a:cxnSpLocks/>
              <a:stCxn id="18" idx="4"/>
              <a:endCxn id="11" idx="7"/>
            </p:cNvCxnSpPr>
            <p:nvPr/>
          </p:nvCxnSpPr>
          <p:spPr>
            <a:xfrm flipH="1">
              <a:off x="1800857" y="5653499"/>
              <a:ext cx="352799" cy="400020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xmlns="" id="{702DDE16-25D3-B83A-9E2A-2AE4AB52DCDC}"/>
                </a:ext>
              </a:extLst>
            </p:cNvPr>
            <p:cNvSpPr txBox="1"/>
            <p:nvPr/>
          </p:nvSpPr>
          <p:spPr>
            <a:xfrm>
              <a:off x="1869926" y="3780896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0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6AC5EAC0-39E4-22D3-1D72-850CE2644D14}"/>
                </a:ext>
              </a:extLst>
            </p:cNvPr>
            <p:cNvSpPr/>
            <p:nvPr/>
          </p:nvSpPr>
          <p:spPr>
            <a:xfrm>
              <a:off x="1917839" y="5181866"/>
              <a:ext cx="471633" cy="471633"/>
            </a:xfrm>
            <a:prstGeom prst="ellipse">
              <a:avLst/>
            </a:prstGeom>
          </p:spPr>
          <p:style>
            <a:lnRef idx="0">
              <a:schemeClr val="accent2"/>
            </a:lnRef>
            <a:fillRef idx="3">
              <a:schemeClr val="accent2"/>
            </a:fillRef>
            <a:effectRef idx="3">
              <a:schemeClr val="accent2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19" name="直接连接符 18">
              <a:extLst>
                <a:ext uri="{FF2B5EF4-FFF2-40B4-BE49-F238E27FC236}">
                  <a16:creationId xmlns:a16="http://schemas.microsoft.com/office/drawing/2014/main" xmlns="" id="{8A846FB7-37A5-A9BA-5F07-6867E5CE4C5A}"/>
                </a:ext>
              </a:extLst>
            </p:cNvPr>
            <p:cNvCxnSpPr>
              <a:cxnSpLocks/>
            </p:cNvCxnSpPr>
            <p:nvPr/>
          </p:nvCxnSpPr>
          <p:spPr>
            <a:xfrm>
              <a:off x="1945709" y="4758630"/>
              <a:ext cx="143589" cy="411824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椭圆 20">
              <a:extLst>
                <a:ext uri="{FF2B5EF4-FFF2-40B4-BE49-F238E27FC236}">
                  <a16:creationId xmlns:a16="http://schemas.microsoft.com/office/drawing/2014/main" xmlns="" id="{E10159AF-1F43-3652-6AE9-0F06C4D9AFBE}"/>
                </a:ext>
              </a:extLst>
            </p:cNvPr>
            <p:cNvSpPr/>
            <p:nvPr/>
          </p:nvSpPr>
          <p:spPr>
            <a:xfrm>
              <a:off x="2544436" y="5153544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cxnSp>
          <p:nvCxnSpPr>
            <p:cNvPr id="22" name="直接连接符 21">
              <a:extLst>
                <a:ext uri="{FF2B5EF4-FFF2-40B4-BE49-F238E27FC236}">
                  <a16:creationId xmlns:a16="http://schemas.microsoft.com/office/drawing/2014/main" xmlns="" id="{18EC2770-E8E1-57F3-DEFF-77AE26427F7B}"/>
                </a:ext>
              </a:extLst>
            </p:cNvPr>
            <p:cNvCxnSpPr>
              <a:cxnSpLocks/>
            </p:cNvCxnSpPr>
            <p:nvPr/>
          </p:nvCxnSpPr>
          <p:spPr>
            <a:xfrm>
              <a:off x="3052070" y="4716162"/>
              <a:ext cx="579363" cy="409309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椭圆 23">
              <a:extLst>
                <a:ext uri="{FF2B5EF4-FFF2-40B4-BE49-F238E27FC236}">
                  <a16:creationId xmlns:a16="http://schemas.microsoft.com/office/drawing/2014/main" xmlns="" id="{3BF7D459-78B2-89DE-8147-4A706CA5E651}"/>
                </a:ext>
              </a:extLst>
            </p:cNvPr>
            <p:cNvSpPr/>
            <p:nvPr/>
          </p:nvSpPr>
          <p:spPr>
            <a:xfrm>
              <a:off x="2757236" y="4247187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25" name="直接连接符 24">
              <a:extLst>
                <a:ext uri="{FF2B5EF4-FFF2-40B4-BE49-F238E27FC236}">
                  <a16:creationId xmlns:a16="http://schemas.microsoft.com/office/drawing/2014/main" xmlns="" id="{817D32DC-ED31-9EF9-72F2-30155E2F2537}"/>
                </a:ext>
              </a:extLst>
            </p:cNvPr>
            <p:cNvCxnSpPr>
              <a:cxnSpLocks/>
            </p:cNvCxnSpPr>
            <p:nvPr/>
          </p:nvCxnSpPr>
          <p:spPr>
            <a:xfrm>
              <a:off x="2424113" y="3961136"/>
              <a:ext cx="535883" cy="281425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A3AD62DF-E6A7-4E12-04BA-CDDC6EB6ACC8}"/>
                </a:ext>
              </a:extLst>
            </p:cNvPr>
            <p:cNvSpPr txBox="1"/>
            <p:nvPr/>
          </p:nvSpPr>
          <p:spPr>
            <a:xfrm>
              <a:off x="2673227" y="3759500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63" name="椭圆 62">
              <a:extLst>
                <a:ext uri="{FF2B5EF4-FFF2-40B4-BE49-F238E27FC236}">
                  <a16:creationId xmlns:a16="http://schemas.microsoft.com/office/drawing/2014/main" xmlns="" id="{C988BD2A-7428-93CC-7C33-3A4E9C0C0FD7}"/>
                </a:ext>
              </a:extLst>
            </p:cNvPr>
            <p:cNvSpPr/>
            <p:nvPr/>
          </p:nvSpPr>
          <p:spPr>
            <a:xfrm>
              <a:off x="3834706" y="5997199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xmlns="" id="{7AA80592-B9D3-9DEB-87C2-79DDB53603EC}"/>
                </a:ext>
              </a:extLst>
            </p:cNvPr>
            <p:cNvSpPr/>
            <p:nvPr/>
          </p:nvSpPr>
          <p:spPr>
            <a:xfrm>
              <a:off x="2683723" y="6030531"/>
              <a:ext cx="471633" cy="471633"/>
            </a:xfrm>
            <a:prstGeom prst="ellipse">
              <a:avLst/>
            </a:prstGeom>
          </p:spPr>
          <p:style>
            <a:lnRef idx="2">
              <a:schemeClr val="accent2"/>
            </a:lnRef>
            <a:fillRef idx="1">
              <a:schemeClr val="lt1"/>
            </a:fillRef>
            <a:effectRef idx="0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cxnSp>
          <p:nvCxnSpPr>
            <p:cNvPr id="65" name="直接连接符 64">
              <a:extLst>
                <a:ext uri="{FF2B5EF4-FFF2-40B4-BE49-F238E27FC236}">
                  <a16:creationId xmlns:a16="http://schemas.microsoft.com/office/drawing/2014/main" xmlns="" id="{55934A17-C884-9996-7A30-11E0AE31677E}"/>
                </a:ext>
              </a:extLst>
            </p:cNvPr>
            <p:cNvCxnSpPr>
              <a:cxnSpLocks/>
              <a:endCxn id="63" idx="0"/>
            </p:cNvCxnSpPr>
            <p:nvPr/>
          </p:nvCxnSpPr>
          <p:spPr>
            <a:xfrm>
              <a:off x="3758303" y="5618707"/>
              <a:ext cx="312220" cy="378492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直接连接符 65">
              <a:extLst>
                <a:ext uri="{FF2B5EF4-FFF2-40B4-BE49-F238E27FC236}">
                  <a16:creationId xmlns:a16="http://schemas.microsoft.com/office/drawing/2014/main" xmlns="" id="{4B36FBAF-27DC-892C-EA88-95BBB4B65399}"/>
                </a:ext>
              </a:extLst>
            </p:cNvPr>
            <p:cNvCxnSpPr>
              <a:cxnSpLocks/>
              <a:endCxn id="64" idx="0"/>
            </p:cNvCxnSpPr>
            <p:nvPr/>
          </p:nvCxnSpPr>
          <p:spPr>
            <a:xfrm>
              <a:off x="2812716" y="5620468"/>
              <a:ext cx="106824" cy="410063"/>
            </a:xfrm>
            <a:prstGeom prst="line">
              <a:avLst/>
            </a:prstGeom>
            <a:ln>
              <a:solidFill>
                <a:schemeClr val="accent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xmlns="" id="{1995077B-440E-6A1C-D43D-3B36B64B48B3}"/>
                </a:ext>
              </a:extLst>
            </p:cNvPr>
            <p:cNvSpPr txBox="1"/>
            <p:nvPr/>
          </p:nvSpPr>
          <p:spPr>
            <a:xfrm>
              <a:off x="2503719" y="470657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0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xmlns="" id="{B27A86F6-8D97-5419-DC47-92C98BFCEF77}"/>
                </a:ext>
              </a:extLst>
            </p:cNvPr>
            <p:cNvSpPr txBox="1"/>
            <p:nvPr/>
          </p:nvSpPr>
          <p:spPr>
            <a:xfrm>
              <a:off x="1655423" y="552278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0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xmlns="" id="{1699C408-1FAE-23E8-ADF8-3049962BF097}"/>
                </a:ext>
              </a:extLst>
            </p:cNvPr>
            <p:cNvSpPr txBox="1"/>
            <p:nvPr/>
          </p:nvSpPr>
          <p:spPr>
            <a:xfrm>
              <a:off x="1995578" y="4676260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2" name="文本框 71">
              <a:extLst>
                <a:ext uri="{FF2B5EF4-FFF2-40B4-BE49-F238E27FC236}">
                  <a16:creationId xmlns:a16="http://schemas.microsoft.com/office/drawing/2014/main" xmlns="" id="{BD70613C-ACC6-4C4A-F2C5-9DE1437617EB}"/>
                </a:ext>
              </a:extLst>
            </p:cNvPr>
            <p:cNvSpPr txBox="1"/>
            <p:nvPr/>
          </p:nvSpPr>
          <p:spPr>
            <a:xfrm>
              <a:off x="2883110" y="562741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3" name="文本框 72">
              <a:extLst>
                <a:ext uri="{FF2B5EF4-FFF2-40B4-BE49-F238E27FC236}">
                  <a16:creationId xmlns:a16="http://schemas.microsoft.com/office/drawing/2014/main" xmlns="" id="{70687419-5142-DDD2-3050-4FD33F8FF33A}"/>
                </a:ext>
              </a:extLst>
            </p:cNvPr>
            <p:cNvSpPr txBox="1"/>
            <p:nvPr/>
          </p:nvSpPr>
          <p:spPr>
            <a:xfrm>
              <a:off x="3939118" y="5466465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xmlns="" id="{54786577-B35C-B187-C2DE-83DB7EEAF12D}"/>
                </a:ext>
              </a:extLst>
            </p:cNvPr>
            <p:cNvSpPr txBox="1"/>
            <p:nvPr/>
          </p:nvSpPr>
          <p:spPr>
            <a:xfrm>
              <a:off x="3316120" y="4584722"/>
              <a:ext cx="781991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2400" b="1" dirty="0">
                  <a:solidFill>
                    <a:schemeClr val="accent2"/>
                  </a:solidFill>
                </a:rPr>
                <a:t>1</a:t>
              </a:r>
              <a:endParaRPr lang="zh-CN" altLang="en-US" sz="2400" b="1" dirty="0">
                <a:solidFill>
                  <a:schemeClr val="accent2"/>
                </a:solidFill>
              </a:endParaRPr>
            </a:p>
          </p:txBody>
        </p:sp>
      </p:grpSp>
      <p:sp>
        <p:nvSpPr>
          <p:cNvPr id="78" name="椭圆 77">
            <a:extLst>
              <a:ext uri="{FF2B5EF4-FFF2-40B4-BE49-F238E27FC236}">
                <a16:creationId xmlns:a16="http://schemas.microsoft.com/office/drawing/2014/main" xmlns="" id="{5FD345E5-D4F2-0FAF-EF0A-75490B5FDC44}"/>
              </a:ext>
            </a:extLst>
          </p:cNvPr>
          <p:cNvSpPr/>
          <p:nvPr/>
        </p:nvSpPr>
        <p:spPr>
          <a:xfrm>
            <a:off x="6029486" y="3378699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椭圆 78">
            <a:extLst>
              <a:ext uri="{FF2B5EF4-FFF2-40B4-BE49-F238E27FC236}">
                <a16:creationId xmlns:a16="http://schemas.microsoft.com/office/drawing/2014/main" xmlns="" id="{CC343141-6F9D-182C-02D1-427E42759CB8}"/>
              </a:ext>
            </a:extLst>
          </p:cNvPr>
          <p:cNvSpPr/>
          <p:nvPr/>
        </p:nvSpPr>
        <p:spPr>
          <a:xfrm>
            <a:off x="5576712" y="4189712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0" name="椭圆 79">
            <a:extLst>
              <a:ext uri="{FF2B5EF4-FFF2-40B4-BE49-F238E27FC236}">
                <a16:creationId xmlns:a16="http://schemas.microsoft.com/office/drawing/2014/main" xmlns="" id="{73DA8D22-B4A3-D811-EA9B-87B7B5E0ACF1}"/>
              </a:ext>
            </a:extLst>
          </p:cNvPr>
          <p:cNvSpPr/>
          <p:nvPr/>
        </p:nvSpPr>
        <p:spPr>
          <a:xfrm>
            <a:off x="7302681" y="5051550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1" name="椭圆 80">
            <a:extLst>
              <a:ext uri="{FF2B5EF4-FFF2-40B4-BE49-F238E27FC236}">
                <a16:creationId xmlns:a16="http://schemas.microsoft.com/office/drawing/2014/main" xmlns="" id="{C701AF75-2181-8815-2C4F-E2805E6D9861}"/>
              </a:ext>
            </a:extLst>
          </p:cNvPr>
          <p:cNvSpPr/>
          <p:nvPr/>
        </p:nvSpPr>
        <p:spPr>
          <a:xfrm>
            <a:off x="5237753" y="5887165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xmlns="" id="{30255D36-63D4-8FD2-C2C6-C5510ED08AA7}"/>
              </a:ext>
            </a:extLst>
          </p:cNvPr>
          <p:cNvCxnSpPr>
            <a:cxnSpLocks/>
            <a:stCxn id="78" idx="4"/>
            <a:endCxn id="79" idx="0"/>
          </p:cNvCxnSpPr>
          <p:nvPr/>
        </p:nvCxnSpPr>
        <p:spPr>
          <a:xfrm flipH="1">
            <a:off x="5812529" y="3850332"/>
            <a:ext cx="452774" cy="33938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接连接符 82">
            <a:extLst>
              <a:ext uri="{FF2B5EF4-FFF2-40B4-BE49-F238E27FC236}">
                <a16:creationId xmlns:a16="http://schemas.microsoft.com/office/drawing/2014/main" xmlns="" id="{35A0CBB3-AD86-5EB0-EFF7-FB487E3747EB}"/>
              </a:ext>
            </a:extLst>
          </p:cNvPr>
          <p:cNvCxnSpPr>
            <a:cxnSpLocks/>
          </p:cNvCxnSpPr>
          <p:nvPr/>
        </p:nvCxnSpPr>
        <p:spPr>
          <a:xfrm flipH="1">
            <a:off x="6595084" y="4640560"/>
            <a:ext cx="284506" cy="41569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接连接符 83">
            <a:extLst>
              <a:ext uri="{FF2B5EF4-FFF2-40B4-BE49-F238E27FC236}">
                <a16:creationId xmlns:a16="http://schemas.microsoft.com/office/drawing/2014/main" xmlns="" id="{98CE15C4-D259-42D9-B7B2-965C0C968740}"/>
              </a:ext>
            </a:extLst>
          </p:cNvPr>
          <p:cNvCxnSpPr>
            <a:cxnSpLocks/>
            <a:stCxn id="86" idx="4"/>
            <a:endCxn id="81" idx="7"/>
          </p:cNvCxnSpPr>
          <p:nvPr/>
        </p:nvCxnSpPr>
        <p:spPr>
          <a:xfrm flipH="1">
            <a:off x="5640317" y="5556214"/>
            <a:ext cx="352799" cy="40002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文本框 84">
            <a:extLst>
              <a:ext uri="{FF2B5EF4-FFF2-40B4-BE49-F238E27FC236}">
                <a16:creationId xmlns:a16="http://schemas.microsoft.com/office/drawing/2014/main" xmlns="" id="{E3FAFBAE-6AC7-0C98-6F31-5E814F3924EA}"/>
              </a:ext>
            </a:extLst>
          </p:cNvPr>
          <p:cNvSpPr txBox="1"/>
          <p:nvPr/>
        </p:nvSpPr>
        <p:spPr>
          <a:xfrm>
            <a:off x="5709386" y="3683611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0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86" name="椭圆 85">
            <a:extLst>
              <a:ext uri="{FF2B5EF4-FFF2-40B4-BE49-F238E27FC236}">
                <a16:creationId xmlns:a16="http://schemas.microsoft.com/office/drawing/2014/main" xmlns="" id="{7394F03A-48B6-7148-66B8-A6E779622757}"/>
              </a:ext>
            </a:extLst>
          </p:cNvPr>
          <p:cNvSpPr/>
          <p:nvPr/>
        </p:nvSpPr>
        <p:spPr>
          <a:xfrm>
            <a:off x="5757299" y="5084581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xmlns="" id="{25458D39-01FC-3B0C-DCDF-B4F91B42257A}"/>
              </a:ext>
            </a:extLst>
          </p:cNvPr>
          <p:cNvCxnSpPr>
            <a:cxnSpLocks/>
          </p:cNvCxnSpPr>
          <p:nvPr/>
        </p:nvCxnSpPr>
        <p:spPr>
          <a:xfrm>
            <a:off x="5785169" y="4661345"/>
            <a:ext cx="143589" cy="411824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椭圆 87">
            <a:extLst>
              <a:ext uri="{FF2B5EF4-FFF2-40B4-BE49-F238E27FC236}">
                <a16:creationId xmlns:a16="http://schemas.microsoft.com/office/drawing/2014/main" xmlns="" id="{8E162351-2DA0-7AC7-9E81-15198EC4055B}"/>
              </a:ext>
            </a:extLst>
          </p:cNvPr>
          <p:cNvSpPr/>
          <p:nvPr/>
        </p:nvSpPr>
        <p:spPr>
          <a:xfrm>
            <a:off x="6383896" y="5056259"/>
            <a:ext cx="471633" cy="471633"/>
          </a:xfrm>
          <a:prstGeom prst="ellipse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89" name="直接连接符 88">
            <a:extLst>
              <a:ext uri="{FF2B5EF4-FFF2-40B4-BE49-F238E27FC236}">
                <a16:creationId xmlns:a16="http://schemas.microsoft.com/office/drawing/2014/main" xmlns="" id="{0D5D0C7F-2F94-DC7A-6B7C-6EAC3A76EE07}"/>
              </a:ext>
            </a:extLst>
          </p:cNvPr>
          <p:cNvCxnSpPr>
            <a:cxnSpLocks/>
          </p:cNvCxnSpPr>
          <p:nvPr/>
        </p:nvCxnSpPr>
        <p:spPr>
          <a:xfrm>
            <a:off x="6891530" y="4618877"/>
            <a:ext cx="579363" cy="409309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椭圆 89">
            <a:extLst>
              <a:ext uri="{FF2B5EF4-FFF2-40B4-BE49-F238E27FC236}">
                <a16:creationId xmlns:a16="http://schemas.microsoft.com/office/drawing/2014/main" xmlns="" id="{8941AC23-1444-E3E7-60F3-ED2430200E50}"/>
              </a:ext>
            </a:extLst>
          </p:cNvPr>
          <p:cNvSpPr/>
          <p:nvPr/>
        </p:nvSpPr>
        <p:spPr>
          <a:xfrm>
            <a:off x="6596696" y="4149902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xmlns="" id="{7FC2B122-2745-2C62-4FBF-A8096F9E1012}"/>
              </a:ext>
            </a:extLst>
          </p:cNvPr>
          <p:cNvCxnSpPr>
            <a:cxnSpLocks/>
          </p:cNvCxnSpPr>
          <p:nvPr/>
        </p:nvCxnSpPr>
        <p:spPr>
          <a:xfrm>
            <a:off x="6263573" y="3863851"/>
            <a:ext cx="535883" cy="281425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文本框 91">
            <a:extLst>
              <a:ext uri="{FF2B5EF4-FFF2-40B4-BE49-F238E27FC236}">
                <a16:creationId xmlns:a16="http://schemas.microsoft.com/office/drawing/2014/main" xmlns="" id="{9D76DD48-92A1-FF4A-6BF6-A5BFB9724548}"/>
              </a:ext>
            </a:extLst>
          </p:cNvPr>
          <p:cNvSpPr txBox="1"/>
          <p:nvPr/>
        </p:nvSpPr>
        <p:spPr>
          <a:xfrm>
            <a:off x="6512687" y="3662215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93" name="椭圆 92">
            <a:extLst>
              <a:ext uri="{FF2B5EF4-FFF2-40B4-BE49-F238E27FC236}">
                <a16:creationId xmlns:a16="http://schemas.microsoft.com/office/drawing/2014/main" xmlns="" id="{C2686777-1A11-3F6B-451E-8AD79934DD2D}"/>
              </a:ext>
            </a:extLst>
          </p:cNvPr>
          <p:cNvSpPr/>
          <p:nvPr/>
        </p:nvSpPr>
        <p:spPr>
          <a:xfrm>
            <a:off x="7674166" y="5899914"/>
            <a:ext cx="471633" cy="471633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椭圆 93">
            <a:extLst>
              <a:ext uri="{FF2B5EF4-FFF2-40B4-BE49-F238E27FC236}">
                <a16:creationId xmlns:a16="http://schemas.microsoft.com/office/drawing/2014/main" xmlns="" id="{E4248393-F057-4256-11C9-A28168031EA7}"/>
              </a:ext>
            </a:extLst>
          </p:cNvPr>
          <p:cNvSpPr/>
          <p:nvPr/>
        </p:nvSpPr>
        <p:spPr>
          <a:xfrm>
            <a:off x="6523183" y="5933246"/>
            <a:ext cx="471633" cy="471633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5" name="直接连接符 94">
            <a:extLst>
              <a:ext uri="{FF2B5EF4-FFF2-40B4-BE49-F238E27FC236}">
                <a16:creationId xmlns:a16="http://schemas.microsoft.com/office/drawing/2014/main" xmlns="" id="{DD4EC86E-2AFF-9610-2F9B-49818BDA5EBC}"/>
              </a:ext>
            </a:extLst>
          </p:cNvPr>
          <p:cNvCxnSpPr>
            <a:cxnSpLocks/>
            <a:endCxn id="93" idx="0"/>
          </p:cNvCxnSpPr>
          <p:nvPr/>
        </p:nvCxnSpPr>
        <p:spPr>
          <a:xfrm>
            <a:off x="7597763" y="5521422"/>
            <a:ext cx="312220" cy="378492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接连接符 95">
            <a:extLst>
              <a:ext uri="{FF2B5EF4-FFF2-40B4-BE49-F238E27FC236}">
                <a16:creationId xmlns:a16="http://schemas.microsoft.com/office/drawing/2014/main" xmlns="" id="{B9C58FDE-82FA-3F36-A850-144EB8F04ADA}"/>
              </a:ext>
            </a:extLst>
          </p:cNvPr>
          <p:cNvCxnSpPr>
            <a:cxnSpLocks/>
            <a:endCxn id="94" idx="0"/>
          </p:cNvCxnSpPr>
          <p:nvPr/>
        </p:nvCxnSpPr>
        <p:spPr>
          <a:xfrm>
            <a:off x="6652176" y="5523183"/>
            <a:ext cx="106824" cy="410063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文本框 96">
            <a:extLst>
              <a:ext uri="{FF2B5EF4-FFF2-40B4-BE49-F238E27FC236}">
                <a16:creationId xmlns:a16="http://schemas.microsoft.com/office/drawing/2014/main" xmlns="" id="{9904A7E0-4AAE-448C-B794-E605147E6DB8}"/>
              </a:ext>
            </a:extLst>
          </p:cNvPr>
          <p:cNvSpPr txBox="1"/>
          <p:nvPr/>
        </p:nvSpPr>
        <p:spPr>
          <a:xfrm>
            <a:off x="6343179" y="4609290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0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98" name="文本框 97">
            <a:extLst>
              <a:ext uri="{FF2B5EF4-FFF2-40B4-BE49-F238E27FC236}">
                <a16:creationId xmlns:a16="http://schemas.microsoft.com/office/drawing/2014/main" xmlns="" id="{5C68410E-DDB2-724E-5F94-CD2798FA0955}"/>
              </a:ext>
            </a:extLst>
          </p:cNvPr>
          <p:cNvSpPr txBox="1"/>
          <p:nvPr/>
        </p:nvSpPr>
        <p:spPr>
          <a:xfrm>
            <a:off x="5494883" y="5425500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0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99" name="文本框 98">
            <a:extLst>
              <a:ext uri="{FF2B5EF4-FFF2-40B4-BE49-F238E27FC236}">
                <a16:creationId xmlns:a16="http://schemas.microsoft.com/office/drawing/2014/main" xmlns="" id="{AC79686F-80DF-1584-F717-7921226C74B3}"/>
              </a:ext>
            </a:extLst>
          </p:cNvPr>
          <p:cNvSpPr txBox="1"/>
          <p:nvPr/>
        </p:nvSpPr>
        <p:spPr>
          <a:xfrm>
            <a:off x="5835038" y="4578975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00" name="文本框 99">
            <a:extLst>
              <a:ext uri="{FF2B5EF4-FFF2-40B4-BE49-F238E27FC236}">
                <a16:creationId xmlns:a16="http://schemas.microsoft.com/office/drawing/2014/main" xmlns="" id="{B7148F83-9EE8-F35A-B4D1-1B86DB4563BA}"/>
              </a:ext>
            </a:extLst>
          </p:cNvPr>
          <p:cNvSpPr txBox="1"/>
          <p:nvPr/>
        </p:nvSpPr>
        <p:spPr>
          <a:xfrm>
            <a:off x="6722570" y="5530130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01" name="文本框 100">
            <a:extLst>
              <a:ext uri="{FF2B5EF4-FFF2-40B4-BE49-F238E27FC236}">
                <a16:creationId xmlns:a16="http://schemas.microsoft.com/office/drawing/2014/main" xmlns="" id="{50D68DB4-08AB-BE38-D599-8153FD0C830A}"/>
              </a:ext>
            </a:extLst>
          </p:cNvPr>
          <p:cNvSpPr txBox="1"/>
          <p:nvPr/>
        </p:nvSpPr>
        <p:spPr>
          <a:xfrm>
            <a:off x="7778578" y="5369180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  <p:sp>
        <p:nvSpPr>
          <p:cNvPr id="102" name="文本框 101">
            <a:extLst>
              <a:ext uri="{FF2B5EF4-FFF2-40B4-BE49-F238E27FC236}">
                <a16:creationId xmlns:a16="http://schemas.microsoft.com/office/drawing/2014/main" xmlns="" id="{A3805CF0-A1C7-8887-82DA-4557C22ED40E}"/>
              </a:ext>
            </a:extLst>
          </p:cNvPr>
          <p:cNvSpPr txBox="1"/>
          <p:nvPr/>
        </p:nvSpPr>
        <p:spPr>
          <a:xfrm>
            <a:off x="7155580" y="4487437"/>
            <a:ext cx="7819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b="1" dirty="0">
                <a:solidFill>
                  <a:schemeClr val="accent2"/>
                </a:solidFill>
              </a:rPr>
              <a:t>1</a:t>
            </a:r>
            <a:endParaRPr lang="zh-CN" altLang="en-US" sz="2400" b="1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7247918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55762B45-1556-38A7-93AC-526309D40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xmlns="" id="{7E3C8D18-793D-F904-ECDC-F92E07C0FC3C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70646" y="1472608"/>
            <a:ext cx="5953125" cy="5219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104685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0553" y="1300850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例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3】The XOR Largest Path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900553" y="1734166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mc:AlternateContent xmlns:mc="http://schemas.openxmlformats.org/markup-compatibility/2006">
        <mc:Choice xmlns:a14="http://schemas.microsoft.com/office/drawing/2010/main" xmlns=""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9B2A4A38-4AE2-477E-999E-9E0A2D6790FD}"/>
                  </a:ext>
                </a:extLst>
              </p:cNvPr>
              <p:cNvSpPr txBox="1"/>
              <p:nvPr/>
            </p:nvSpPr>
            <p:spPr>
              <a:xfrm>
                <a:off x="1085707" y="1613462"/>
                <a:ext cx="9999875" cy="426174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200000"/>
                  </a:lnSpc>
                </a:pP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题目描述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给定一颗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个节点的树，树上的每条边都有一个权值。从树中选择两个点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和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，把从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到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y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的路径上的所有边权</a:t>
                </a:r>
                <a:r>
                  <a:rPr lang="en-US" altLang="zh-CN" sz="1600" dirty="0" err="1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xor</a:t>
                </a:r>
                <a:r>
                  <a:rPr lang="zh-CN" altLang="en-US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（异或）起来，得到的结果最大是多少？</a:t>
                </a:r>
                <a:r>
                  <a:rPr lang="en-US" altLang="zh-CN" sz="1600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N&lt;=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160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</m:ctrlPr>
                      </m:sSupPr>
                      <m:e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10</m:t>
                        </m:r>
                      </m:e>
                      <m:sup>
                        <m:r>
                          <a:rPr lang="en-US" altLang="zh-CN" sz="1600" b="0" i="1" smtClean="0">
                            <a:latin typeface="Cambria Math" panose="02040503050406030204" pitchFamily="18" charset="0"/>
                            <a:ea typeface="微软雅黑" panose="020B0503020204020204" pitchFamily="34" charset="-122"/>
                          </a:rPr>
                          <m:t>5</m:t>
                        </m:r>
                      </m:sup>
                    </m:sSup>
                  </m:oMath>
                </a14:m>
                <a:endParaRPr lang="en-US" altLang="zh-CN" sz="1600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【</a:t>
                </a:r>
                <a:r>
                  <a:rPr lang="zh-CN" altLang="en-US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样例输入</a:t>
                </a: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】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4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1 2 3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2 3 4</a:t>
                </a:r>
              </a:p>
              <a:p>
                <a:pPr>
                  <a:lnSpc>
                    <a:spcPct val="200000"/>
                  </a:lnSpc>
                </a:pPr>
                <a:r>
                  <a:rPr lang="en-US" altLang="zh-CN" dirty="0"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2 4 6</a:t>
                </a:r>
                <a:endParaRPr lang="zh-CN" altLang="en-US" dirty="0"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mc:Choice>
        <mc:Fallback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xmlns="" xmlns:a14="http://schemas.microsoft.com/office/drawing/2010/main" id="{9B2A4A38-4AE2-477E-999E-9E0A2D679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5707" y="1613462"/>
                <a:ext cx="9999875" cy="4261744"/>
              </a:xfrm>
              <a:prstGeom prst="rect">
                <a:avLst/>
              </a:prstGeom>
              <a:blipFill>
                <a:blip r:embed="rId2" cstate="print"/>
                <a:stretch>
                  <a:fillRect l="-488" b="-128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文本框 5">
            <a:extLst>
              <a:ext uri="{FF2B5EF4-FFF2-40B4-BE49-F238E27FC236}">
                <a16:creationId xmlns:a16="http://schemas.microsoft.com/office/drawing/2014/main" xmlns="" id="{2A7204B0-07E6-E55F-D453-4EE75F8D1AA8}"/>
              </a:ext>
            </a:extLst>
          </p:cNvPr>
          <p:cNvSpPr txBox="1"/>
          <p:nvPr/>
        </p:nvSpPr>
        <p:spPr>
          <a:xfrm>
            <a:off x="3273094" y="3162252"/>
            <a:ext cx="2576035" cy="8336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【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样例输出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】</a:t>
            </a:r>
          </a:p>
          <a:p>
            <a:pPr>
              <a:lnSpc>
                <a:spcPct val="150000"/>
              </a:lnSpc>
            </a:pPr>
            <a:r>
              <a:rPr lang="en-US" altLang="zh-CN" sz="1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8688109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xmlns="" id="{28F18623-A851-4927-A4A7-1E6748542230}"/>
              </a:ext>
            </a:extLst>
          </p:cNvPr>
          <p:cNvSpPr/>
          <p:nvPr/>
        </p:nvSpPr>
        <p:spPr>
          <a:xfrm>
            <a:off x="909980" y="1422386"/>
            <a:ext cx="7321118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0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题意</a:t>
            </a:r>
            <a:r>
              <a:rPr lang="zh-CN" altLang="en-US" sz="2000" b="1" dirty="0">
                <a:solidFill>
                  <a:srgbClr val="6D7D66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分析</a:t>
            </a:r>
            <a:r>
              <a:rPr kumimoji="0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  <a:endParaRPr kumimoji="0" lang="zh-CN" altLang="en-US" sz="2000" b="1" i="0" u="none" strike="noStrike" kern="1200" cap="none" spc="0" normalizeH="0" baseline="0" noProof="0" dirty="0">
              <a:ln>
                <a:noFill/>
              </a:ln>
              <a:solidFill>
                <a:srgbClr val="6D7D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87CF57E6-1519-47A8-ABF2-E94A9D7926A6}"/>
              </a:ext>
            </a:extLst>
          </p:cNvPr>
          <p:cNvSpPr/>
          <p:nvPr/>
        </p:nvSpPr>
        <p:spPr>
          <a:xfrm>
            <a:off x="1168894" y="1700960"/>
            <a:ext cx="9344660" cy="55444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514843"/>
                </a:solidFill>
                <a:effectLst/>
                <a:uLnTx/>
                <a:uFillTx/>
                <a:latin typeface="Euphemia"/>
                <a:ea typeface="+mn-ea"/>
                <a:cs typeface="+mn-cs"/>
              </a:rPr>
              <a:t> </a:t>
            </a: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xmlns="" id="{975A9CD0-C10B-7441-88DA-8E298FB837D5}"/>
              </a:ext>
            </a:extLst>
          </p:cNvPr>
          <p:cNvSpPr txBox="1">
            <a:spLocks noChangeArrowheads="1"/>
          </p:cNvSpPr>
          <p:nvPr/>
        </p:nvSpPr>
        <p:spPr>
          <a:xfrm>
            <a:off x="1168894" y="574892"/>
            <a:ext cx="8991600" cy="563563"/>
          </a:xfrm>
          <a:prstGeom prst="rect">
            <a:avLst/>
          </a:prstGeom>
        </p:spPr>
        <p:txBody>
          <a:bodyPr vert="horz" lIns="0" tIns="45720" rIns="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en-US" altLang="zh-CN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xmlns="" id="{B1DD85E7-31DD-349B-A8E6-1005EDC0EE9B}"/>
              </a:ext>
            </a:extLst>
          </p:cNvPr>
          <p:cNvSpPr txBox="1"/>
          <p:nvPr/>
        </p:nvSpPr>
        <p:spPr>
          <a:xfrm>
            <a:off x="995832" y="1822496"/>
            <a:ext cx="10608564" cy="3332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表示根节点到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的路径上所有边权的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值，显然有：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D[x]=D[father(x)]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weight(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x,father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(x))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根据上式，可以对树进行一次深度优先遍历，求出所有的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。不难发现，树上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的路径上的所有边权的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结果就等于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D[x]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D[y]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因为根据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运算的性质（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a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a=0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到根”和“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y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到根”这两条路径重叠的部分恰好抵消掉。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所以问题就变成了从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D[1]-D[N]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个数中选出两个，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xor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的结果最大，可以用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Trie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数来快速解决。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909040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2">
            <a:extLst>
              <a:ext uri="{FF2B5EF4-FFF2-40B4-BE49-F238E27FC236}">
                <a16:creationId xmlns:a16="http://schemas.microsoft.com/office/drawing/2014/main" xmlns="" id="{DDEDC142-C849-4F32-99C1-520F97CD5D8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2681" y="1165088"/>
            <a:ext cx="3700131" cy="61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indent="6477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rgbClr val="000066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647700" algn="l" defTabSz="914400" rtl="0" eaLnBrk="1" fontAlgn="auto" latinLnBrk="0" hangingPunct="1">
              <a:lnSpc>
                <a:spcPct val="200000"/>
              </a:lnSpc>
              <a:spcBef>
                <a:spcPts val="0"/>
              </a:spcBef>
              <a:spcAft>
                <a:spcPts val="1000"/>
              </a:spcAft>
              <a:buClr>
                <a:srgbClr val="6D7D66"/>
              </a:buClr>
              <a:buSzPct val="80000"/>
              <a:buFontTx/>
              <a:buNone/>
              <a:tabLst/>
              <a:defRPr/>
            </a:pP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【</a:t>
            </a:r>
            <a:r>
              <a:rPr kumimoji="1" lang="zh-CN" alt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参考程序</a:t>
            </a:r>
            <a:r>
              <a:rPr kumimoji="1" lang="en-US" altLang="zh-CN" sz="2000" b="1" i="0" u="none" strike="noStrike" kern="1200" cap="none" spc="0" normalizeH="0" baseline="0" noProof="0" dirty="0">
                <a:ln>
                  <a:noFill/>
                </a:ln>
                <a:solidFill>
                  <a:srgbClr val="6D7D66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】</a:t>
            </a: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xmlns="" id="{55762B45-1556-38A7-93AC-526309D4041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168894" y="574892"/>
            <a:ext cx="8991600" cy="563563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dirty="0" err="1">
                <a:solidFill>
                  <a:srgbClr val="000000"/>
                </a:solidFill>
                <a:cs typeface="+mn-cs"/>
              </a:rPr>
              <a:t>Trie</a:t>
            </a:r>
            <a:endParaRPr lang="en-US" altLang="zh-CN" dirty="0">
              <a:solidFill>
                <a:srgbClr val="000000"/>
              </a:solidFill>
              <a:cs typeface="+mn-cs"/>
            </a:endParaRP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xmlns="" id="{082FBA7A-BED9-22CC-5DFC-8A6BE8AF330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726231" y="1472608"/>
            <a:ext cx="5876925" cy="4953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9063644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zh-CN" altLang="en-US" dirty="0"/>
              <a:t>谢谢！</a:t>
            </a:r>
          </a:p>
        </p:txBody>
      </p: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 l="13409" r="13409"/>
          <a:stretch>
            <a:fillRect/>
          </a:stretch>
        </p:blipFill>
        <p:spPr/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xmlns="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学术文献 16x9">
  <a:themeElements>
    <a:clrScheme name="Academic Literature">
      <a:dk1>
        <a:srgbClr val="514843"/>
      </a:dk1>
      <a:lt1>
        <a:srgbClr val="FFFFFF"/>
      </a:lt1>
      <a:dk2>
        <a:srgbClr val="000000"/>
      </a:dk2>
      <a:lt2>
        <a:srgbClr val="FFFFF3"/>
      </a:lt2>
      <a:accent1>
        <a:srgbClr val="514843"/>
      </a:accent1>
      <a:accent2>
        <a:srgbClr val="6D7D66"/>
      </a:accent2>
      <a:accent3>
        <a:srgbClr val="525A6A"/>
      </a:accent3>
      <a:accent4>
        <a:srgbClr val="827266"/>
      </a:accent4>
      <a:accent5>
        <a:srgbClr val="AE9A7E"/>
      </a:accent5>
      <a:accent6>
        <a:srgbClr val="A8A39E"/>
      </a:accent6>
      <a:hlink>
        <a:srgbClr val="59704F"/>
      </a:hlink>
      <a:folHlink>
        <a:srgbClr val="A8A39E"/>
      </a:folHlink>
    </a:clrScheme>
    <a:fontScheme name="Plantagenet Cherokee-Euphemia">
      <a:majorFont>
        <a:latin typeface="Plantagenet Cherokee"/>
        <a:ea typeface=""/>
        <a:cs typeface=""/>
      </a:majorFont>
      <a:minorFont>
        <a:latin typeface="Euphemia"/>
        <a:ea typeface=""/>
        <a:cs typeface=""/>
      </a:minorFont>
    </a:fontScheme>
    <a:fmtScheme name="AcademicLiteratur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alpha val="80000"/>
                <a:satMod val="20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>
    <a:lnDef>
      <a:spPr>
        <a:ln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815</TotalTime>
  <Words>945</Words>
  <Application>Microsoft Office PowerPoint</Application>
  <PresentationFormat>自定义</PresentationFormat>
  <Paragraphs>168</Paragraphs>
  <Slides>22</Slides>
  <Notes>2</Notes>
  <HiddenSlides>0</HiddenSlides>
  <MMClips>0</MMClips>
  <ScaleCrop>false</ScaleCrop>
  <HeadingPairs>
    <vt:vector size="4" baseType="variant"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24" baseType="lpstr">
      <vt:lpstr>Office 主题​​</vt:lpstr>
      <vt:lpstr>学术文献 16x9</vt:lpstr>
      <vt:lpstr>trie：字典树</vt:lpstr>
      <vt:lpstr>幻灯片 2</vt:lpstr>
      <vt:lpstr>Trie</vt:lpstr>
      <vt:lpstr>Trie</vt:lpstr>
      <vt:lpstr>Trie</vt:lpstr>
      <vt:lpstr>Trie</vt:lpstr>
      <vt:lpstr>Trie</vt:lpstr>
      <vt:lpstr>Trie</vt:lpstr>
      <vt:lpstr>Trie</vt:lpstr>
      <vt:lpstr>Trie</vt:lpstr>
      <vt:lpstr>Trie</vt:lpstr>
      <vt:lpstr>幻灯片 12</vt:lpstr>
      <vt:lpstr>幻灯片 13</vt:lpstr>
      <vt:lpstr>Trie</vt:lpstr>
      <vt:lpstr>幻灯片 15</vt:lpstr>
      <vt:lpstr>幻灯片 16</vt:lpstr>
      <vt:lpstr>幻灯片 17</vt:lpstr>
      <vt:lpstr>Trie</vt:lpstr>
      <vt:lpstr>幻灯片 19</vt:lpstr>
      <vt:lpstr>幻灯片 20</vt:lpstr>
      <vt:lpstr>Trie</vt:lpstr>
      <vt:lpstr>谢谢！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trie：字典树</dc:title>
  <dc:creator>代 伟</dc:creator>
  <cp:lastModifiedBy>lenovo</cp:lastModifiedBy>
  <cp:revision>37</cp:revision>
  <dcterms:created xsi:type="dcterms:W3CDTF">2021-07-19T02:50:32Z</dcterms:created>
  <dcterms:modified xsi:type="dcterms:W3CDTF">2022-06-05T08:24:33Z</dcterms:modified>
</cp:coreProperties>
</file>