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612" r:id="rId3"/>
    <p:sldId id="613" r:id="rId4"/>
    <p:sldId id="614" r:id="rId5"/>
    <p:sldId id="642" r:id="rId6"/>
    <p:sldId id="723" r:id="rId7"/>
    <p:sldId id="725" r:id="rId8"/>
    <p:sldId id="724" r:id="rId9"/>
    <p:sldId id="726" r:id="rId10"/>
    <p:sldId id="727" r:id="rId11"/>
    <p:sldId id="728" r:id="rId12"/>
    <p:sldId id="729" r:id="rId13"/>
    <p:sldId id="680" r:id="rId14"/>
    <p:sldId id="733" r:id="rId15"/>
    <p:sldId id="698" r:id="rId16"/>
    <p:sldId id="700" r:id="rId17"/>
    <p:sldId id="701" r:id="rId18"/>
    <p:sldId id="695" r:id="rId19"/>
    <p:sldId id="732" r:id="rId20"/>
    <p:sldId id="703" r:id="rId21"/>
    <p:sldId id="704" r:id="rId22"/>
    <p:sldId id="734" r:id="rId23"/>
    <p:sldId id="705" r:id="rId24"/>
    <p:sldId id="730" r:id="rId25"/>
    <p:sldId id="502" r:id="rId2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1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08BBE1-A353-4332-AB71-BD40FF3D5676}" type="doc">
      <dgm:prSet loTypeId="urn:microsoft.com/office/officeart/2005/8/layout/hierarchy4" loCatId="hierarchy" qsTypeId="urn:microsoft.com/office/officeart/2005/8/quickstyle/simple5#1" qsCatId="simple" csTypeId="urn:microsoft.com/office/officeart/2005/8/colors/colorful2#1" csCatId="colorful" phldr="1"/>
      <dgm:spPr/>
      <dgm:t>
        <a:bodyPr/>
        <a:lstStyle/>
        <a:p>
          <a:endParaRPr lang="zh-CN" altLang="en-US"/>
        </a:p>
      </dgm:t>
    </dgm:pt>
    <dgm:pt modelId="{E1434334-8BF7-402C-AB9E-70EBD03E240C}">
      <dgm:prSet phldrT="[文本]"/>
      <dgm:spPr>
        <a:xfrm>
          <a:off x="2226" y="1099"/>
          <a:ext cx="7882247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F6FC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F6FC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F6FC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(0,0,0,0)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E84425F4-7F8E-4AE0-920E-9067EFF1CB4C}" type="parTrans" cxnId="{28B3ABF4-3DA3-4675-AFEF-7A5396BD13A0}">
      <dgm:prSet/>
      <dgm:spPr/>
      <dgm:t>
        <a:bodyPr/>
        <a:lstStyle/>
        <a:p>
          <a:endParaRPr lang="zh-CN" altLang="en-US"/>
        </a:p>
      </dgm:t>
    </dgm:pt>
    <dgm:pt modelId="{E0C22C85-A296-4CDB-8771-68DFAA74B61D}" type="sibTrans" cxnId="{28B3ABF4-3DA3-4675-AFEF-7A5396BD13A0}">
      <dgm:prSet/>
      <dgm:spPr/>
      <dgm:t>
        <a:bodyPr/>
        <a:lstStyle/>
        <a:p>
          <a:endParaRPr lang="zh-CN" altLang="en-US"/>
        </a:p>
      </dgm:t>
    </dgm:pt>
    <dgm:pt modelId="{061EED4C-3799-4C78-A186-5AFF97726738}">
      <dgm:prSet phldrT="[文本]"/>
      <dgm:spPr>
        <a:xfrm>
          <a:off x="2226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9645EC5C-D4E4-464C-9EFA-4A1A5C5CEAD0}" type="parTrans" cxnId="{B7A8B50B-5204-4B3F-815A-02432CC7ECF7}">
      <dgm:prSet/>
      <dgm:spPr/>
      <dgm:t>
        <a:bodyPr/>
        <a:lstStyle/>
        <a:p>
          <a:endParaRPr lang="zh-CN" altLang="en-US"/>
        </a:p>
      </dgm:t>
    </dgm:pt>
    <dgm:pt modelId="{4944947D-9972-4D8E-AC16-DD180EC5092A}" type="sibTrans" cxnId="{B7A8B50B-5204-4B3F-815A-02432CC7ECF7}">
      <dgm:prSet/>
      <dgm:spPr/>
      <dgm:t>
        <a:bodyPr/>
        <a:lstStyle/>
        <a:p>
          <a:endParaRPr lang="zh-CN" altLang="en-US"/>
        </a:p>
      </dgm:t>
    </dgm:pt>
    <dgm:pt modelId="{42FE834C-79D5-4F88-B7E7-BFC14757C44F}">
      <dgm:prSet phldrT="[文本]"/>
      <dgm:spPr>
        <a:xfrm>
          <a:off x="6128932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BF889F81-B24A-46EF-9A5B-0F7330E2ED88}" type="parTrans" cxnId="{9A44820D-D046-4A51-B666-8F1C1ADC4149}">
      <dgm:prSet/>
      <dgm:spPr/>
      <dgm:t>
        <a:bodyPr/>
        <a:lstStyle/>
        <a:p>
          <a:endParaRPr lang="zh-CN" altLang="en-US"/>
        </a:p>
      </dgm:t>
    </dgm:pt>
    <dgm:pt modelId="{C771C277-56DE-4420-8234-5ED37942B6FB}" type="sibTrans" cxnId="{9A44820D-D046-4A51-B666-8F1C1ADC4149}">
      <dgm:prSet/>
      <dgm:spPr/>
      <dgm:t>
        <a:bodyPr/>
        <a:lstStyle/>
        <a:p>
          <a:endParaRPr lang="zh-CN" altLang="en-US"/>
        </a:p>
      </dgm:t>
    </dgm:pt>
    <dgm:pt modelId="{E5478362-CFE7-4D21-B179-9F9B3A828E2A}">
      <dgm:prSet phldrT="[文本]"/>
      <dgm:spPr>
        <a:xfrm>
          <a:off x="7042083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0,0,0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00685717-72D2-4870-9CB6-3420B62D9D54}" type="parTrans" cxnId="{503715E5-0D3F-49BD-A56A-7DFC55DB7200}">
      <dgm:prSet/>
      <dgm:spPr/>
      <dgm:t>
        <a:bodyPr/>
        <a:lstStyle/>
        <a:p>
          <a:endParaRPr lang="zh-CN" altLang="en-US"/>
        </a:p>
      </dgm:t>
    </dgm:pt>
    <dgm:pt modelId="{676EE5F9-A1E5-4D92-A431-336146A6D9E0}" type="sibTrans" cxnId="{503715E5-0D3F-49BD-A56A-7DFC55DB7200}">
      <dgm:prSet/>
      <dgm:spPr/>
      <dgm:t>
        <a:bodyPr/>
        <a:lstStyle/>
        <a:p>
          <a:endParaRPr lang="zh-CN" altLang="en-US"/>
        </a:p>
      </dgm:t>
    </dgm:pt>
    <dgm:pt modelId="{1636477D-4D26-42BD-B59B-297FCBC3A95C}">
      <dgm:prSet phldrT="[文本]"/>
      <dgm:spPr>
        <a:xfrm>
          <a:off x="915377" y="551076"/>
          <a:ext cx="5142793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87F58B61-66B7-4CEE-AC94-627303CDAB25}" type="parTrans" cxnId="{BD491F00-64AF-4FE3-835B-793B9440D31E}">
      <dgm:prSet/>
      <dgm:spPr/>
      <dgm:t>
        <a:bodyPr/>
        <a:lstStyle/>
        <a:p>
          <a:endParaRPr lang="zh-CN" altLang="en-US"/>
        </a:p>
      </dgm:t>
    </dgm:pt>
    <dgm:pt modelId="{D3DAE0A6-959A-488C-8B68-CD650D2EF445}" type="sibTrans" cxnId="{BD491F00-64AF-4FE3-835B-793B9440D31E}">
      <dgm:prSet/>
      <dgm:spPr/>
      <dgm:t>
        <a:bodyPr/>
        <a:lstStyle/>
        <a:p>
          <a:endParaRPr lang="zh-CN" altLang="en-US"/>
        </a:p>
      </dgm:t>
    </dgm:pt>
    <dgm:pt modelId="{484EE8B1-0C44-4859-BA52-16C94D111F07}">
      <dgm:prSet phldrT="[文本]"/>
      <dgm:spPr>
        <a:xfrm>
          <a:off x="915377" y="1101053"/>
          <a:ext cx="5142793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10CF9B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10CF9B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10CF9B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4E40D655-5108-45AE-A0A5-436AF000A653}" type="parTrans" cxnId="{D745677D-3759-4B03-ADE8-6290C652C7E1}">
      <dgm:prSet/>
      <dgm:spPr/>
      <dgm:t>
        <a:bodyPr/>
        <a:lstStyle/>
        <a:p>
          <a:endParaRPr lang="zh-CN" altLang="en-US"/>
        </a:p>
      </dgm:t>
    </dgm:pt>
    <dgm:pt modelId="{DC51608E-9BA0-40CF-AD3B-BA927F14ABEE}" type="sibTrans" cxnId="{D745677D-3759-4B03-ADE8-6290C652C7E1}">
      <dgm:prSet/>
      <dgm:spPr/>
      <dgm:t>
        <a:bodyPr/>
        <a:lstStyle/>
        <a:p>
          <a:endParaRPr lang="zh-CN" altLang="en-US"/>
        </a:p>
      </dgm:t>
    </dgm:pt>
    <dgm:pt modelId="{5509AA33-5601-409E-80A0-6C3BFBBFBDD8}">
      <dgm:prSet phldrT="[文本]"/>
      <dgm:spPr>
        <a:xfrm>
          <a:off x="915377" y="1651030"/>
          <a:ext cx="2562551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7564A467-C470-4D6C-9C36-344C8DDD04D7}" type="parTrans" cxnId="{2128229C-EA61-499A-8221-A4349CF294C9}">
      <dgm:prSet/>
      <dgm:spPr/>
      <dgm:t>
        <a:bodyPr/>
        <a:lstStyle/>
        <a:p>
          <a:endParaRPr lang="zh-CN" altLang="en-US"/>
        </a:p>
      </dgm:t>
    </dgm:pt>
    <dgm:pt modelId="{DD0C8C93-8CD0-439A-BDB3-D7EB3C6E0C5C}" type="sibTrans" cxnId="{2128229C-EA61-499A-8221-A4349CF294C9}">
      <dgm:prSet/>
      <dgm:spPr/>
      <dgm:t>
        <a:bodyPr/>
        <a:lstStyle/>
        <a:p>
          <a:endParaRPr lang="zh-CN" altLang="en-US"/>
        </a:p>
      </dgm:t>
    </dgm:pt>
    <dgm:pt modelId="{370B154C-D68E-4EC2-996E-C4418C0EF91F}">
      <dgm:prSet phldrT="[文本]"/>
      <dgm:spPr>
        <a:xfrm>
          <a:off x="3495619" y="1651030"/>
          <a:ext cx="2562551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D3B3CE32-D27E-48CB-8464-B6110C8D6973}" type="parTrans" cxnId="{CB766A01-2D85-4CBC-BDA2-69236FCEB50A}">
      <dgm:prSet/>
      <dgm:spPr/>
      <dgm:t>
        <a:bodyPr/>
        <a:lstStyle/>
        <a:p>
          <a:endParaRPr lang="zh-CN" altLang="en-US"/>
        </a:p>
      </dgm:t>
    </dgm:pt>
    <dgm:pt modelId="{4028AFC3-6FF4-48BB-9784-5E3E70D1EE78}" type="sibTrans" cxnId="{CB766A01-2D85-4CBC-BDA2-69236FCEB50A}">
      <dgm:prSet/>
      <dgm:spPr/>
      <dgm:t>
        <a:bodyPr/>
        <a:lstStyle/>
        <a:p>
          <a:endParaRPr lang="zh-CN" altLang="en-US"/>
        </a:p>
      </dgm:t>
    </dgm:pt>
    <dgm:pt modelId="{6711DC5D-D018-44B7-BE68-5E90B48B1E74}">
      <dgm:prSet phldrT="[文本]"/>
      <dgm:spPr>
        <a:xfrm>
          <a:off x="3495619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26BE09D2-37A3-4965-A7AC-2DDEB3641EFA}" type="parTrans" cxnId="{A1E4B132-6A2F-44C0-BF79-395B33D89154}">
      <dgm:prSet/>
      <dgm:spPr/>
      <dgm:t>
        <a:bodyPr/>
        <a:lstStyle/>
        <a:p>
          <a:endParaRPr lang="zh-CN" altLang="en-US"/>
        </a:p>
      </dgm:t>
    </dgm:pt>
    <dgm:pt modelId="{5CC1777F-9F16-42A3-BC62-775846A21E3C}" type="sibTrans" cxnId="{A1E4B132-6A2F-44C0-BF79-395B33D89154}">
      <dgm:prSet/>
      <dgm:spPr/>
      <dgm:t>
        <a:bodyPr/>
        <a:lstStyle/>
        <a:p>
          <a:endParaRPr lang="zh-CN" altLang="en-US"/>
        </a:p>
      </dgm:t>
    </dgm:pt>
    <dgm:pt modelId="{C85C5283-EE31-4CB2-8682-AF9819B6AF0D}">
      <dgm:prSet phldrT="[文本]"/>
      <dgm:spPr>
        <a:xfrm>
          <a:off x="4355700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CF792F6D-1AA6-4E03-88FE-15270680C844}" type="parTrans" cxnId="{BB6A4E51-E77C-43D6-8D72-7A8E39AA5278}">
      <dgm:prSet/>
      <dgm:spPr/>
      <dgm:t>
        <a:bodyPr/>
        <a:lstStyle/>
        <a:p>
          <a:endParaRPr lang="zh-CN" altLang="en-US"/>
        </a:p>
      </dgm:t>
    </dgm:pt>
    <dgm:pt modelId="{CF1D7649-2BEB-4199-B942-39EDF6340B53}" type="sibTrans" cxnId="{BB6A4E51-E77C-43D6-8D72-7A8E39AA5278}">
      <dgm:prSet/>
      <dgm:spPr/>
      <dgm:t>
        <a:bodyPr/>
        <a:lstStyle/>
        <a:p>
          <a:endParaRPr lang="zh-CN" altLang="en-US"/>
        </a:p>
      </dgm:t>
    </dgm:pt>
    <dgm:pt modelId="{07F9D4C4-865D-443D-99AA-48EBC50EB8EF}">
      <dgm:prSet phldrT="[文本]"/>
      <dgm:spPr>
        <a:xfrm>
          <a:off x="5215780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421311BF-7A90-4369-B5A2-AF2150FFB38C}" type="parTrans" cxnId="{B5646D1F-092E-47E8-8948-A017C971DEE2}">
      <dgm:prSet/>
      <dgm:spPr/>
      <dgm:t>
        <a:bodyPr/>
        <a:lstStyle/>
        <a:p>
          <a:endParaRPr lang="zh-CN" altLang="en-US"/>
        </a:p>
      </dgm:t>
    </dgm:pt>
    <dgm:pt modelId="{9F135320-D0B5-414F-95D0-783B1596E5CC}" type="sibTrans" cxnId="{B5646D1F-092E-47E8-8948-A017C971DEE2}">
      <dgm:prSet/>
      <dgm:spPr/>
      <dgm:t>
        <a:bodyPr/>
        <a:lstStyle/>
        <a:p>
          <a:endParaRPr lang="zh-CN" altLang="en-US"/>
        </a:p>
      </dgm:t>
    </dgm:pt>
    <dgm:pt modelId="{2A7C01AB-D49E-4394-B18A-4F5E2FBD3168}">
      <dgm:prSet phldrT="[文本]"/>
      <dgm:spPr>
        <a:xfrm>
          <a:off x="915377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(0,0,0,1)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CD30CBDB-77E7-4441-91A7-B270C8900606}" type="parTrans" cxnId="{6351B475-F731-4FCE-A386-EA5AEE84A923}">
      <dgm:prSet/>
      <dgm:spPr/>
      <dgm:t>
        <a:bodyPr/>
        <a:lstStyle/>
        <a:p>
          <a:endParaRPr lang="zh-CN" altLang="en-US"/>
        </a:p>
      </dgm:t>
    </dgm:pt>
    <dgm:pt modelId="{9047AD47-11C3-4DA6-9AD4-6D77CD45C8CB}" type="sibTrans" cxnId="{6351B475-F731-4FCE-A386-EA5AEE84A923}">
      <dgm:prSet/>
      <dgm:spPr/>
      <dgm:t>
        <a:bodyPr/>
        <a:lstStyle/>
        <a:p>
          <a:endParaRPr lang="zh-CN" altLang="en-US"/>
        </a:p>
      </dgm:t>
    </dgm:pt>
    <dgm:pt modelId="{CCB244B1-BF3D-4AB6-BE52-88E30ECFBEA9}">
      <dgm:prSet phldrT="[文本]"/>
      <dgm:spPr>
        <a:xfrm>
          <a:off x="1775458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80B9AF66-9C35-4665-A523-DC83C0A007A7}" type="parTrans" cxnId="{1E87C459-0D2A-4FD9-AA0A-5260CC9A172E}">
      <dgm:prSet/>
      <dgm:spPr/>
      <dgm:t>
        <a:bodyPr/>
        <a:lstStyle/>
        <a:p>
          <a:endParaRPr lang="zh-CN" altLang="en-US"/>
        </a:p>
      </dgm:t>
    </dgm:pt>
    <dgm:pt modelId="{6422F6DA-BD68-40FD-9BB5-F8A7BBF85DC1}" type="sibTrans" cxnId="{1E87C459-0D2A-4FD9-AA0A-5260CC9A172E}">
      <dgm:prSet/>
      <dgm:spPr/>
      <dgm:t>
        <a:bodyPr/>
        <a:lstStyle/>
        <a:p>
          <a:endParaRPr lang="zh-CN" altLang="en-US"/>
        </a:p>
      </dgm:t>
    </dgm:pt>
    <dgm:pt modelId="{B44B2F84-647C-4780-9C9A-EA63EBE8E83B}">
      <dgm:prSet phldrT="[文本]"/>
      <dgm:spPr>
        <a:xfrm>
          <a:off x="2635538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19675068-5D3B-487E-971B-6248DA044221}" type="parTrans" cxnId="{F03975E0-56BC-4978-85F8-CDC397174EAB}">
      <dgm:prSet/>
      <dgm:spPr/>
      <dgm:t>
        <a:bodyPr/>
        <a:lstStyle/>
        <a:p>
          <a:endParaRPr lang="zh-CN" altLang="en-US"/>
        </a:p>
      </dgm:t>
    </dgm:pt>
    <dgm:pt modelId="{2058E413-19F1-406C-B525-036919324953}" type="sibTrans" cxnId="{F03975E0-56BC-4978-85F8-CDC397174EAB}">
      <dgm:prSet/>
      <dgm:spPr/>
      <dgm:t>
        <a:bodyPr/>
        <a:lstStyle/>
        <a:p>
          <a:endParaRPr lang="zh-CN" altLang="en-US"/>
        </a:p>
      </dgm:t>
    </dgm:pt>
    <dgm:pt modelId="{5CD15294-5154-440E-B984-0C3D6D278028}">
      <dgm:prSet phldrT="[文本]"/>
      <dgm:spPr>
        <a:xfrm>
          <a:off x="1775458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4B6C0EF1-5F10-472B-8147-B64D831A923A}" type="parTrans" cxnId="{300F6970-F63D-43F7-A945-764E7EB03C8B}">
      <dgm:prSet/>
      <dgm:spPr/>
      <dgm:t>
        <a:bodyPr/>
        <a:lstStyle/>
        <a:p>
          <a:endParaRPr lang="zh-CN" altLang="en-US"/>
        </a:p>
      </dgm:t>
    </dgm:pt>
    <dgm:pt modelId="{89FE6C93-5BC0-42F6-8C1F-C0023D4732D5}" type="sibTrans" cxnId="{300F6970-F63D-43F7-A945-764E7EB03C8B}">
      <dgm:prSet/>
      <dgm:spPr/>
      <dgm:t>
        <a:bodyPr/>
        <a:lstStyle/>
        <a:p>
          <a:endParaRPr lang="zh-CN" altLang="en-US"/>
        </a:p>
      </dgm:t>
    </dgm:pt>
    <dgm:pt modelId="{628577AB-0A7C-4E56-A7E9-99A208A32C31}">
      <dgm:prSet phldrT="[文本]"/>
      <dgm:spPr>
        <a:xfrm>
          <a:off x="1775458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DA6638FC-0729-4FC2-984A-731F33B8CB8D}" type="parTrans" cxnId="{A4E32BB5-B657-4065-9BB3-B6B4E2F59015}">
      <dgm:prSet/>
      <dgm:spPr/>
      <dgm:t>
        <a:bodyPr/>
        <a:lstStyle/>
        <a:p>
          <a:endParaRPr lang="zh-CN" altLang="en-US"/>
        </a:p>
      </dgm:t>
    </dgm:pt>
    <dgm:pt modelId="{2A20A9CC-EF47-4074-911D-CC99899B867A}" type="sibTrans" cxnId="{A4E32BB5-B657-4065-9BB3-B6B4E2F59015}">
      <dgm:prSet/>
      <dgm:spPr/>
      <dgm:t>
        <a:bodyPr/>
        <a:lstStyle/>
        <a:p>
          <a:endParaRPr lang="zh-CN" altLang="en-US"/>
        </a:p>
      </dgm:t>
    </dgm:pt>
    <dgm:pt modelId="{29F5892D-3162-45C9-8056-C3D93F88CF0D}">
      <dgm:prSet phldrT="[文本]"/>
      <dgm:spPr>
        <a:xfrm>
          <a:off x="915377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(1,1,0,1)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C9D227E8-4355-45FF-8535-1E0BBB60FE28}" type="parTrans" cxnId="{890FE339-E941-42EF-BBE9-59035421EF04}">
      <dgm:prSet/>
      <dgm:spPr/>
      <dgm:t>
        <a:bodyPr/>
        <a:lstStyle/>
        <a:p>
          <a:endParaRPr lang="zh-CN" altLang="en-US"/>
        </a:p>
      </dgm:t>
    </dgm:pt>
    <dgm:pt modelId="{BCC82133-0F19-4C91-89F9-951512DC12A2}" type="sibTrans" cxnId="{890FE339-E941-42EF-BBE9-59035421EF04}">
      <dgm:prSet/>
      <dgm:spPr/>
      <dgm:t>
        <a:bodyPr/>
        <a:lstStyle/>
        <a:p>
          <a:endParaRPr lang="zh-CN" altLang="en-US"/>
        </a:p>
      </dgm:t>
    </dgm:pt>
    <dgm:pt modelId="{78237AC0-EDA6-41F8-A636-BB135825DA8B}">
      <dgm:prSet phldrT="[文本]"/>
      <dgm:spPr>
        <a:xfrm>
          <a:off x="915377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B1E5AAA1-1D44-4AD8-BEF5-22E2BCC03DCE}" type="parTrans" cxnId="{B63E74FD-860B-4154-8AAA-BB6F46D2ED83}">
      <dgm:prSet/>
      <dgm:spPr/>
      <dgm:t>
        <a:bodyPr/>
        <a:lstStyle/>
        <a:p>
          <a:endParaRPr lang="zh-CN" altLang="en-US"/>
        </a:p>
      </dgm:t>
    </dgm:pt>
    <dgm:pt modelId="{27EF0D57-770E-4E40-888A-3D8CA47403A8}" type="sibTrans" cxnId="{B63E74FD-860B-4154-8AAA-BB6F46D2ED83}">
      <dgm:prSet/>
      <dgm:spPr/>
      <dgm:t>
        <a:bodyPr/>
        <a:lstStyle/>
        <a:p>
          <a:endParaRPr lang="zh-CN" altLang="en-US"/>
        </a:p>
      </dgm:t>
    </dgm:pt>
    <dgm:pt modelId="{DFDEFEF1-D868-4BBA-B820-3A6FF26D47CC}">
      <dgm:prSet phldrT="[文本]"/>
      <dgm:spPr>
        <a:xfrm>
          <a:off x="915377" y="3850939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094148AB-303F-4F33-BF6B-9DE45849AA2C}" type="parTrans" cxnId="{97CC1761-FFD9-4DE3-84FB-303F9C69C5F5}">
      <dgm:prSet/>
      <dgm:spPr/>
      <dgm:t>
        <a:bodyPr/>
        <a:lstStyle/>
        <a:p>
          <a:endParaRPr lang="zh-CN" altLang="en-US"/>
        </a:p>
      </dgm:t>
    </dgm:pt>
    <dgm:pt modelId="{E21C3C71-DECE-4E1A-92B4-80EB1AF2953E}" type="sibTrans" cxnId="{97CC1761-FFD9-4DE3-84FB-303F9C69C5F5}">
      <dgm:prSet/>
      <dgm:spPr/>
      <dgm:t>
        <a:bodyPr/>
        <a:lstStyle/>
        <a:p>
          <a:endParaRPr lang="zh-CN" altLang="en-US"/>
        </a:p>
      </dgm:t>
    </dgm:pt>
    <dgm:pt modelId="{C5C88C80-A8FA-4F01-8FFA-016EC6499D75}">
      <dgm:prSet phldrT="[文本]"/>
      <dgm:spPr>
        <a:xfrm>
          <a:off x="3495619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F11E58B8-AC16-472F-9257-D43D01FE9057}" type="parTrans" cxnId="{9224E111-E573-4A52-B20C-3F08A72A8022}">
      <dgm:prSet/>
      <dgm:spPr/>
      <dgm:t>
        <a:bodyPr/>
        <a:lstStyle/>
        <a:p>
          <a:endParaRPr lang="zh-CN" altLang="en-US"/>
        </a:p>
      </dgm:t>
    </dgm:pt>
    <dgm:pt modelId="{7F382976-FB63-4185-80DC-220A1053EBA2}" type="sibTrans" cxnId="{9224E111-E573-4A52-B20C-3F08A72A8022}">
      <dgm:prSet/>
      <dgm:spPr/>
      <dgm:t>
        <a:bodyPr/>
        <a:lstStyle/>
        <a:p>
          <a:endParaRPr lang="zh-CN" altLang="en-US"/>
        </a:p>
      </dgm:t>
    </dgm:pt>
    <dgm:pt modelId="{F65329BF-00BE-4B0C-B221-A323586D6253}">
      <dgm:prSet phldrT="[文本]"/>
      <dgm:spPr>
        <a:xfrm>
          <a:off x="3495619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4A53E57F-D2BB-44B8-A3B0-9086DF5CBC0D}" type="parTrans" cxnId="{AF63979C-9040-41D4-8D52-EEB8120242FC}">
      <dgm:prSet/>
      <dgm:spPr/>
      <dgm:t>
        <a:bodyPr/>
        <a:lstStyle/>
        <a:p>
          <a:endParaRPr lang="zh-CN" altLang="en-US"/>
        </a:p>
      </dgm:t>
    </dgm:pt>
    <dgm:pt modelId="{1005C61E-E544-44BE-8CE0-0D62025F3DD7}" type="sibTrans" cxnId="{AF63979C-9040-41D4-8D52-EEB8120242FC}">
      <dgm:prSet/>
      <dgm:spPr/>
      <dgm:t>
        <a:bodyPr/>
        <a:lstStyle/>
        <a:p>
          <a:endParaRPr lang="zh-CN" altLang="en-US"/>
        </a:p>
      </dgm:t>
    </dgm:pt>
    <dgm:pt modelId="{D566E8C2-20F4-4CA9-AC2B-B518BEFD4AB7}">
      <dgm:prSet phldrT="[文本]"/>
      <dgm:spPr>
        <a:xfrm>
          <a:off x="4355700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(1,1,0,1)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7E39E349-6B2F-443A-8202-821DDDC5D967}" type="parTrans" cxnId="{7AFBCFA7-C0D2-45D7-AF33-497B631DB77A}">
      <dgm:prSet/>
      <dgm:spPr/>
      <dgm:t>
        <a:bodyPr/>
        <a:lstStyle/>
        <a:p>
          <a:endParaRPr lang="zh-CN" altLang="en-US"/>
        </a:p>
      </dgm:t>
    </dgm:pt>
    <dgm:pt modelId="{25792031-7A99-412C-B27A-66AE56777E0A}" type="sibTrans" cxnId="{7AFBCFA7-C0D2-45D7-AF33-497B631DB77A}">
      <dgm:prSet/>
      <dgm:spPr/>
      <dgm:t>
        <a:bodyPr/>
        <a:lstStyle/>
        <a:p>
          <a:endParaRPr lang="zh-CN" altLang="en-US"/>
        </a:p>
      </dgm:t>
    </dgm:pt>
    <dgm:pt modelId="{99409D57-4E1A-47FF-93CD-6BC13508BD97}">
      <dgm:prSet phldrT="[文本]"/>
      <dgm:spPr>
        <a:xfrm>
          <a:off x="4355700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A0A7107C-C3C8-45C5-8BE4-7D0CB676E0A9}" type="parTrans" cxnId="{38EAA9D1-7A28-488F-B8CD-05F32E1ABB6D}">
      <dgm:prSet/>
      <dgm:spPr/>
      <dgm:t>
        <a:bodyPr/>
        <a:lstStyle/>
        <a:p>
          <a:endParaRPr lang="zh-CN" altLang="en-US"/>
        </a:p>
      </dgm:t>
    </dgm:pt>
    <dgm:pt modelId="{15B1621C-8CFE-4C12-BDF5-637561A3739C}" type="sibTrans" cxnId="{38EAA9D1-7A28-488F-B8CD-05F32E1ABB6D}">
      <dgm:prSet/>
      <dgm:spPr/>
      <dgm:t>
        <a:bodyPr/>
        <a:lstStyle/>
        <a:p>
          <a:endParaRPr lang="zh-CN" altLang="en-US"/>
        </a:p>
      </dgm:t>
    </dgm:pt>
    <dgm:pt modelId="{88E03DE7-6C7F-4726-8C04-6BD37220747D}">
      <dgm:prSet phldrT="[文本]"/>
      <dgm:spPr>
        <a:xfrm>
          <a:off x="4355700" y="3850939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/>
        <a:lstStyle/>
        <a:p>
          <a:pPr>
            <a:buNone/>
          </a:pPr>
          <a:r>
            <a:rPr lang="en-US" altLang="zh-CN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(1,1,1,1)</a:t>
          </a:r>
          <a:endParaRPr lang="zh-CN" altLang="en-US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gm:t>
    </dgm:pt>
    <dgm:pt modelId="{1CDB643D-0FB9-4F12-8C53-12D36611A6C7}" type="parTrans" cxnId="{3FAECE15-6088-4A63-BB9A-12C801C54EED}">
      <dgm:prSet/>
      <dgm:spPr/>
      <dgm:t>
        <a:bodyPr/>
        <a:lstStyle/>
        <a:p>
          <a:endParaRPr lang="zh-CN" altLang="en-US"/>
        </a:p>
      </dgm:t>
    </dgm:pt>
    <dgm:pt modelId="{749B6900-6E9A-4D13-8A38-32A0D9C3E863}" type="sibTrans" cxnId="{3FAECE15-6088-4A63-BB9A-12C801C54EED}">
      <dgm:prSet/>
      <dgm:spPr/>
      <dgm:t>
        <a:bodyPr/>
        <a:lstStyle/>
        <a:p>
          <a:endParaRPr lang="zh-CN" altLang="en-US"/>
        </a:p>
      </dgm:t>
    </dgm:pt>
    <dgm:pt modelId="{3FDA59D8-150B-4B7B-B97C-A8298E30C9D4}" type="pres">
      <dgm:prSet presAssocID="{F608BBE1-A353-4332-AB71-BD40FF3D567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821F0C-EB03-4B73-8E0D-9235937F50C3}" type="pres">
      <dgm:prSet presAssocID="{E1434334-8BF7-402C-AB9E-70EBD03E240C}" presName="vertOne" presStyleCnt="0"/>
      <dgm:spPr/>
    </dgm:pt>
    <dgm:pt modelId="{CA24A156-D034-4D58-9EE3-D4D0A9D8DC8C}" type="pres">
      <dgm:prSet presAssocID="{E1434334-8BF7-402C-AB9E-70EBD03E240C}" presName="txOne" presStyleLbl="node0" presStyleIdx="0" presStyleCnt="1">
        <dgm:presLayoutVars>
          <dgm:chPref val="3"/>
        </dgm:presLayoutVars>
      </dgm:prSet>
      <dgm:spPr/>
    </dgm:pt>
    <dgm:pt modelId="{70027646-9980-4E43-8A08-23DEC5FE4E9F}" type="pres">
      <dgm:prSet presAssocID="{E1434334-8BF7-402C-AB9E-70EBD03E240C}" presName="parTransOne" presStyleCnt="0"/>
      <dgm:spPr/>
    </dgm:pt>
    <dgm:pt modelId="{684F247C-5163-47E1-BF75-CBAFF2C15AD4}" type="pres">
      <dgm:prSet presAssocID="{E1434334-8BF7-402C-AB9E-70EBD03E240C}" presName="horzOne" presStyleCnt="0"/>
      <dgm:spPr/>
    </dgm:pt>
    <dgm:pt modelId="{36FE96E9-1EDB-4C50-BF4B-91043978C73E}" type="pres">
      <dgm:prSet presAssocID="{061EED4C-3799-4C78-A186-5AFF97726738}" presName="vertTwo" presStyleCnt="0"/>
      <dgm:spPr/>
    </dgm:pt>
    <dgm:pt modelId="{F722F914-3429-4255-AD57-306AA2B94BDA}" type="pres">
      <dgm:prSet presAssocID="{061EED4C-3799-4C78-A186-5AFF97726738}" presName="txTwo" presStyleLbl="node2" presStyleIdx="0" presStyleCnt="4">
        <dgm:presLayoutVars>
          <dgm:chPref val="3"/>
        </dgm:presLayoutVars>
      </dgm:prSet>
      <dgm:spPr/>
    </dgm:pt>
    <dgm:pt modelId="{63E706BC-4FD8-4F20-B1BD-720722E54834}" type="pres">
      <dgm:prSet presAssocID="{061EED4C-3799-4C78-A186-5AFF97726738}" presName="horzTwo" presStyleCnt="0"/>
      <dgm:spPr/>
    </dgm:pt>
    <dgm:pt modelId="{0B999DEE-FC56-4E19-A304-9DAC04DC21BD}" type="pres">
      <dgm:prSet presAssocID="{4944947D-9972-4D8E-AC16-DD180EC5092A}" presName="sibSpaceTwo" presStyleCnt="0"/>
      <dgm:spPr/>
    </dgm:pt>
    <dgm:pt modelId="{056A2829-E4D0-47A1-A9E1-CC4375529101}" type="pres">
      <dgm:prSet presAssocID="{1636477D-4D26-42BD-B59B-297FCBC3A95C}" presName="vertTwo" presStyleCnt="0"/>
      <dgm:spPr/>
    </dgm:pt>
    <dgm:pt modelId="{608F8A3F-71FD-4CB9-B3A9-A9646ADEF45A}" type="pres">
      <dgm:prSet presAssocID="{1636477D-4D26-42BD-B59B-297FCBC3A95C}" presName="txTwo" presStyleLbl="node2" presStyleIdx="1" presStyleCnt="4">
        <dgm:presLayoutVars>
          <dgm:chPref val="3"/>
        </dgm:presLayoutVars>
      </dgm:prSet>
      <dgm:spPr/>
    </dgm:pt>
    <dgm:pt modelId="{747B199E-B2F5-4B3C-A7B2-22CAD251E195}" type="pres">
      <dgm:prSet presAssocID="{1636477D-4D26-42BD-B59B-297FCBC3A95C}" presName="parTransTwo" presStyleCnt="0"/>
      <dgm:spPr/>
    </dgm:pt>
    <dgm:pt modelId="{6A561773-66CC-4415-880D-9AB768312926}" type="pres">
      <dgm:prSet presAssocID="{1636477D-4D26-42BD-B59B-297FCBC3A95C}" presName="horzTwo" presStyleCnt="0"/>
      <dgm:spPr/>
    </dgm:pt>
    <dgm:pt modelId="{B1B01469-8D54-4EA0-828A-E61671E39BC5}" type="pres">
      <dgm:prSet presAssocID="{484EE8B1-0C44-4859-BA52-16C94D111F07}" presName="vertThree" presStyleCnt="0"/>
      <dgm:spPr/>
    </dgm:pt>
    <dgm:pt modelId="{776211A0-D739-4548-9210-AA7407DF9EC7}" type="pres">
      <dgm:prSet presAssocID="{484EE8B1-0C44-4859-BA52-16C94D111F07}" presName="txThree" presStyleLbl="node3" presStyleIdx="0" presStyleCnt="1">
        <dgm:presLayoutVars>
          <dgm:chPref val="3"/>
        </dgm:presLayoutVars>
      </dgm:prSet>
      <dgm:spPr/>
    </dgm:pt>
    <dgm:pt modelId="{549F2499-EE39-4BF9-B72E-83D062B1A4E9}" type="pres">
      <dgm:prSet presAssocID="{484EE8B1-0C44-4859-BA52-16C94D111F07}" presName="parTransThree" presStyleCnt="0"/>
      <dgm:spPr/>
    </dgm:pt>
    <dgm:pt modelId="{BCC29D6D-E9A1-426C-AC77-CCD61E35F519}" type="pres">
      <dgm:prSet presAssocID="{484EE8B1-0C44-4859-BA52-16C94D111F07}" presName="horzThree" presStyleCnt="0"/>
      <dgm:spPr/>
    </dgm:pt>
    <dgm:pt modelId="{C6D726DA-EBB4-4D63-8D3B-D610EFBDC14E}" type="pres">
      <dgm:prSet presAssocID="{5509AA33-5601-409E-80A0-6C3BFBBFBDD8}" presName="vertFour" presStyleCnt="0">
        <dgm:presLayoutVars>
          <dgm:chPref val="3"/>
        </dgm:presLayoutVars>
      </dgm:prSet>
      <dgm:spPr/>
    </dgm:pt>
    <dgm:pt modelId="{26F8508B-5226-460E-B2FA-8FB66F89E67B}" type="pres">
      <dgm:prSet presAssocID="{5509AA33-5601-409E-80A0-6C3BFBBFBDD8}" presName="txFour" presStyleLbl="node4" presStyleIdx="0" presStyleCnt="18">
        <dgm:presLayoutVars>
          <dgm:chPref val="3"/>
        </dgm:presLayoutVars>
      </dgm:prSet>
      <dgm:spPr/>
    </dgm:pt>
    <dgm:pt modelId="{D4E69CB0-E947-42BB-AC01-0EF1BD1C9F3A}" type="pres">
      <dgm:prSet presAssocID="{5509AA33-5601-409E-80A0-6C3BFBBFBDD8}" presName="parTransFour" presStyleCnt="0"/>
      <dgm:spPr/>
    </dgm:pt>
    <dgm:pt modelId="{814CDB33-988C-4250-9EBC-60F25EB7BA6F}" type="pres">
      <dgm:prSet presAssocID="{5509AA33-5601-409E-80A0-6C3BFBBFBDD8}" presName="horzFour" presStyleCnt="0"/>
      <dgm:spPr/>
    </dgm:pt>
    <dgm:pt modelId="{815931D6-2596-4220-8DA5-874971294CEC}" type="pres">
      <dgm:prSet presAssocID="{2A7C01AB-D49E-4394-B18A-4F5E2FBD3168}" presName="vertFour" presStyleCnt="0">
        <dgm:presLayoutVars>
          <dgm:chPref val="3"/>
        </dgm:presLayoutVars>
      </dgm:prSet>
      <dgm:spPr/>
    </dgm:pt>
    <dgm:pt modelId="{EEA2549E-DC1F-4D04-A24D-19B1C45E490E}" type="pres">
      <dgm:prSet presAssocID="{2A7C01AB-D49E-4394-B18A-4F5E2FBD3168}" presName="txFour" presStyleLbl="node4" presStyleIdx="1" presStyleCnt="18">
        <dgm:presLayoutVars>
          <dgm:chPref val="3"/>
        </dgm:presLayoutVars>
      </dgm:prSet>
      <dgm:spPr/>
    </dgm:pt>
    <dgm:pt modelId="{8C7F0374-BF98-4979-B846-CBF47B41FBF6}" type="pres">
      <dgm:prSet presAssocID="{2A7C01AB-D49E-4394-B18A-4F5E2FBD3168}" presName="parTransFour" presStyleCnt="0"/>
      <dgm:spPr/>
    </dgm:pt>
    <dgm:pt modelId="{DD3F1635-4541-4131-8EC9-7021F474F3E5}" type="pres">
      <dgm:prSet presAssocID="{2A7C01AB-D49E-4394-B18A-4F5E2FBD3168}" presName="horzFour" presStyleCnt="0"/>
      <dgm:spPr/>
    </dgm:pt>
    <dgm:pt modelId="{7BD30591-2CCB-4638-91E8-39E534A3DD06}" type="pres">
      <dgm:prSet presAssocID="{29F5892D-3162-45C9-8056-C3D93F88CF0D}" presName="vertFour" presStyleCnt="0">
        <dgm:presLayoutVars>
          <dgm:chPref val="3"/>
        </dgm:presLayoutVars>
      </dgm:prSet>
      <dgm:spPr/>
    </dgm:pt>
    <dgm:pt modelId="{DB6329C8-B539-47F9-BA39-ABC31226DEFA}" type="pres">
      <dgm:prSet presAssocID="{29F5892D-3162-45C9-8056-C3D93F88CF0D}" presName="txFour" presStyleLbl="node4" presStyleIdx="2" presStyleCnt="18">
        <dgm:presLayoutVars>
          <dgm:chPref val="3"/>
        </dgm:presLayoutVars>
      </dgm:prSet>
      <dgm:spPr/>
    </dgm:pt>
    <dgm:pt modelId="{317C99E2-367B-4841-AEC2-96BC9B9BCAD7}" type="pres">
      <dgm:prSet presAssocID="{29F5892D-3162-45C9-8056-C3D93F88CF0D}" presName="parTransFour" presStyleCnt="0"/>
      <dgm:spPr/>
    </dgm:pt>
    <dgm:pt modelId="{9B38BF3B-8781-4397-8567-D2DBEBA445AA}" type="pres">
      <dgm:prSet presAssocID="{29F5892D-3162-45C9-8056-C3D93F88CF0D}" presName="horzFour" presStyleCnt="0"/>
      <dgm:spPr/>
    </dgm:pt>
    <dgm:pt modelId="{0354F0BF-F94E-4594-9789-F520CF07ED49}" type="pres">
      <dgm:prSet presAssocID="{78237AC0-EDA6-41F8-A636-BB135825DA8B}" presName="vertFour" presStyleCnt="0">
        <dgm:presLayoutVars>
          <dgm:chPref val="3"/>
        </dgm:presLayoutVars>
      </dgm:prSet>
      <dgm:spPr/>
    </dgm:pt>
    <dgm:pt modelId="{0ACD8952-72CF-451A-9C84-72F3A5F03754}" type="pres">
      <dgm:prSet presAssocID="{78237AC0-EDA6-41F8-A636-BB135825DA8B}" presName="txFour" presStyleLbl="node4" presStyleIdx="3" presStyleCnt="18">
        <dgm:presLayoutVars>
          <dgm:chPref val="3"/>
        </dgm:presLayoutVars>
      </dgm:prSet>
      <dgm:spPr/>
    </dgm:pt>
    <dgm:pt modelId="{37B8AB38-E803-4D6C-B713-B1E4C6E240E8}" type="pres">
      <dgm:prSet presAssocID="{78237AC0-EDA6-41F8-A636-BB135825DA8B}" presName="parTransFour" presStyleCnt="0"/>
      <dgm:spPr/>
    </dgm:pt>
    <dgm:pt modelId="{D340BCCF-58E9-48FE-8D57-4BFD5FA1B864}" type="pres">
      <dgm:prSet presAssocID="{78237AC0-EDA6-41F8-A636-BB135825DA8B}" presName="horzFour" presStyleCnt="0"/>
      <dgm:spPr/>
    </dgm:pt>
    <dgm:pt modelId="{860D37A8-F53A-46DB-AECD-D4803FEA2673}" type="pres">
      <dgm:prSet presAssocID="{DFDEFEF1-D868-4BBA-B820-3A6FF26D47CC}" presName="vertFour" presStyleCnt="0">
        <dgm:presLayoutVars>
          <dgm:chPref val="3"/>
        </dgm:presLayoutVars>
      </dgm:prSet>
      <dgm:spPr/>
    </dgm:pt>
    <dgm:pt modelId="{A2852C5C-793E-4E92-B082-56F07791AF05}" type="pres">
      <dgm:prSet presAssocID="{DFDEFEF1-D868-4BBA-B820-3A6FF26D47CC}" presName="txFour" presStyleLbl="node4" presStyleIdx="4" presStyleCnt="18">
        <dgm:presLayoutVars>
          <dgm:chPref val="3"/>
        </dgm:presLayoutVars>
      </dgm:prSet>
      <dgm:spPr/>
    </dgm:pt>
    <dgm:pt modelId="{8E56CB6E-E63A-4271-94AE-4CD35ABAE373}" type="pres">
      <dgm:prSet presAssocID="{DFDEFEF1-D868-4BBA-B820-3A6FF26D47CC}" presName="horzFour" presStyleCnt="0"/>
      <dgm:spPr/>
    </dgm:pt>
    <dgm:pt modelId="{7004BDA6-4F89-406A-82B3-0B48B6E7954E}" type="pres">
      <dgm:prSet presAssocID="{9047AD47-11C3-4DA6-9AD4-6D77CD45C8CB}" presName="sibSpaceFour" presStyleCnt="0"/>
      <dgm:spPr/>
    </dgm:pt>
    <dgm:pt modelId="{FA94D853-CC43-4E6C-8449-040B8F4E51A9}" type="pres">
      <dgm:prSet presAssocID="{CCB244B1-BF3D-4AB6-BE52-88E30ECFBEA9}" presName="vertFour" presStyleCnt="0">
        <dgm:presLayoutVars>
          <dgm:chPref val="3"/>
        </dgm:presLayoutVars>
      </dgm:prSet>
      <dgm:spPr/>
    </dgm:pt>
    <dgm:pt modelId="{9951D0C3-D189-4312-B001-D62847BD6ACC}" type="pres">
      <dgm:prSet presAssocID="{CCB244B1-BF3D-4AB6-BE52-88E30ECFBEA9}" presName="txFour" presStyleLbl="node4" presStyleIdx="5" presStyleCnt="18">
        <dgm:presLayoutVars>
          <dgm:chPref val="3"/>
        </dgm:presLayoutVars>
      </dgm:prSet>
      <dgm:spPr/>
    </dgm:pt>
    <dgm:pt modelId="{99117C3B-CA9E-4D67-BD14-F89DC129AB64}" type="pres">
      <dgm:prSet presAssocID="{CCB244B1-BF3D-4AB6-BE52-88E30ECFBEA9}" presName="parTransFour" presStyleCnt="0"/>
      <dgm:spPr/>
    </dgm:pt>
    <dgm:pt modelId="{A34FC156-54A1-4860-BCD6-33353D9CAE52}" type="pres">
      <dgm:prSet presAssocID="{CCB244B1-BF3D-4AB6-BE52-88E30ECFBEA9}" presName="horzFour" presStyleCnt="0"/>
      <dgm:spPr/>
    </dgm:pt>
    <dgm:pt modelId="{4EF2283C-6A1D-45B7-AF97-6D10D6CD1485}" type="pres">
      <dgm:prSet presAssocID="{5CD15294-5154-440E-B984-0C3D6D278028}" presName="vertFour" presStyleCnt="0">
        <dgm:presLayoutVars>
          <dgm:chPref val="3"/>
        </dgm:presLayoutVars>
      </dgm:prSet>
      <dgm:spPr/>
    </dgm:pt>
    <dgm:pt modelId="{6038BFC7-9A23-42F3-8957-EDDB9D632D68}" type="pres">
      <dgm:prSet presAssocID="{5CD15294-5154-440E-B984-0C3D6D278028}" presName="txFour" presStyleLbl="node4" presStyleIdx="6" presStyleCnt="18">
        <dgm:presLayoutVars>
          <dgm:chPref val="3"/>
        </dgm:presLayoutVars>
      </dgm:prSet>
      <dgm:spPr/>
    </dgm:pt>
    <dgm:pt modelId="{213BBE6C-D6D8-4DB3-96D5-C0382B89568E}" type="pres">
      <dgm:prSet presAssocID="{5CD15294-5154-440E-B984-0C3D6D278028}" presName="parTransFour" presStyleCnt="0"/>
      <dgm:spPr/>
    </dgm:pt>
    <dgm:pt modelId="{76A8DBD2-89A1-4FE1-9294-DF38CEFFF0D4}" type="pres">
      <dgm:prSet presAssocID="{5CD15294-5154-440E-B984-0C3D6D278028}" presName="horzFour" presStyleCnt="0"/>
      <dgm:spPr/>
    </dgm:pt>
    <dgm:pt modelId="{FAC09A1F-325A-4CFE-958C-D619BB458A2D}" type="pres">
      <dgm:prSet presAssocID="{628577AB-0A7C-4E56-A7E9-99A208A32C31}" presName="vertFour" presStyleCnt="0">
        <dgm:presLayoutVars>
          <dgm:chPref val="3"/>
        </dgm:presLayoutVars>
      </dgm:prSet>
      <dgm:spPr/>
    </dgm:pt>
    <dgm:pt modelId="{59EBDCEA-14C2-4DE6-BDB1-E7F60FE7035C}" type="pres">
      <dgm:prSet presAssocID="{628577AB-0A7C-4E56-A7E9-99A208A32C31}" presName="txFour" presStyleLbl="node4" presStyleIdx="7" presStyleCnt="18">
        <dgm:presLayoutVars>
          <dgm:chPref val="3"/>
        </dgm:presLayoutVars>
      </dgm:prSet>
      <dgm:spPr/>
    </dgm:pt>
    <dgm:pt modelId="{D670FF29-9B87-4232-B012-74866DB99CE2}" type="pres">
      <dgm:prSet presAssocID="{628577AB-0A7C-4E56-A7E9-99A208A32C31}" presName="horzFour" presStyleCnt="0"/>
      <dgm:spPr/>
    </dgm:pt>
    <dgm:pt modelId="{8A38DE45-75E1-4A5B-AC8D-A3817C6DE801}" type="pres">
      <dgm:prSet presAssocID="{6422F6DA-BD68-40FD-9BB5-F8A7BBF85DC1}" presName="sibSpaceFour" presStyleCnt="0"/>
      <dgm:spPr/>
    </dgm:pt>
    <dgm:pt modelId="{A79FC208-5761-4D47-89DC-2EDF93987335}" type="pres">
      <dgm:prSet presAssocID="{B44B2F84-647C-4780-9C9A-EA63EBE8E83B}" presName="vertFour" presStyleCnt="0">
        <dgm:presLayoutVars>
          <dgm:chPref val="3"/>
        </dgm:presLayoutVars>
      </dgm:prSet>
      <dgm:spPr/>
    </dgm:pt>
    <dgm:pt modelId="{F2EEEDC2-E495-4211-9E48-33E624ECB6E1}" type="pres">
      <dgm:prSet presAssocID="{B44B2F84-647C-4780-9C9A-EA63EBE8E83B}" presName="txFour" presStyleLbl="node4" presStyleIdx="8" presStyleCnt="18">
        <dgm:presLayoutVars>
          <dgm:chPref val="3"/>
        </dgm:presLayoutVars>
      </dgm:prSet>
      <dgm:spPr/>
    </dgm:pt>
    <dgm:pt modelId="{499B5CCB-DB91-460B-B2B7-B37ACF3D4CED}" type="pres">
      <dgm:prSet presAssocID="{B44B2F84-647C-4780-9C9A-EA63EBE8E83B}" presName="horzFour" presStyleCnt="0"/>
      <dgm:spPr/>
    </dgm:pt>
    <dgm:pt modelId="{3FEF7BB5-7E8B-4544-AFB5-9E686E19A908}" type="pres">
      <dgm:prSet presAssocID="{DD0C8C93-8CD0-439A-BDB3-D7EB3C6E0C5C}" presName="sibSpaceFour" presStyleCnt="0"/>
      <dgm:spPr/>
    </dgm:pt>
    <dgm:pt modelId="{F51A6EA9-72FB-4C40-A817-2731E8698EE3}" type="pres">
      <dgm:prSet presAssocID="{370B154C-D68E-4EC2-996E-C4418C0EF91F}" presName="vertFour" presStyleCnt="0">
        <dgm:presLayoutVars>
          <dgm:chPref val="3"/>
        </dgm:presLayoutVars>
      </dgm:prSet>
      <dgm:spPr/>
    </dgm:pt>
    <dgm:pt modelId="{91C15CEB-2F17-4F76-A1F5-AA176CADD7CF}" type="pres">
      <dgm:prSet presAssocID="{370B154C-D68E-4EC2-996E-C4418C0EF91F}" presName="txFour" presStyleLbl="node4" presStyleIdx="9" presStyleCnt="18">
        <dgm:presLayoutVars>
          <dgm:chPref val="3"/>
        </dgm:presLayoutVars>
      </dgm:prSet>
      <dgm:spPr/>
    </dgm:pt>
    <dgm:pt modelId="{D9E9B657-70CF-4992-B230-884DE72988B3}" type="pres">
      <dgm:prSet presAssocID="{370B154C-D68E-4EC2-996E-C4418C0EF91F}" presName="parTransFour" presStyleCnt="0"/>
      <dgm:spPr/>
    </dgm:pt>
    <dgm:pt modelId="{DA3A0C5B-E40E-4F67-BECE-F43595DA50C4}" type="pres">
      <dgm:prSet presAssocID="{370B154C-D68E-4EC2-996E-C4418C0EF91F}" presName="horzFour" presStyleCnt="0"/>
      <dgm:spPr/>
    </dgm:pt>
    <dgm:pt modelId="{8CEF0BFF-E885-43CF-8C1F-5A0D3CB5D054}" type="pres">
      <dgm:prSet presAssocID="{6711DC5D-D018-44B7-BE68-5E90B48B1E74}" presName="vertFour" presStyleCnt="0">
        <dgm:presLayoutVars>
          <dgm:chPref val="3"/>
        </dgm:presLayoutVars>
      </dgm:prSet>
      <dgm:spPr/>
    </dgm:pt>
    <dgm:pt modelId="{8403377E-C5B7-4A6D-9C36-E6F591E57CE6}" type="pres">
      <dgm:prSet presAssocID="{6711DC5D-D018-44B7-BE68-5E90B48B1E74}" presName="txFour" presStyleLbl="node4" presStyleIdx="10" presStyleCnt="18">
        <dgm:presLayoutVars>
          <dgm:chPref val="3"/>
        </dgm:presLayoutVars>
      </dgm:prSet>
      <dgm:spPr/>
    </dgm:pt>
    <dgm:pt modelId="{A7CDB36C-B385-45C7-82CE-D21435773A55}" type="pres">
      <dgm:prSet presAssocID="{6711DC5D-D018-44B7-BE68-5E90B48B1E74}" presName="parTransFour" presStyleCnt="0"/>
      <dgm:spPr/>
    </dgm:pt>
    <dgm:pt modelId="{5BB3D070-3D47-46CB-BD2B-F9025FB17491}" type="pres">
      <dgm:prSet presAssocID="{6711DC5D-D018-44B7-BE68-5E90B48B1E74}" presName="horzFour" presStyleCnt="0"/>
      <dgm:spPr/>
    </dgm:pt>
    <dgm:pt modelId="{76428F79-CAFC-4EC6-A980-8BE0FD4FA475}" type="pres">
      <dgm:prSet presAssocID="{C5C88C80-A8FA-4F01-8FFA-016EC6499D75}" presName="vertFour" presStyleCnt="0">
        <dgm:presLayoutVars>
          <dgm:chPref val="3"/>
        </dgm:presLayoutVars>
      </dgm:prSet>
      <dgm:spPr/>
    </dgm:pt>
    <dgm:pt modelId="{C43294D0-E374-4C91-A82C-7D8D82422969}" type="pres">
      <dgm:prSet presAssocID="{C5C88C80-A8FA-4F01-8FFA-016EC6499D75}" presName="txFour" presStyleLbl="node4" presStyleIdx="11" presStyleCnt="18">
        <dgm:presLayoutVars>
          <dgm:chPref val="3"/>
        </dgm:presLayoutVars>
      </dgm:prSet>
      <dgm:spPr/>
    </dgm:pt>
    <dgm:pt modelId="{5C4C89C3-490C-421D-878E-8721FABCC35F}" type="pres">
      <dgm:prSet presAssocID="{C5C88C80-A8FA-4F01-8FFA-016EC6499D75}" presName="parTransFour" presStyleCnt="0"/>
      <dgm:spPr/>
    </dgm:pt>
    <dgm:pt modelId="{0CEC258E-AC1C-4BD4-A049-71156C474DAE}" type="pres">
      <dgm:prSet presAssocID="{C5C88C80-A8FA-4F01-8FFA-016EC6499D75}" presName="horzFour" presStyleCnt="0"/>
      <dgm:spPr/>
    </dgm:pt>
    <dgm:pt modelId="{0E6EEF98-49DF-4986-BB8C-575267177D7B}" type="pres">
      <dgm:prSet presAssocID="{F65329BF-00BE-4B0C-B221-A323586D6253}" presName="vertFour" presStyleCnt="0">
        <dgm:presLayoutVars>
          <dgm:chPref val="3"/>
        </dgm:presLayoutVars>
      </dgm:prSet>
      <dgm:spPr/>
    </dgm:pt>
    <dgm:pt modelId="{140B3936-FFAF-4946-AED8-892767F7D9D9}" type="pres">
      <dgm:prSet presAssocID="{F65329BF-00BE-4B0C-B221-A323586D6253}" presName="txFour" presStyleLbl="node4" presStyleIdx="12" presStyleCnt="18">
        <dgm:presLayoutVars>
          <dgm:chPref val="3"/>
        </dgm:presLayoutVars>
      </dgm:prSet>
      <dgm:spPr/>
    </dgm:pt>
    <dgm:pt modelId="{35C20307-ABFD-4F71-8577-68AED77FB1FA}" type="pres">
      <dgm:prSet presAssocID="{F65329BF-00BE-4B0C-B221-A323586D6253}" presName="horzFour" presStyleCnt="0"/>
      <dgm:spPr/>
    </dgm:pt>
    <dgm:pt modelId="{02FAF941-0D18-4D12-9434-15D7F24527ED}" type="pres">
      <dgm:prSet presAssocID="{5CC1777F-9F16-42A3-BC62-775846A21E3C}" presName="sibSpaceFour" presStyleCnt="0"/>
      <dgm:spPr/>
    </dgm:pt>
    <dgm:pt modelId="{73584E35-1D9E-487D-BF66-93DD0F6FC1B6}" type="pres">
      <dgm:prSet presAssocID="{C85C5283-EE31-4CB2-8682-AF9819B6AF0D}" presName="vertFour" presStyleCnt="0">
        <dgm:presLayoutVars>
          <dgm:chPref val="3"/>
        </dgm:presLayoutVars>
      </dgm:prSet>
      <dgm:spPr/>
    </dgm:pt>
    <dgm:pt modelId="{46BFEF2D-45BA-4579-9C19-550904F83E35}" type="pres">
      <dgm:prSet presAssocID="{C85C5283-EE31-4CB2-8682-AF9819B6AF0D}" presName="txFour" presStyleLbl="node4" presStyleIdx="13" presStyleCnt="18">
        <dgm:presLayoutVars>
          <dgm:chPref val="3"/>
        </dgm:presLayoutVars>
      </dgm:prSet>
      <dgm:spPr/>
    </dgm:pt>
    <dgm:pt modelId="{5865A276-A22C-42E0-ACD7-339CEB51D18E}" type="pres">
      <dgm:prSet presAssocID="{C85C5283-EE31-4CB2-8682-AF9819B6AF0D}" presName="parTransFour" presStyleCnt="0"/>
      <dgm:spPr/>
    </dgm:pt>
    <dgm:pt modelId="{1C8F6212-7EEE-4BD7-A530-3C1392736A2B}" type="pres">
      <dgm:prSet presAssocID="{C85C5283-EE31-4CB2-8682-AF9819B6AF0D}" presName="horzFour" presStyleCnt="0"/>
      <dgm:spPr/>
    </dgm:pt>
    <dgm:pt modelId="{47BE15F5-2A99-4644-8F27-4A1C4DF9BB03}" type="pres">
      <dgm:prSet presAssocID="{D566E8C2-20F4-4CA9-AC2B-B518BEFD4AB7}" presName="vertFour" presStyleCnt="0">
        <dgm:presLayoutVars>
          <dgm:chPref val="3"/>
        </dgm:presLayoutVars>
      </dgm:prSet>
      <dgm:spPr/>
    </dgm:pt>
    <dgm:pt modelId="{EB7D744B-AFEF-43B9-A82E-02F20DA780AD}" type="pres">
      <dgm:prSet presAssocID="{D566E8C2-20F4-4CA9-AC2B-B518BEFD4AB7}" presName="txFour" presStyleLbl="node4" presStyleIdx="14" presStyleCnt="18">
        <dgm:presLayoutVars>
          <dgm:chPref val="3"/>
        </dgm:presLayoutVars>
      </dgm:prSet>
      <dgm:spPr/>
    </dgm:pt>
    <dgm:pt modelId="{8EB2101E-A6E3-428B-BEC6-85AA86ABEA05}" type="pres">
      <dgm:prSet presAssocID="{D566E8C2-20F4-4CA9-AC2B-B518BEFD4AB7}" presName="parTransFour" presStyleCnt="0"/>
      <dgm:spPr/>
    </dgm:pt>
    <dgm:pt modelId="{3D7D9000-C2B1-4B11-88CC-CF011AB47442}" type="pres">
      <dgm:prSet presAssocID="{D566E8C2-20F4-4CA9-AC2B-B518BEFD4AB7}" presName="horzFour" presStyleCnt="0"/>
      <dgm:spPr/>
    </dgm:pt>
    <dgm:pt modelId="{C887A1A8-8A5D-4B22-80AB-355FA6E4CBCE}" type="pres">
      <dgm:prSet presAssocID="{99409D57-4E1A-47FF-93CD-6BC13508BD97}" presName="vertFour" presStyleCnt="0">
        <dgm:presLayoutVars>
          <dgm:chPref val="3"/>
        </dgm:presLayoutVars>
      </dgm:prSet>
      <dgm:spPr/>
    </dgm:pt>
    <dgm:pt modelId="{765F83BC-8705-4896-BD19-142B13EE783D}" type="pres">
      <dgm:prSet presAssocID="{99409D57-4E1A-47FF-93CD-6BC13508BD97}" presName="txFour" presStyleLbl="node4" presStyleIdx="15" presStyleCnt="18">
        <dgm:presLayoutVars>
          <dgm:chPref val="3"/>
        </dgm:presLayoutVars>
      </dgm:prSet>
      <dgm:spPr/>
    </dgm:pt>
    <dgm:pt modelId="{5C1ACDFE-E747-41D6-B3BE-963053FDB1CD}" type="pres">
      <dgm:prSet presAssocID="{99409D57-4E1A-47FF-93CD-6BC13508BD97}" presName="parTransFour" presStyleCnt="0"/>
      <dgm:spPr/>
    </dgm:pt>
    <dgm:pt modelId="{9C07074F-176F-4B69-BC2D-85F58F12FCB0}" type="pres">
      <dgm:prSet presAssocID="{99409D57-4E1A-47FF-93CD-6BC13508BD97}" presName="horzFour" presStyleCnt="0"/>
      <dgm:spPr/>
    </dgm:pt>
    <dgm:pt modelId="{31E30D85-79B0-42A2-82F1-2DABA6F5970D}" type="pres">
      <dgm:prSet presAssocID="{88E03DE7-6C7F-4726-8C04-6BD37220747D}" presName="vertFour" presStyleCnt="0">
        <dgm:presLayoutVars>
          <dgm:chPref val="3"/>
        </dgm:presLayoutVars>
      </dgm:prSet>
      <dgm:spPr/>
    </dgm:pt>
    <dgm:pt modelId="{24402353-4F2D-4322-8FDC-89C90F292551}" type="pres">
      <dgm:prSet presAssocID="{88E03DE7-6C7F-4726-8C04-6BD37220747D}" presName="txFour" presStyleLbl="node4" presStyleIdx="16" presStyleCnt="18">
        <dgm:presLayoutVars>
          <dgm:chPref val="3"/>
        </dgm:presLayoutVars>
      </dgm:prSet>
      <dgm:spPr/>
    </dgm:pt>
    <dgm:pt modelId="{B2651BD3-DC88-4DFD-935A-9985F2CD34D0}" type="pres">
      <dgm:prSet presAssocID="{88E03DE7-6C7F-4726-8C04-6BD37220747D}" presName="horzFour" presStyleCnt="0"/>
      <dgm:spPr/>
    </dgm:pt>
    <dgm:pt modelId="{32C6F631-8301-4FF5-A682-54D64C00C41B}" type="pres">
      <dgm:prSet presAssocID="{CF1D7649-2BEB-4199-B942-39EDF6340B53}" presName="sibSpaceFour" presStyleCnt="0"/>
      <dgm:spPr/>
    </dgm:pt>
    <dgm:pt modelId="{42F6B0D5-4396-43B9-8ABB-DCC3816A96DD}" type="pres">
      <dgm:prSet presAssocID="{07F9D4C4-865D-443D-99AA-48EBC50EB8EF}" presName="vertFour" presStyleCnt="0">
        <dgm:presLayoutVars>
          <dgm:chPref val="3"/>
        </dgm:presLayoutVars>
      </dgm:prSet>
      <dgm:spPr/>
    </dgm:pt>
    <dgm:pt modelId="{8EFCDBAD-BBA9-4AF4-B759-9E213F3815B2}" type="pres">
      <dgm:prSet presAssocID="{07F9D4C4-865D-443D-99AA-48EBC50EB8EF}" presName="txFour" presStyleLbl="node4" presStyleIdx="17" presStyleCnt="18">
        <dgm:presLayoutVars>
          <dgm:chPref val="3"/>
        </dgm:presLayoutVars>
      </dgm:prSet>
      <dgm:spPr/>
    </dgm:pt>
    <dgm:pt modelId="{98CD00D2-5541-466F-AD9D-F236F3758050}" type="pres">
      <dgm:prSet presAssocID="{07F9D4C4-865D-443D-99AA-48EBC50EB8EF}" presName="horzFour" presStyleCnt="0"/>
      <dgm:spPr/>
    </dgm:pt>
    <dgm:pt modelId="{FC28B786-4E16-47F9-BF8A-6C2E75D2E5B0}" type="pres">
      <dgm:prSet presAssocID="{D3DAE0A6-959A-488C-8B68-CD650D2EF445}" presName="sibSpaceTwo" presStyleCnt="0"/>
      <dgm:spPr/>
    </dgm:pt>
    <dgm:pt modelId="{A6B4E4BB-4212-498D-8A74-72EC6AB6AAA5}" type="pres">
      <dgm:prSet presAssocID="{42FE834C-79D5-4F88-B7E7-BFC14757C44F}" presName="vertTwo" presStyleCnt="0"/>
      <dgm:spPr/>
    </dgm:pt>
    <dgm:pt modelId="{449B3B19-1703-4D11-B28A-C94B7D568DCF}" type="pres">
      <dgm:prSet presAssocID="{42FE834C-79D5-4F88-B7E7-BFC14757C44F}" presName="txTwo" presStyleLbl="node2" presStyleIdx="2" presStyleCnt="4">
        <dgm:presLayoutVars>
          <dgm:chPref val="3"/>
        </dgm:presLayoutVars>
      </dgm:prSet>
      <dgm:spPr/>
    </dgm:pt>
    <dgm:pt modelId="{D064B45F-19B9-4869-BBE4-E76CEB9E82C0}" type="pres">
      <dgm:prSet presAssocID="{42FE834C-79D5-4F88-B7E7-BFC14757C44F}" presName="horzTwo" presStyleCnt="0"/>
      <dgm:spPr/>
    </dgm:pt>
    <dgm:pt modelId="{2A10FF40-2994-462D-98F4-E2E47DE04E22}" type="pres">
      <dgm:prSet presAssocID="{C771C277-56DE-4420-8234-5ED37942B6FB}" presName="sibSpaceTwo" presStyleCnt="0"/>
      <dgm:spPr/>
    </dgm:pt>
    <dgm:pt modelId="{70CB3C68-0C55-4ED7-B897-277009B05422}" type="pres">
      <dgm:prSet presAssocID="{E5478362-CFE7-4D21-B179-9F9B3A828E2A}" presName="vertTwo" presStyleCnt="0"/>
      <dgm:spPr/>
    </dgm:pt>
    <dgm:pt modelId="{80AB8CA4-4AAE-4566-9C2F-663517899584}" type="pres">
      <dgm:prSet presAssocID="{E5478362-CFE7-4D21-B179-9F9B3A828E2A}" presName="txTwo" presStyleLbl="node2" presStyleIdx="3" presStyleCnt="4">
        <dgm:presLayoutVars>
          <dgm:chPref val="3"/>
        </dgm:presLayoutVars>
      </dgm:prSet>
      <dgm:spPr/>
    </dgm:pt>
    <dgm:pt modelId="{57B8D419-F5D3-443B-9FEB-3695CE5311B7}" type="pres">
      <dgm:prSet presAssocID="{E5478362-CFE7-4D21-B179-9F9B3A828E2A}" presName="horzTwo" presStyleCnt="0"/>
      <dgm:spPr/>
    </dgm:pt>
  </dgm:ptLst>
  <dgm:cxnLst>
    <dgm:cxn modelId="{BD491F00-64AF-4FE3-835B-793B9440D31E}" srcId="{E1434334-8BF7-402C-AB9E-70EBD03E240C}" destId="{1636477D-4D26-42BD-B59B-297FCBC3A95C}" srcOrd="1" destOrd="0" parTransId="{87F58B61-66B7-4CEE-AC94-627303CDAB25}" sibTransId="{D3DAE0A6-959A-488C-8B68-CD650D2EF445}"/>
    <dgm:cxn modelId="{CB766A01-2D85-4CBC-BDA2-69236FCEB50A}" srcId="{484EE8B1-0C44-4859-BA52-16C94D111F07}" destId="{370B154C-D68E-4EC2-996E-C4418C0EF91F}" srcOrd="1" destOrd="0" parTransId="{D3B3CE32-D27E-48CB-8464-B6110C8D6973}" sibTransId="{4028AFC3-6FF4-48BB-9784-5E3E70D1EE78}"/>
    <dgm:cxn modelId="{B7A8B50B-5204-4B3F-815A-02432CC7ECF7}" srcId="{E1434334-8BF7-402C-AB9E-70EBD03E240C}" destId="{061EED4C-3799-4C78-A186-5AFF97726738}" srcOrd="0" destOrd="0" parTransId="{9645EC5C-D4E4-464C-9EFA-4A1A5C5CEAD0}" sibTransId="{4944947D-9972-4D8E-AC16-DD180EC5092A}"/>
    <dgm:cxn modelId="{9A44820D-D046-4A51-B666-8F1C1ADC4149}" srcId="{E1434334-8BF7-402C-AB9E-70EBD03E240C}" destId="{42FE834C-79D5-4F88-B7E7-BFC14757C44F}" srcOrd="2" destOrd="0" parTransId="{BF889F81-B24A-46EF-9A5B-0F7330E2ED88}" sibTransId="{C771C277-56DE-4420-8234-5ED37942B6FB}"/>
    <dgm:cxn modelId="{49C4FD10-ED56-4824-92E5-8D8818ECC011}" type="presOf" srcId="{CCB244B1-BF3D-4AB6-BE52-88E30ECFBEA9}" destId="{9951D0C3-D189-4312-B001-D62847BD6ACC}" srcOrd="0" destOrd="0" presId="urn:microsoft.com/office/officeart/2005/8/layout/hierarchy4"/>
    <dgm:cxn modelId="{9224E111-E573-4A52-B20C-3F08A72A8022}" srcId="{6711DC5D-D018-44B7-BE68-5E90B48B1E74}" destId="{C5C88C80-A8FA-4F01-8FFA-016EC6499D75}" srcOrd="0" destOrd="0" parTransId="{F11E58B8-AC16-472F-9257-D43D01FE9057}" sibTransId="{7F382976-FB63-4185-80DC-220A1053EBA2}"/>
    <dgm:cxn modelId="{3FAECE15-6088-4A63-BB9A-12C801C54EED}" srcId="{99409D57-4E1A-47FF-93CD-6BC13508BD97}" destId="{88E03DE7-6C7F-4726-8C04-6BD37220747D}" srcOrd="0" destOrd="0" parTransId="{1CDB643D-0FB9-4F12-8C53-12D36611A6C7}" sibTransId="{749B6900-6E9A-4D13-8A38-32A0D9C3E863}"/>
    <dgm:cxn modelId="{B5646D1F-092E-47E8-8948-A017C971DEE2}" srcId="{370B154C-D68E-4EC2-996E-C4418C0EF91F}" destId="{07F9D4C4-865D-443D-99AA-48EBC50EB8EF}" srcOrd="2" destOrd="0" parTransId="{421311BF-7A90-4369-B5A2-AF2150FFB38C}" sibTransId="{9F135320-D0B5-414F-95D0-783B1596E5CC}"/>
    <dgm:cxn modelId="{AF4FD01F-E0EE-41FB-8E90-0271DC889161}" type="presOf" srcId="{2A7C01AB-D49E-4394-B18A-4F5E2FBD3168}" destId="{EEA2549E-DC1F-4D04-A24D-19B1C45E490E}" srcOrd="0" destOrd="0" presId="urn:microsoft.com/office/officeart/2005/8/layout/hierarchy4"/>
    <dgm:cxn modelId="{A7D3AF2E-E655-4916-9222-812F25D678EC}" type="presOf" srcId="{1636477D-4D26-42BD-B59B-297FCBC3A95C}" destId="{608F8A3F-71FD-4CB9-B3A9-A9646ADEF45A}" srcOrd="0" destOrd="0" presId="urn:microsoft.com/office/officeart/2005/8/layout/hierarchy4"/>
    <dgm:cxn modelId="{A1E4B132-6A2F-44C0-BF79-395B33D89154}" srcId="{370B154C-D68E-4EC2-996E-C4418C0EF91F}" destId="{6711DC5D-D018-44B7-BE68-5E90B48B1E74}" srcOrd="0" destOrd="0" parTransId="{26BE09D2-37A3-4965-A7AC-2DDEB3641EFA}" sibTransId="{5CC1777F-9F16-42A3-BC62-775846A21E3C}"/>
    <dgm:cxn modelId="{890FE339-E941-42EF-BBE9-59035421EF04}" srcId="{2A7C01AB-D49E-4394-B18A-4F5E2FBD3168}" destId="{29F5892D-3162-45C9-8056-C3D93F88CF0D}" srcOrd="0" destOrd="0" parTransId="{C9D227E8-4355-45FF-8535-1E0BBB60FE28}" sibTransId="{BCC82133-0F19-4C91-89F9-951512DC12A2}"/>
    <dgm:cxn modelId="{5133903A-5125-422D-9CA1-DA6773793CB2}" type="presOf" srcId="{07F9D4C4-865D-443D-99AA-48EBC50EB8EF}" destId="{8EFCDBAD-BBA9-4AF4-B759-9E213F3815B2}" srcOrd="0" destOrd="0" presId="urn:microsoft.com/office/officeart/2005/8/layout/hierarchy4"/>
    <dgm:cxn modelId="{6E135C60-92B1-4CA2-81AB-1393AE927D92}" type="presOf" srcId="{061EED4C-3799-4C78-A186-5AFF97726738}" destId="{F722F914-3429-4255-AD57-306AA2B94BDA}" srcOrd="0" destOrd="0" presId="urn:microsoft.com/office/officeart/2005/8/layout/hierarchy4"/>
    <dgm:cxn modelId="{3DD84260-394A-44B9-9734-733AEB0A42FA}" type="presOf" srcId="{99409D57-4E1A-47FF-93CD-6BC13508BD97}" destId="{765F83BC-8705-4896-BD19-142B13EE783D}" srcOrd="0" destOrd="0" presId="urn:microsoft.com/office/officeart/2005/8/layout/hierarchy4"/>
    <dgm:cxn modelId="{97CC1761-FFD9-4DE3-84FB-303F9C69C5F5}" srcId="{78237AC0-EDA6-41F8-A636-BB135825DA8B}" destId="{DFDEFEF1-D868-4BBA-B820-3A6FF26D47CC}" srcOrd="0" destOrd="0" parTransId="{094148AB-303F-4F33-BF6B-9DE45849AA2C}" sibTransId="{E21C3C71-DECE-4E1A-92B4-80EB1AF2953E}"/>
    <dgm:cxn modelId="{73BD5162-DC84-4217-9FD1-4F82EBD836CB}" type="presOf" srcId="{5509AA33-5601-409E-80A0-6C3BFBBFBDD8}" destId="{26F8508B-5226-460E-B2FA-8FB66F89E67B}" srcOrd="0" destOrd="0" presId="urn:microsoft.com/office/officeart/2005/8/layout/hierarchy4"/>
    <dgm:cxn modelId="{F85C6848-310C-4AF7-BC6F-AE41380A5DB1}" type="presOf" srcId="{484EE8B1-0C44-4859-BA52-16C94D111F07}" destId="{776211A0-D739-4548-9210-AA7407DF9EC7}" srcOrd="0" destOrd="0" presId="urn:microsoft.com/office/officeart/2005/8/layout/hierarchy4"/>
    <dgm:cxn modelId="{351EAF49-637E-482D-9011-7CC105CD3BF6}" type="presOf" srcId="{E5478362-CFE7-4D21-B179-9F9B3A828E2A}" destId="{80AB8CA4-4AAE-4566-9C2F-663517899584}" srcOrd="0" destOrd="0" presId="urn:microsoft.com/office/officeart/2005/8/layout/hierarchy4"/>
    <dgm:cxn modelId="{2087986F-60CB-453D-AB03-1953F6E26748}" type="presOf" srcId="{C85C5283-EE31-4CB2-8682-AF9819B6AF0D}" destId="{46BFEF2D-45BA-4579-9C19-550904F83E35}" srcOrd="0" destOrd="0" presId="urn:microsoft.com/office/officeart/2005/8/layout/hierarchy4"/>
    <dgm:cxn modelId="{300F6970-F63D-43F7-A945-764E7EB03C8B}" srcId="{CCB244B1-BF3D-4AB6-BE52-88E30ECFBEA9}" destId="{5CD15294-5154-440E-B984-0C3D6D278028}" srcOrd="0" destOrd="0" parTransId="{4B6C0EF1-5F10-472B-8147-B64D831A923A}" sibTransId="{89FE6C93-5BC0-42F6-8C1F-C0023D4732D5}"/>
    <dgm:cxn modelId="{BB6A4E51-E77C-43D6-8D72-7A8E39AA5278}" srcId="{370B154C-D68E-4EC2-996E-C4418C0EF91F}" destId="{C85C5283-EE31-4CB2-8682-AF9819B6AF0D}" srcOrd="1" destOrd="0" parTransId="{CF792F6D-1AA6-4E03-88FE-15270680C844}" sibTransId="{CF1D7649-2BEB-4199-B942-39EDF6340B53}"/>
    <dgm:cxn modelId="{E7CD8871-9572-4005-A3EA-4581A5FCB1B4}" type="presOf" srcId="{88E03DE7-6C7F-4726-8C04-6BD37220747D}" destId="{24402353-4F2D-4322-8FDC-89C90F292551}" srcOrd="0" destOrd="0" presId="urn:microsoft.com/office/officeart/2005/8/layout/hierarchy4"/>
    <dgm:cxn modelId="{D1D86B74-E68C-451C-A6EC-765CA0C79A51}" type="presOf" srcId="{F65329BF-00BE-4B0C-B221-A323586D6253}" destId="{140B3936-FFAF-4946-AED8-892767F7D9D9}" srcOrd="0" destOrd="0" presId="urn:microsoft.com/office/officeart/2005/8/layout/hierarchy4"/>
    <dgm:cxn modelId="{6351B475-F731-4FCE-A386-EA5AEE84A923}" srcId="{5509AA33-5601-409E-80A0-6C3BFBBFBDD8}" destId="{2A7C01AB-D49E-4394-B18A-4F5E2FBD3168}" srcOrd="0" destOrd="0" parTransId="{CD30CBDB-77E7-4441-91A7-B270C8900606}" sibTransId="{9047AD47-11C3-4DA6-9AD4-6D77CD45C8CB}"/>
    <dgm:cxn modelId="{B8478B79-6617-4594-B63F-7BA2A93E7698}" type="presOf" srcId="{B44B2F84-647C-4780-9C9A-EA63EBE8E83B}" destId="{F2EEEDC2-E495-4211-9E48-33E624ECB6E1}" srcOrd="0" destOrd="0" presId="urn:microsoft.com/office/officeart/2005/8/layout/hierarchy4"/>
    <dgm:cxn modelId="{1E87C459-0D2A-4FD9-AA0A-5260CC9A172E}" srcId="{5509AA33-5601-409E-80A0-6C3BFBBFBDD8}" destId="{CCB244B1-BF3D-4AB6-BE52-88E30ECFBEA9}" srcOrd="1" destOrd="0" parTransId="{80B9AF66-9C35-4665-A523-DC83C0A007A7}" sibTransId="{6422F6DA-BD68-40FD-9BB5-F8A7BBF85DC1}"/>
    <dgm:cxn modelId="{D745677D-3759-4B03-ADE8-6290C652C7E1}" srcId="{1636477D-4D26-42BD-B59B-297FCBC3A95C}" destId="{484EE8B1-0C44-4859-BA52-16C94D111F07}" srcOrd="0" destOrd="0" parTransId="{4E40D655-5108-45AE-A0A5-436AF000A653}" sibTransId="{DC51608E-9BA0-40CF-AD3B-BA927F14ABEE}"/>
    <dgm:cxn modelId="{B19A3B88-7A15-4CAD-A026-0D32B68113A3}" type="presOf" srcId="{370B154C-D68E-4EC2-996E-C4418C0EF91F}" destId="{91C15CEB-2F17-4F76-A1F5-AA176CADD7CF}" srcOrd="0" destOrd="0" presId="urn:microsoft.com/office/officeart/2005/8/layout/hierarchy4"/>
    <dgm:cxn modelId="{2D0C4089-438C-43A3-95AA-8EDE238BF959}" type="presOf" srcId="{C5C88C80-A8FA-4F01-8FFA-016EC6499D75}" destId="{C43294D0-E374-4C91-A82C-7D8D82422969}" srcOrd="0" destOrd="0" presId="urn:microsoft.com/office/officeart/2005/8/layout/hierarchy4"/>
    <dgm:cxn modelId="{55D8C68A-DABA-4806-97C5-1D809FB8C857}" type="presOf" srcId="{78237AC0-EDA6-41F8-A636-BB135825DA8B}" destId="{0ACD8952-72CF-451A-9C84-72F3A5F03754}" srcOrd="0" destOrd="0" presId="urn:microsoft.com/office/officeart/2005/8/layout/hierarchy4"/>
    <dgm:cxn modelId="{DF75228B-714B-4B12-9179-DB0052424879}" type="presOf" srcId="{29F5892D-3162-45C9-8056-C3D93F88CF0D}" destId="{DB6329C8-B539-47F9-BA39-ABC31226DEFA}" srcOrd="0" destOrd="0" presId="urn:microsoft.com/office/officeart/2005/8/layout/hierarchy4"/>
    <dgm:cxn modelId="{2128229C-EA61-499A-8221-A4349CF294C9}" srcId="{484EE8B1-0C44-4859-BA52-16C94D111F07}" destId="{5509AA33-5601-409E-80A0-6C3BFBBFBDD8}" srcOrd="0" destOrd="0" parTransId="{7564A467-C470-4D6C-9C36-344C8DDD04D7}" sibTransId="{DD0C8C93-8CD0-439A-BDB3-D7EB3C6E0C5C}"/>
    <dgm:cxn modelId="{AF63979C-9040-41D4-8D52-EEB8120242FC}" srcId="{C5C88C80-A8FA-4F01-8FFA-016EC6499D75}" destId="{F65329BF-00BE-4B0C-B221-A323586D6253}" srcOrd="0" destOrd="0" parTransId="{4A53E57F-D2BB-44B8-A3B0-9086DF5CBC0D}" sibTransId="{1005C61E-E544-44BE-8CE0-0D62025F3DD7}"/>
    <dgm:cxn modelId="{7AFBCFA7-C0D2-45D7-AF33-497B631DB77A}" srcId="{C85C5283-EE31-4CB2-8682-AF9819B6AF0D}" destId="{D566E8C2-20F4-4CA9-AC2B-B518BEFD4AB7}" srcOrd="0" destOrd="0" parTransId="{7E39E349-6B2F-443A-8202-821DDDC5D967}" sibTransId="{25792031-7A99-412C-B27A-66AE56777E0A}"/>
    <dgm:cxn modelId="{A4E32BB5-B657-4065-9BB3-B6B4E2F59015}" srcId="{5CD15294-5154-440E-B984-0C3D6D278028}" destId="{628577AB-0A7C-4E56-A7E9-99A208A32C31}" srcOrd="0" destOrd="0" parTransId="{DA6638FC-0729-4FC2-984A-731F33B8CB8D}" sibTransId="{2A20A9CC-EF47-4074-911D-CC99899B867A}"/>
    <dgm:cxn modelId="{73396EC2-F6FC-40DC-A1C4-CA846E90A944}" type="presOf" srcId="{5CD15294-5154-440E-B984-0C3D6D278028}" destId="{6038BFC7-9A23-42F3-8957-EDDB9D632D68}" srcOrd="0" destOrd="0" presId="urn:microsoft.com/office/officeart/2005/8/layout/hierarchy4"/>
    <dgm:cxn modelId="{072A5EC5-FF73-4E8A-A0EF-22314D9AF544}" type="presOf" srcId="{D566E8C2-20F4-4CA9-AC2B-B518BEFD4AB7}" destId="{EB7D744B-AFEF-43B9-A82E-02F20DA780AD}" srcOrd="0" destOrd="0" presId="urn:microsoft.com/office/officeart/2005/8/layout/hierarchy4"/>
    <dgm:cxn modelId="{2113B2CA-5939-4FEB-A1B4-21465AA9EBE0}" type="presOf" srcId="{E1434334-8BF7-402C-AB9E-70EBD03E240C}" destId="{CA24A156-D034-4D58-9EE3-D4D0A9D8DC8C}" srcOrd="0" destOrd="0" presId="urn:microsoft.com/office/officeart/2005/8/layout/hierarchy4"/>
    <dgm:cxn modelId="{38EAA9D1-7A28-488F-B8CD-05F32E1ABB6D}" srcId="{D566E8C2-20F4-4CA9-AC2B-B518BEFD4AB7}" destId="{99409D57-4E1A-47FF-93CD-6BC13508BD97}" srcOrd="0" destOrd="0" parTransId="{A0A7107C-C3C8-45C5-8BE4-7D0CB676E0A9}" sibTransId="{15B1621C-8CFE-4C12-BDF5-637561A3739C}"/>
    <dgm:cxn modelId="{7D9DCFD2-670F-4ABE-91A0-F03DA1A8D79C}" type="presOf" srcId="{42FE834C-79D5-4F88-B7E7-BFC14757C44F}" destId="{449B3B19-1703-4D11-B28A-C94B7D568DCF}" srcOrd="0" destOrd="0" presId="urn:microsoft.com/office/officeart/2005/8/layout/hierarchy4"/>
    <dgm:cxn modelId="{F03975E0-56BC-4978-85F8-CDC397174EAB}" srcId="{5509AA33-5601-409E-80A0-6C3BFBBFBDD8}" destId="{B44B2F84-647C-4780-9C9A-EA63EBE8E83B}" srcOrd="2" destOrd="0" parTransId="{19675068-5D3B-487E-971B-6248DA044221}" sibTransId="{2058E413-19F1-406C-B525-036919324953}"/>
    <dgm:cxn modelId="{503715E5-0D3F-49BD-A56A-7DFC55DB7200}" srcId="{E1434334-8BF7-402C-AB9E-70EBD03E240C}" destId="{E5478362-CFE7-4D21-B179-9F9B3A828E2A}" srcOrd="3" destOrd="0" parTransId="{00685717-72D2-4870-9CB6-3420B62D9D54}" sibTransId="{676EE5F9-A1E5-4D92-A431-336146A6D9E0}"/>
    <dgm:cxn modelId="{6CECFBE8-9922-4424-A0F9-78610164FED9}" type="presOf" srcId="{6711DC5D-D018-44B7-BE68-5E90B48B1E74}" destId="{8403377E-C5B7-4A6D-9C36-E6F591E57CE6}" srcOrd="0" destOrd="0" presId="urn:microsoft.com/office/officeart/2005/8/layout/hierarchy4"/>
    <dgm:cxn modelId="{88634FEB-09C9-4099-8D19-12CB930695E7}" type="presOf" srcId="{F608BBE1-A353-4332-AB71-BD40FF3D5676}" destId="{3FDA59D8-150B-4B7B-B97C-A8298E30C9D4}" srcOrd="0" destOrd="0" presId="urn:microsoft.com/office/officeart/2005/8/layout/hierarchy4"/>
    <dgm:cxn modelId="{28B3ABF4-3DA3-4675-AFEF-7A5396BD13A0}" srcId="{F608BBE1-A353-4332-AB71-BD40FF3D5676}" destId="{E1434334-8BF7-402C-AB9E-70EBD03E240C}" srcOrd="0" destOrd="0" parTransId="{E84425F4-7F8E-4AE0-920E-9067EFF1CB4C}" sibTransId="{E0C22C85-A296-4CDB-8771-68DFAA74B61D}"/>
    <dgm:cxn modelId="{4141AEF8-C9C6-4D07-97CC-1E2E75C59DE3}" type="presOf" srcId="{DFDEFEF1-D868-4BBA-B820-3A6FF26D47CC}" destId="{A2852C5C-793E-4E92-B082-56F07791AF05}" srcOrd="0" destOrd="0" presId="urn:microsoft.com/office/officeart/2005/8/layout/hierarchy4"/>
    <dgm:cxn modelId="{22944DFB-E31A-447B-82C5-6B1A0405F757}" type="presOf" srcId="{628577AB-0A7C-4E56-A7E9-99A208A32C31}" destId="{59EBDCEA-14C2-4DE6-BDB1-E7F60FE7035C}" srcOrd="0" destOrd="0" presId="urn:microsoft.com/office/officeart/2005/8/layout/hierarchy4"/>
    <dgm:cxn modelId="{B63E74FD-860B-4154-8AAA-BB6F46D2ED83}" srcId="{29F5892D-3162-45C9-8056-C3D93F88CF0D}" destId="{78237AC0-EDA6-41F8-A636-BB135825DA8B}" srcOrd="0" destOrd="0" parTransId="{B1E5AAA1-1D44-4AD8-BEF5-22E2BCC03DCE}" sibTransId="{27EF0D57-770E-4E40-888A-3D8CA47403A8}"/>
    <dgm:cxn modelId="{ECC54003-EE93-4EA3-904A-F7C9F969F5CB}" type="presParOf" srcId="{3FDA59D8-150B-4B7B-B97C-A8298E30C9D4}" destId="{CA821F0C-EB03-4B73-8E0D-9235937F50C3}" srcOrd="0" destOrd="0" presId="urn:microsoft.com/office/officeart/2005/8/layout/hierarchy4"/>
    <dgm:cxn modelId="{52AB0E67-5206-44F8-8E0F-2C1093D21CB5}" type="presParOf" srcId="{CA821F0C-EB03-4B73-8E0D-9235937F50C3}" destId="{CA24A156-D034-4D58-9EE3-D4D0A9D8DC8C}" srcOrd="0" destOrd="0" presId="urn:microsoft.com/office/officeart/2005/8/layout/hierarchy4"/>
    <dgm:cxn modelId="{0981F871-677F-45BF-B485-50333753BAB2}" type="presParOf" srcId="{CA821F0C-EB03-4B73-8E0D-9235937F50C3}" destId="{70027646-9980-4E43-8A08-23DEC5FE4E9F}" srcOrd="1" destOrd="0" presId="urn:microsoft.com/office/officeart/2005/8/layout/hierarchy4"/>
    <dgm:cxn modelId="{96ADE7B6-45F5-4B3F-88E0-F4DF28F93FFD}" type="presParOf" srcId="{CA821F0C-EB03-4B73-8E0D-9235937F50C3}" destId="{684F247C-5163-47E1-BF75-CBAFF2C15AD4}" srcOrd="2" destOrd="0" presId="urn:microsoft.com/office/officeart/2005/8/layout/hierarchy4"/>
    <dgm:cxn modelId="{84D51811-FAF4-45E4-BDE2-7C66A36ED6EC}" type="presParOf" srcId="{684F247C-5163-47E1-BF75-CBAFF2C15AD4}" destId="{36FE96E9-1EDB-4C50-BF4B-91043978C73E}" srcOrd="0" destOrd="0" presId="urn:microsoft.com/office/officeart/2005/8/layout/hierarchy4"/>
    <dgm:cxn modelId="{F0C82064-F5AF-4E52-B3DE-D4EE6A74199F}" type="presParOf" srcId="{36FE96E9-1EDB-4C50-BF4B-91043978C73E}" destId="{F722F914-3429-4255-AD57-306AA2B94BDA}" srcOrd="0" destOrd="0" presId="urn:microsoft.com/office/officeart/2005/8/layout/hierarchy4"/>
    <dgm:cxn modelId="{E969AEE1-8165-4927-B19A-1EEA52D13BC5}" type="presParOf" srcId="{36FE96E9-1EDB-4C50-BF4B-91043978C73E}" destId="{63E706BC-4FD8-4F20-B1BD-720722E54834}" srcOrd="1" destOrd="0" presId="urn:microsoft.com/office/officeart/2005/8/layout/hierarchy4"/>
    <dgm:cxn modelId="{2E6679B6-5B6B-4401-A8E9-6FAEDADFA5B2}" type="presParOf" srcId="{684F247C-5163-47E1-BF75-CBAFF2C15AD4}" destId="{0B999DEE-FC56-4E19-A304-9DAC04DC21BD}" srcOrd="1" destOrd="0" presId="urn:microsoft.com/office/officeart/2005/8/layout/hierarchy4"/>
    <dgm:cxn modelId="{30BFE795-F96E-40A2-83A5-6481685388A0}" type="presParOf" srcId="{684F247C-5163-47E1-BF75-CBAFF2C15AD4}" destId="{056A2829-E4D0-47A1-A9E1-CC4375529101}" srcOrd="2" destOrd="0" presId="urn:microsoft.com/office/officeart/2005/8/layout/hierarchy4"/>
    <dgm:cxn modelId="{0BB853D4-A715-43E0-BB8F-ACF4E1B82E7C}" type="presParOf" srcId="{056A2829-E4D0-47A1-A9E1-CC4375529101}" destId="{608F8A3F-71FD-4CB9-B3A9-A9646ADEF45A}" srcOrd="0" destOrd="0" presId="urn:microsoft.com/office/officeart/2005/8/layout/hierarchy4"/>
    <dgm:cxn modelId="{EA1792CD-C922-4F83-A3B6-FEFDBD0352C9}" type="presParOf" srcId="{056A2829-E4D0-47A1-A9E1-CC4375529101}" destId="{747B199E-B2F5-4B3C-A7B2-22CAD251E195}" srcOrd="1" destOrd="0" presId="urn:microsoft.com/office/officeart/2005/8/layout/hierarchy4"/>
    <dgm:cxn modelId="{89AA8CD2-7C92-4F61-9908-3784F4844BF7}" type="presParOf" srcId="{056A2829-E4D0-47A1-A9E1-CC4375529101}" destId="{6A561773-66CC-4415-880D-9AB768312926}" srcOrd="2" destOrd="0" presId="urn:microsoft.com/office/officeart/2005/8/layout/hierarchy4"/>
    <dgm:cxn modelId="{36B5EDA6-2349-43DC-A0EB-1719F5691091}" type="presParOf" srcId="{6A561773-66CC-4415-880D-9AB768312926}" destId="{B1B01469-8D54-4EA0-828A-E61671E39BC5}" srcOrd="0" destOrd="0" presId="urn:microsoft.com/office/officeart/2005/8/layout/hierarchy4"/>
    <dgm:cxn modelId="{3411C3A7-21A8-4050-BA21-2C9994736D59}" type="presParOf" srcId="{B1B01469-8D54-4EA0-828A-E61671E39BC5}" destId="{776211A0-D739-4548-9210-AA7407DF9EC7}" srcOrd="0" destOrd="0" presId="urn:microsoft.com/office/officeart/2005/8/layout/hierarchy4"/>
    <dgm:cxn modelId="{C95E5734-B88B-4E44-ABAF-E37098C8FBB6}" type="presParOf" srcId="{B1B01469-8D54-4EA0-828A-E61671E39BC5}" destId="{549F2499-EE39-4BF9-B72E-83D062B1A4E9}" srcOrd="1" destOrd="0" presId="urn:microsoft.com/office/officeart/2005/8/layout/hierarchy4"/>
    <dgm:cxn modelId="{07BE3652-4C4D-43B6-9462-05302E312461}" type="presParOf" srcId="{B1B01469-8D54-4EA0-828A-E61671E39BC5}" destId="{BCC29D6D-E9A1-426C-AC77-CCD61E35F519}" srcOrd="2" destOrd="0" presId="urn:microsoft.com/office/officeart/2005/8/layout/hierarchy4"/>
    <dgm:cxn modelId="{E119EDE1-6786-4C80-8E92-1924110EAC39}" type="presParOf" srcId="{BCC29D6D-E9A1-426C-AC77-CCD61E35F519}" destId="{C6D726DA-EBB4-4D63-8D3B-D610EFBDC14E}" srcOrd="0" destOrd="0" presId="urn:microsoft.com/office/officeart/2005/8/layout/hierarchy4"/>
    <dgm:cxn modelId="{33F21671-5D6F-45D8-B766-67B7A681BE02}" type="presParOf" srcId="{C6D726DA-EBB4-4D63-8D3B-D610EFBDC14E}" destId="{26F8508B-5226-460E-B2FA-8FB66F89E67B}" srcOrd="0" destOrd="0" presId="urn:microsoft.com/office/officeart/2005/8/layout/hierarchy4"/>
    <dgm:cxn modelId="{7C8B0AB6-217F-4347-9939-33E7AEB4D01D}" type="presParOf" srcId="{C6D726DA-EBB4-4D63-8D3B-D610EFBDC14E}" destId="{D4E69CB0-E947-42BB-AC01-0EF1BD1C9F3A}" srcOrd="1" destOrd="0" presId="urn:microsoft.com/office/officeart/2005/8/layout/hierarchy4"/>
    <dgm:cxn modelId="{39A4543B-2B42-4867-B605-8CF3ECBA2A3D}" type="presParOf" srcId="{C6D726DA-EBB4-4D63-8D3B-D610EFBDC14E}" destId="{814CDB33-988C-4250-9EBC-60F25EB7BA6F}" srcOrd="2" destOrd="0" presId="urn:microsoft.com/office/officeart/2005/8/layout/hierarchy4"/>
    <dgm:cxn modelId="{272EBE88-1496-42FB-8F55-C2FBFC2856D4}" type="presParOf" srcId="{814CDB33-988C-4250-9EBC-60F25EB7BA6F}" destId="{815931D6-2596-4220-8DA5-874971294CEC}" srcOrd="0" destOrd="0" presId="urn:microsoft.com/office/officeart/2005/8/layout/hierarchy4"/>
    <dgm:cxn modelId="{A1ACA7B8-9C9B-4DFB-B451-54746D94363C}" type="presParOf" srcId="{815931D6-2596-4220-8DA5-874971294CEC}" destId="{EEA2549E-DC1F-4D04-A24D-19B1C45E490E}" srcOrd="0" destOrd="0" presId="urn:microsoft.com/office/officeart/2005/8/layout/hierarchy4"/>
    <dgm:cxn modelId="{33B40A78-2323-491E-9F01-889B3BD1434E}" type="presParOf" srcId="{815931D6-2596-4220-8DA5-874971294CEC}" destId="{8C7F0374-BF98-4979-B846-CBF47B41FBF6}" srcOrd="1" destOrd="0" presId="urn:microsoft.com/office/officeart/2005/8/layout/hierarchy4"/>
    <dgm:cxn modelId="{A460916A-E0D4-4894-B7D8-161E3D0B6D75}" type="presParOf" srcId="{815931D6-2596-4220-8DA5-874971294CEC}" destId="{DD3F1635-4541-4131-8EC9-7021F474F3E5}" srcOrd="2" destOrd="0" presId="urn:microsoft.com/office/officeart/2005/8/layout/hierarchy4"/>
    <dgm:cxn modelId="{A2CD6EFB-04B5-4085-A16F-9C1DEAA68486}" type="presParOf" srcId="{DD3F1635-4541-4131-8EC9-7021F474F3E5}" destId="{7BD30591-2CCB-4638-91E8-39E534A3DD06}" srcOrd="0" destOrd="0" presId="urn:microsoft.com/office/officeart/2005/8/layout/hierarchy4"/>
    <dgm:cxn modelId="{014C10D1-6214-44F2-BC8F-F17BAF9D5E85}" type="presParOf" srcId="{7BD30591-2CCB-4638-91E8-39E534A3DD06}" destId="{DB6329C8-B539-47F9-BA39-ABC31226DEFA}" srcOrd="0" destOrd="0" presId="urn:microsoft.com/office/officeart/2005/8/layout/hierarchy4"/>
    <dgm:cxn modelId="{BD56DC60-109E-4C39-B3F8-E88C552C07FF}" type="presParOf" srcId="{7BD30591-2CCB-4638-91E8-39E534A3DD06}" destId="{317C99E2-367B-4841-AEC2-96BC9B9BCAD7}" srcOrd="1" destOrd="0" presId="urn:microsoft.com/office/officeart/2005/8/layout/hierarchy4"/>
    <dgm:cxn modelId="{A58B11A7-0E8A-4FA7-A451-DB9616FC460F}" type="presParOf" srcId="{7BD30591-2CCB-4638-91E8-39E534A3DD06}" destId="{9B38BF3B-8781-4397-8567-D2DBEBA445AA}" srcOrd="2" destOrd="0" presId="urn:microsoft.com/office/officeart/2005/8/layout/hierarchy4"/>
    <dgm:cxn modelId="{902B7A4B-6755-4530-9F27-C25F87277BC6}" type="presParOf" srcId="{9B38BF3B-8781-4397-8567-D2DBEBA445AA}" destId="{0354F0BF-F94E-4594-9789-F520CF07ED49}" srcOrd="0" destOrd="0" presId="urn:microsoft.com/office/officeart/2005/8/layout/hierarchy4"/>
    <dgm:cxn modelId="{FB1FBF27-A833-4A6D-ADCD-8F8B4F631B77}" type="presParOf" srcId="{0354F0BF-F94E-4594-9789-F520CF07ED49}" destId="{0ACD8952-72CF-451A-9C84-72F3A5F03754}" srcOrd="0" destOrd="0" presId="urn:microsoft.com/office/officeart/2005/8/layout/hierarchy4"/>
    <dgm:cxn modelId="{A6747EEC-7C7A-4A87-AFB9-84CE10944FBA}" type="presParOf" srcId="{0354F0BF-F94E-4594-9789-F520CF07ED49}" destId="{37B8AB38-E803-4D6C-B713-B1E4C6E240E8}" srcOrd="1" destOrd="0" presId="urn:microsoft.com/office/officeart/2005/8/layout/hierarchy4"/>
    <dgm:cxn modelId="{D79D448C-E69E-4798-AED8-6A6B0B3966DB}" type="presParOf" srcId="{0354F0BF-F94E-4594-9789-F520CF07ED49}" destId="{D340BCCF-58E9-48FE-8D57-4BFD5FA1B864}" srcOrd="2" destOrd="0" presId="urn:microsoft.com/office/officeart/2005/8/layout/hierarchy4"/>
    <dgm:cxn modelId="{CBBF05AD-7D8F-4751-870D-DA27B366F374}" type="presParOf" srcId="{D340BCCF-58E9-48FE-8D57-4BFD5FA1B864}" destId="{860D37A8-F53A-46DB-AECD-D4803FEA2673}" srcOrd="0" destOrd="0" presId="urn:microsoft.com/office/officeart/2005/8/layout/hierarchy4"/>
    <dgm:cxn modelId="{1E2A1FB1-DE6E-4DCA-9E87-82088FA7813F}" type="presParOf" srcId="{860D37A8-F53A-46DB-AECD-D4803FEA2673}" destId="{A2852C5C-793E-4E92-B082-56F07791AF05}" srcOrd="0" destOrd="0" presId="urn:microsoft.com/office/officeart/2005/8/layout/hierarchy4"/>
    <dgm:cxn modelId="{A84D6120-7A9F-44AC-B716-5A54ECB6920B}" type="presParOf" srcId="{860D37A8-F53A-46DB-AECD-D4803FEA2673}" destId="{8E56CB6E-E63A-4271-94AE-4CD35ABAE373}" srcOrd="1" destOrd="0" presId="urn:microsoft.com/office/officeart/2005/8/layout/hierarchy4"/>
    <dgm:cxn modelId="{00F2042A-913A-48A2-987D-097D2D917051}" type="presParOf" srcId="{814CDB33-988C-4250-9EBC-60F25EB7BA6F}" destId="{7004BDA6-4F89-406A-82B3-0B48B6E7954E}" srcOrd="1" destOrd="0" presId="urn:microsoft.com/office/officeart/2005/8/layout/hierarchy4"/>
    <dgm:cxn modelId="{95D31DAA-3D5C-4571-81C2-0C3C3F09E3AC}" type="presParOf" srcId="{814CDB33-988C-4250-9EBC-60F25EB7BA6F}" destId="{FA94D853-CC43-4E6C-8449-040B8F4E51A9}" srcOrd="2" destOrd="0" presId="urn:microsoft.com/office/officeart/2005/8/layout/hierarchy4"/>
    <dgm:cxn modelId="{764C746A-E78A-4B2F-AD13-661CF82023BE}" type="presParOf" srcId="{FA94D853-CC43-4E6C-8449-040B8F4E51A9}" destId="{9951D0C3-D189-4312-B001-D62847BD6ACC}" srcOrd="0" destOrd="0" presId="urn:microsoft.com/office/officeart/2005/8/layout/hierarchy4"/>
    <dgm:cxn modelId="{2209613E-DB82-4679-AC7F-130E33B3E785}" type="presParOf" srcId="{FA94D853-CC43-4E6C-8449-040B8F4E51A9}" destId="{99117C3B-CA9E-4D67-BD14-F89DC129AB64}" srcOrd="1" destOrd="0" presId="urn:microsoft.com/office/officeart/2005/8/layout/hierarchy4"/>
    <dgm:cxn modelId="{74E2CF74-8137-417F-BE94-D76E8CC10D53}" type="presParOf" srcId="{FA94D853-CC43-4E6C-8449-040B8F4E51A9}" destId="{A34FC156-54A1-4860-BCD6-33353D9CAE52}" srcOrd="2" destOrd="0" presId="urn:microsoft.com/office/officeart/2005/8/layout/hierarchy4"/>
    <dgm:cxn modelId="{14562CB5-61A9-4678-B43C-07BC0B80320F}" type="presParOf" srcId="{A34FC156-54A1-4860-BCD6-33353D9CAE52}" destId="{4EF2283C-6A1D-45B7-AF97-6D10D6CD1485}" srcOrd="0" destOrd="0" presId="urn:microsoft.com/office/officeart/2005/8/layout/hierarchy4"/>
    <dgm:cxn modelId="{6FE41D48-1EE3-41FA-B783-8A298B1C43E2}" type="presParOf" srcId="{4EF2283C-6A1D-45B7-AF97-6D10D6CD1485}" destId="{6038BFC7-9A23-42F3-8957-EDDB9D632D68}" srcOrd="0" destOrd="0" presId="urn:microsoft.com/office/officeart/2005/8/layout/hierarchy4"/>
    <dgm:cxn modelId="{537DD6A6-2515-4661-9197-0A5149F28CE4}" type="presParOf" srcId="{4EF2283C-6A1D-45B7-AF97-6D10D6CD1485}" destId="{213BBE6C-D6D8-4DB3-96D5-C0382B89568E}" srcOrd="1" destOrd="0" presId="urn:microsoft.com/office/officeart/2005/8/layout/hierarchy4"/>
    <dgm:cxn modelId="{9F4A9778-52C8-4DC4-9C61-B27DAA0FD4D9}" type="presParOf" srcId="{4EF2283C-6A1D-45B7-AF97-6D10D6CD1485}" destId="{76A8DBD2-89A1-4FE1-9294-DF38CEFFF0D4}" srcOrd="2" destOrd="0" presId="urn:microsoft.com/office/officeart/2005/8/layout/hierarchy4"/>
    <dgm:cxn modelId="{55058323-8E79-400E-887F-0EB1785B16E7}" type="presParOf" srcId="{76A8DBD2-89A1-4FE1-9294-DF38CEFFF0D4}" destId="{FAC09A1F-325A-4CFE-958C-D619BB458A2D}" srcOrd="0" destOrd="0" presId="urn:microsoft.com/office/officeart/2005/8/layout/hierarchy4"/>
    <dgm:cxn modelId="{FB78DABC-5AB8-480C-9881-254251F8E472}" type="presParOf" srcId="{FAC09A1F-325A-4CFE-958C-D619BB458A2D}" destId="{59EBDCEA-14C2-4DE6-BDB1-E7F60FE7035C}" srcOrd="0" destOrd="0" presId="urn:microsoft.com/office/officeart/2005/8/layout/hierarchy4"/>
    <dgm:cxn modelId="{7235D09D-4D78-469E-A797-B9BC84C1EB17}" type="presParOf" srcId="{FAC09A1F-325A-4CFE-958C-D619BB458A2D}" destId="{D670FF29-9B87-4232-B012-74866DB99CE2}" srcOrd="1" destOrd="0" presId="urn:microsoft.com/office/officeart/2005/8/layout/hierarchy4"/>
    <dgm:cxn modelId="{0C6C09EA-204F-4C86-92B2-8659443673BB}" type="presParOf" srcId="{814CDB33-988C-4250-9EBC-60F25EB7BA6F}" destId="{8A38DE45-75E1-4A5B-AC8D-A3817C6DE801}" srcOrd="3" destOrd="0" presId="urn:microsoft.com/office/officeart/2005/8/layout/hierarchy4"/>
    <dgm:cxn modelId="{532044A5-119F-4CA5-9542-887C483313D1}" type="presParOf" srcId="{814CDB33-988C-4250-9EBC-60F25EB7BA6F}" destId="{A79FC208-5761-4D47-89DC-2EDF93987335}" srcOrd="4" destOrd="0" presId="urn:microsoft.com/office/officeart/2005/8/layout/hierarchy4"/>
    <dgm:cxn modelId="{F8A3D755-9552-43A7-9C26-FF3DDB3F0371}" type="presParOf" srcId="{A79FC208-5761-4D47-89DC-2EDF93987335}" destId="{F2EEEDC2-E495-4211-9E48-33E624ECB6E1}" srcOrd="0" destOrd="0" presId="urn:microsoft.com/office/officeart/2005/8/layout/hierarchy4"/>
    <dgm:cxn modelId="{230BE6B1-8C71-4E70-96F1-2A2A88441B07}" type="presParOf" srcId="{A79FC208-5761-4D47-89DC-2EDF93987335}" destId="{499B5CCB-DB91-460B-B2B7-B37ACF3D4CED}" srcOrd="1" destOrd="0" presId="urn:microsoft.com/office/officeart/2005/8/layout/hierarchy4"/>
    <dgm:cxn modelId="{B278DD04-230D-4DB5-ABB5-5277E1CF3CFC}" type="presParOf" srcId="{BCC29D6D-E9A1-426C-AC77-CCD61E35F519}" destId="{3FEF7BB5-7E8B-4544-AFB5-9E686E19A908}" srcOrd="1" destOrd="0" presId="urn:microsoft.com/office/officeart/2005/8/layout/hierarchy4"/>
    <dgm:cxn modelId="{4FDC2108-39E1-418D-A304-36C95DC77B34}" type="presParOf" srcId="{BCC29D6D-E9A1-426C-AC77-CCD61E35F519}" destId="{F51A6EA9-72FB-4C40-A817-2731E8698EE3}" srcOrd="2" destOrd="0" presId="urn:microsoft.com/office/officeart/2005/8/layout/hierarchy4"/>
    <dgm:cxn modelId="{A4A181B8-E498-43C6-9CB3-1FF3EBA74384}" type="presParOf" srcId="{F51A6EA9-72FB-4C40-A817-2731E8698EE3}" destId="{91C15CEB-2F17-4F76-A1F5-AA176CADD7CF}" srcOrd="0" destOrd="0" presId="urn:microsoft.com/office/officeart/2005/8/layout/hierarchy4"/>
    <dgm:cxn modelId="{AEC34187-801D-4019-A7F4-5B1DD52021A1}" type="presParOf" srcId="{F51A6EA9-72FB-4C40-A817-2731E8698EE3}" destId="{D9E9B657-70CF-4992-B230-884DE72988B3}" srcOrd="1" destOrd="0" presId="urn:microsoft.com/office/officeart/2005/8/layout/hierarchy4"/>
    <dgm:cxn modelId="{B902DAA1-DC58-4425-80B9-D70BE2D01215}" type="presParOf" srcId="{F51A6EA9-72FB-4C40-A817-2731E8698EE3}" destId="{DA3A0C5B-E40E-4F67-BECE-F43595DA50C4}" srcOrd="2" destOrd="0" presId="urn:microsoft.com/office/officeart/2005/8/layout/hierarchy4"/>
    <dgm:cxn modelId="{C69F6F85-2FA6-4AFF-970A-52ADDF2F5817}" type="presParOf" srcId="{DA3A0C5B-E40E-4F67-BECE-F43595DA50C4}" destId="{8CEF0BFF-E885-43CF-8C1F-5A0D3CB5D054}" srcOrd="0" destOrd="0" presId="urn:microsoft.com/office/officeart/2005/8/layout/hierarchy4"/>
    <dgm:cxn modelId="{34244454-67D3-4F07-8A4E-F88E3712727B}" type="presParOf" srcId="{8CEF0BFF-E885-43CF-8C1F-5A0D3CB5D054}" destId="{8403377E-C5B7-4A6D-9C36-E6F591E57CE6}" srcOrd="0" destOrd="0" presId="urn:microsoft.com/office/officeart/2005/8/layout/hierarchy4"/>
    <dgm:cxn modelId="{79EB8A6A-D762-453E-B913-EDF43AF22ED3}" type="presParOf" srcId="{8CEF0BFF-E885-43CF-8C1F-5A0D3CB5D054}" destId="{A7CDB36C-B385-45C7-82CE-D21435773A55}" srcOrd="1" destOrd="0" presId="urn:microsoft.com/office/officeart/2005/8/layout/hierarchy4"/>
    <dgm:cxn modelId="{09761647-B2BA-4951-A7BB-8F023AB8D1E9}" type="presParOf" srcId="{8CEF0BFF-E885-43CF-8C1F-5A0D3CB5D054}" destId="{5BB3D070-3D47-46CB-BD2B-F9025FB17491}" srcOrd="2" destOrd="0" presId="urn:microsoft.com/office/officeart/2005/8/layout/hierarchy4"/>
    <dgm:cxn modelId="{7AD37EC0-CEA0-485C-8674-341FDA5FD2E2}" type="presParOf" srcId="{5BB3D070-3D47-46CB-BD2B-F9025FB17491}" destId="{76428F79-CAFC-4EC6-A980-8BE0FD4FA475}" srcOrd="0" destOrd="0" presId="urn:microsoft.com/office/officeart/2005/8/layout/hierarchy4"/>
    <dgm:cxn modelId="{5CCE621F-667B-4D3F-8B78-791D295E74A5}" type="presParOf" srcId="{76428F79-CAFC-4EC6-A980-8BE0FD4FA475}" destId="{C43294D0-E374-4C91-A82C-7D8D82422969}" srcOrd="0" destOrd="0" presId="urn:microsoft.com/office/officeart/2005/8/layout/hierarchy4"/>
    <dgm:cxn modelId="{C495ACA1-5C93-44EE-9F3D-9B84CB77FADE}" type="presParOf" srcId="{76428F79-CAFC-4EC6-A980-8BE0FD4FA475}" destId="{5C4C89C3-490C-421D-878E-8721FABCC35F}" srcOrd="1" destOrd="0" presId="urn:microsoft.com/office/officeart/2005/8/layout/hierarchy4"/>
    <dgm:cxn modelId="{F12464A6-9410-4106-B4C7-9DC607164C1B}" type="presParOf" srcId="{76428F79-CAFC-4EC6-A980-8BE0FD4FA475}" destId="{0CEC258E-AC1C-4BD4-A049-71156C474DAE}" srcOrd="2" destOrd="0" presId="urn:microsoft.com/office/officeart/2005/8/layout/hierarchy4"/>
    <dgm:cxn modelId="{A4EFA711-D42F-4BFE-BE7C-2234855C1168}" type="presParOf" srcId="{0CEC258E-AC1C-4BD4-A049-71156C474DAE}" destId="{0E6EEF98-49DF-4986-BB8C-575267177D7B}" srcOrd="0" destOrd="0" presId="urn:microsoft.com/office/officeart/2005/8/layout/hierarchy4"/>
    <dgm:cxn modelId="{C56EC762-9579-47D6-9BBC-0A7D8EE93901}" type="presParOf" srcId="{0E6EEF98-49DF-4986-BB8C-575267177D7B}" destId="{140B3936-FFAF-4946-AED8-892767F7D9D9}" srcOrd="0" destOrd="0" presId="urn:microsoft.com/office/officeart/2005/8/layout/hierarchy4"/>
    <dgm:cxn modelId="{2ACBCCC8-EA8B-4199-A056-BFE37744A2AA}" type="presParOf" srcId="{0E6EEF98-49DF-4986-BB8C-575267177D7B}" destId="{35C20307-ABFD-4F71-8577-68AED77FB1FA}" srcOrd="1" destOrd="0" presId="urn:microsoft.com/office/officeart/2005/8/layout/hierarchy4"/>
    <dgm:cxn modelId="{01E030A3-9EE7-40BF-97D3-D69A5CBC7A8C}" type="presParOf" srcId="{DA3A0C5B-E40E-4F67-BECE-F43595DA50C4}" destId="{02FAF941-0D18-4D12-9434-15D7F24527ED}" srcOrd="1" destOrd="0" presId="urn:microsoft.com/office/officeart/2005/8/layout/hierarchy4"/>
    <dgm:cxn modelId="{3D263FBA-CAB8-465F-B0BB-4429ECF04DC3}" type="presParOf" srcId="{DA3A0C5B-E40E-4F67-BECE-F43595DA50C4}" destId="{73584E35-1D9E-487D-BF66-93DD0F6FC1B6}" srcOrd="2" destOrd="0" presId="urn:microsoft.com/office/officeart/2005/8/layout/hierarchy4"/>
    <dgm:cxn modelId="{6AF59D3B-3DBF-4A6A-8C0F-8F200894DA69}" type="presParOf" srcId="{73584E35-1D9E-487D-BF66-93DD0F6FC1B6}" destId="{46BFEF2D-45BA-4579-9C19-550904F83E35}" srcOrd="0" destOrd="0" presId="urn:microsoft.com/office/officeart/2005/8/layout/hierarchy4"/>
    <dgm:cxn modelId="{E4342108-3B8F-4529-99E6-CE7C71E9C52B}" type="presParOf" srcId="{73584E35-1D9E-487D-BF66-93DD0F6FC1B6}" destId="{5865A276-A22C-42E0-ACD7-339CEB51D18E}" srcOrd="1" destOrd="0" presId="urn:microsoft.com/office/officeart/2005/8/layout/hierarchy4"/>
    <dgm:cxn modelId="{2C72563C-BF68-4C22-9B84-422E4ADF80BB}" type="presParOf" srcId="{73584E35-1D9E-487D-BF66-93DD0F6FC1B6}" destId="{1C8F6212-7EEE-4BD7-A530-3C1392736A2B}" srcOrd="2" destOrd="0" presId="urn:microsoft.com/office/officeart/2005/8/layout/hierarchy4"/>
    <dgm:cxn modelId="{A3A78263-6EF7-4CB7-957E-B065C8A1CFDD}" type="presParOf" srcId="{1C8F6212-7EEE-4BD7-A530-3C1392736A2B}" destId="{47BE15F5-2A99-4644-8F27-4A1C4DF9BB03}" srcOrd="0" destOrd="0" presId="urn:microsoft.com/office/officeart/2005/8/layout/hierarchy4"/>
    <dgm:cxn modelId="{2318281C-587B-45C2-AF48-EB6944FAC72C}" type="presParOf" srcId="{47BE15F5-2A99-4644-8F27-4A1C4DF9BB03}" destId="{EB7D744B-AFEF-43B9-A82E-02F20DA780AD}" srcOrd="0" destOrd="0" presId="urn:microsoft.com/office/officeart/2005/8/layout/hierarchy4"/>
    <dgm:cxn modelId="{B4A2E77F-C2BA-46C9-8982-0905CD8D5664}" type="presParOf" srcId="{47BE15F5-2A99-4644-8F27-4A1C4DF9BB03}" destId="{8EB2101E-A6E3-428B-BEC6-85AA86ABEA05}" srcOrd="1" destOrd="0" presId="urn:microsoft.com/office/officeart/2005/8/layout/hierarchy4"/>
    <dgm:cxn modelId="{7F4DDEAA-EE88-4FDD-AA76-97ED0A118767}" type="presParOf" srcId="{47BE15F5-2A99-4644-8F27-4A1C4DF9BB03}" destId="{3D7D9000-C2B1-4B11-88CC-CF011AB47442}" srcOrd="2" destOrd="0" presId="urn:microsoft.com/office/officeart/2005/8/layout/hierarchy4"/>
    <dgm:cxn modelId="{C4B0E64C-1066-4CD4-8DF0-3110D686D1D5}" type="presParOf" srcId="{3D7D9000-C2B1-4B11-88CC-CF011AB47442}" destId="{C887A1A8-8A5D-4B22-80AB-355FA6E4CBCE}" srcOrd="0" destOrd="0" presId="urn:microsoft.com/office/officeart/2005/8/layout/hierarchy4"/>
    <dgm:cxn modelId="{A260DDF3-8E5B-4042-A605-EF5E82FFCB67}" type="presParOf" srcId="{C887A1A8-8A5D-4B22-80AB-355FA6E4CBCE}" destId="{765F83BC-8705-4896-BD19-142B13EE783D}" srcOrd="0" destOrd="0" presId="urn:microsoft.com/office/officeart/2005/8/layout/hierarchy4"/>
    <dgm:cxn modelId="{3A1B2452-A549-4F26-846A-8AD25A68AE89}" type="presParOf" srcId="{C887A1A8-8A5D-4B22-80AB-355FA6E4CBCE}" destId="{5C1ACDFE-E747-41D6-B3BE-963053FDB1CD}" srcOrd="1" destOrd="0" presId="urn:microsoft.com/office/officeart/2005/8/layout/hierarchy4"/>
    <dgm:cxn modelId="{A5EFDA49-1252-4F24-95C4-F879BF27FF40}" type="presParOf" srcId="{C887A1A8-8A5D-4B22-80AB-355FA6E4CBCE}" destId="{9C07074F-176F-4B69-BC2D-85F58F12FCB0}" srcOrd="2" destOrd="0" presId="urn:microsoft.com/office/officeart/2005/8/layout/hierarchy4"/>
    <dgm:cxn modelId="{1995B0B5-37CF-4278-8727-4BA51CC9E8EA}" type="presParOf" srcId="{9C07074F-176F-4B69-BC2D-85F58F12FCB0}" destId="{31E30D85-79B0-42A2-82F1-2DABA6F5970D}" srcOrd="0" destOrd="0" presId="urn:microsoft.com/office/officeart/2005/8/layout/hierarchy4"/>
    <dgm:cxn modelId="{1509B295-557C-4962-A2C3-00DA46B2137C}" type="presParOf" srcId="{31E30D85-79B0-42A2-82F1-2DABA6F5970D}" destId="{24402353-4F2D-4322-8FDC-89C90F292551}" srcOrd="0" destOrd="0" presId="urn:microsoft.com/office/officeart/2005/8/layout/hierarchy4"/>
    <dgm:cxn modelId="{0D893138-EB8B-4254-91E9-7C892448FFF1}" type="presParOf" srcId="{31E30D85-79B0-42A2-82F1-2DABA6F5970D}" destId="{B2651BD3-DC88-4DFD-935A-9985F2CD34D0}" srcOrd="1" destOrd="0" presId="urn:microsoft.com/office/officeart/2005/8/layout/hierarchy4"/>
    <dgm:cxn modelId="{4BEB78D6-C6AF-4749-B633-F538B663B907}" type="presParOf" srcId="{DA3A0C5B-E40E-4F67-BECE-F43595DA50C4}" destId="{32C6F631-8301-4FF5-A682-54D64C00C41B}" srcOrd="3" destOrd="0" presId="urn:microsoft.com/office/officeart/2005/8/layout/hierarchy4"/>
    <dgm:cxn modelId="{3943EE9D-C148-44F7-904A-786F45F0653A}" type="presParOf" srcId="{DA3A0C5B-E40E-4F67-BECE-F43595DA50C4}" destId="{42F6B0D5-4396-43B9-8ABB-DCC3816A96DD}" srcOrd="4" destOrd="0" presId="urn:microsoft.com/office/officeart/2005/8/layout/hierarchy4"/>
    <dgm:cxn modelId="{DC23AC9B-5F7C-4E15-AA4B-277A4086B305}" type="presParOf" srcId="{42F6B0D5-4396-43B9-8ABB-DCC3816A96DD}" destId="{8EFCDBAD-BBA9-4AF4-B759-9E213F3815B2}" srcOrd="0" destOrd="0" presId="urn:microsoft.com/office/officeart/2005/8/layout/hierarchy4"/>
    <dgm:cxn modelId="{7F29E1C3-E768-4F85-B282-CE55FCD66445}" type="presParOf" srcId="{42F6B0D5-4396-43B9-8ABB-DCC3816A96DD}" destId="{98CD00D2-5541-466F-AD9D-F236F3758050}" srcOrd="1" destOrd="0" presId="urn:microsoft.com/office/officeart/2005/8/layout/hierarchy4"/>
    <dgm:cxn modelId="{10135BC6-BCF7-4A1D-93A1-BBD3998EFB71}" type="presParOf" srcId="{684F247C-5163-47E1-BF75-CBAFF2C15AD4}" destId="{FC28B786-4E16-47F9-BF8A-6C2E75D2E5B0}" srcOrd="3" destOrd="0" presId="urn:microsoft.com/office/officeart/2005/8/layout/hierarchy4"/>
    <dgm:cxn modelId="{09D76C58-66F3-49C9-A3D6-D2F53C147D00}" type="presParOf" srcId="{684F247C-5163-47E1-BF75-CBAFF2C15AD4}" destId="{A6B4E4BB-4212-498D-8A74-72EC6AB6AAA5}" srcOrd="4" destOrd="0" presId="urn:microsoft.com/office/officeart/2005/8/layout/hierarchy4"/>
    <dgm:cxn modelId="{407E8080-96DA-4B95-9E7E-941B001C555C}" type="presParOf" srcId="{A6B4E4BB-4212-498D-8A74-72EC6AB6AAA5}" destId="{449B3B19-1703-4D11-B28A-C94B7D568DCF}" srcOrd="0" destOrd="0" presId="urn:microsoft.com/office/officeart/2005/8/layout/hierarchy4"/>
    <dgm:cxn modelId="{4608C3D5-4F0F-48E8-A940-B8DB2E5CF08C}" type="presParOf" srcId="{A6B4E4BB-4212-498D-8A74-72EC6AB6AAA5}" destId="{D064B45F-19B9-4869-BBE4-E76CEB9E82C0}" srcOrd="1" destOrd="0" presId="urn:microsoft.com/office/officeart/2005/8/layout/hierarchy4"/>
    <dgm:cxn modelId="{8ECDC71C-3923-40D7-9A10-4EB352A3D9C9}" type="presParOf" srcId="{684F247C-5163-47E1-BF75-CBAFF2C15AD4}" destId="{2A10FF40-2994-462D-98F4-E2E47DE04E22}" srcOrd="5" destOrd="0" presId="urn:microsoft.com/office/officeart/2005/8/layout/hierarchy4"/>
    <dgm:cxn modelId="{FF9883CA-13FF-42C7-8AC4-9468187FD82D}" type="presParOf" srcId="{684F247C-5163-47E1-BF75-CBAFF2C15AD4}" destId="{70CB3C68-0C55-4ED7-B897-277009B05422}" srcOrd="6" destOrd="0" presId="urn:microsoft.com/office/officeart/2005/8/layout/hierarchy4"/>
    <dgm:cxn modelId="{8E7BCC22-9132-42F4-A241-57361F7B1DE4}" type="presParOf" srcId="{70CB3C68-0C55-4ED7-B897-277009B05422}" destId="{80AB8CA4-4AAE-4566-9C2F-663517899584}" srcOrd="0" destOrd="0" presId="urn:microsoft.com/office/officeart/2005/8/layout/hierarchy4"/>
    <dgm:cxn modelId="{7A682F29-A5AB-4450-98EF-949E611497B8}" type="presParOf" srcId="{70CB3C68-0C55-4ED7-B897-277009B05422}" destId="{57B8D419-F5D3-443B-9FEB-3695CE5311B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4A156-D034-4D58-9EE3-D4D0A9D8DC8C}">
      <dsp:nvSpPr>
        <dsp:cNvPr id="0" name=""/>
        <dsp:cNvSpPr/>
      </dsp:nvSpPr>
      <dsp:spPr>
        <a:xfrm>
          <a:off x="2226" y="1099"/>
          <a:ext cx="7882247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F6FC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F6FC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F6FC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(0,0,0,0)</a:t>
          </a:r>
          <a:endParaRPr lang="zh-CN" altLang="en-US" sz="22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16850" y="15723"/>
        <a:ext cx="7852999" cy="470051"/>
      </dsp:txXfrm>
    </dsp:sp>
    <dsp:sp modelId="{F722F914-3429-4255-AD57-306AA2B94BDA}">
      <dsp:nvSpPr>
        <dsp:cNvPr id="0" name=""/>
        <dsp:cNvSpPr/>
      </dsp:nvSpPr>
      <dsp:spPr>
        <a:xfrm>
          <a:off x="2226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16850" y="565700"/>
        <a:ext cx="813142" cy="470051"/>
      </dsp:txXfrm>
    </dsp:sp>
    <dsp:sp modelId="{608F8A3F-71FD-4CB9-B3A9-A9646ADEF45A}">
      <dsp:nvSpPr>
        <dsp:cNvPr id="0" name=""/>
        <dsp:cNvSpPr/>
      </dsp:nvSpPr>
      <dsp:spPr>
        <a:xfrm>
          <a:off x="915377" y="551076"/>
          <a:ext cx="5142793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565700"/>
        <a:ext cx="5113545" cy="470051"/>
      </dsp:txXfrm>
    </dsp:sp>
    <dsp:sp modelId="{776211A0-D739-4548-9210-AA7407DF9EC7}">
      <dsp:nvSpPr>
        <dsp:cNvPr id="0" name=""/>
        <dsp:cNvSpPr/>
      </dsp:nvSpPr>
      <dsp:spPr>
        <a:xfrm>
          <a:off x="915377" y="1101053"/>
          <a:ext cx="5142793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10CF9B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10CF9B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10CF9B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1115677"/>
        <a:ext cx="5113545" cy="470051"/>
      </dsp:txXfrm>
    </dsp:sp>
    <dsp:sp modelId="{26F8508B-5226-460E-B2FA-8FB66F89E67B}">
      <dsp:nvSpPr>
        <dsp:cNvPr id="0" name=""/>
        <dsp:cNvSpPr/>
      </dsp:nvSpPr>
      <dsp:spPr>
        <a:xfrm>
          <a:off x="915377" y="1651030"/>
          <a:ext cx="2562551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1665654"/>
        <a:ext cx="2533303" cy="470051"/>
      </dsp:txXfrm>
    </dsp:sp>
    <dsp:sp modelId="{EEA2549E-DC1F-4D04-A24D-19B1C45E490E}">
      <dsp:nvSpPr>
        <dsp:cNvPr id="0" name=""/>
        <dsp:cNvSpPr/>
      </dsp:nvSpPr>
      <dsp:spPr>
        <a:xfrm>
          <a:off x="915377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(0,0,0,1)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2215632"/>
        <a:ext cx="813142" cy="470051"/>
      </dsp:txXfrm>
    </dsp:sp>
    <dsp:sp modelId="{DB6329C8-B539-47F9-BA39-ABC31226DEFA}">
      <dsp:nvSpPr>
        <dsp:cNvPr id="0" name=""/>
        <dsp:cNvSpPr/>
      </dsp:nvSpPr>
      <dsp:spPr>
        <a:xfrm>
          <a:off x="915377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(1,1,0,1)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2765609"/>
        <a:ext cx="813142" cy="470051"/>
      </dsp:txXfrm>
    </dsp:sp>
    <dsp:sp modelId="{0ACD8952-72CF-451A-9C84-72F3A5F03754}">
      <dsp:nvSpPr>
        <dsp:cNvPr id="0" name=""/>
        <dsp:cNvSpPr/>
      </dsp:nvSpPr>
      <dsp:spPr>
        <a:xfrm>
          <a:off x="915377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3315586"/>
        <a:ext cx="813142" cy="470051"/>
      </dsp:txXfrm>
    </dsp:sp>
    <dsp:sp modelId="{A2852C5C-793E-4E92-B082-56F07791AF05}">
      <dsp:nvSpPr>
        <dsp:cNvPr id="0" name=""/>
        <dsp:cNvSpPr/>
      </dsp:nvSpPr>
      <dsp:spPr>
        <a:xfrm>
          <a:off x="915377" y="3850939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930001" y="3865563"/>
        <a:ext cx="813142" cy="470051"/>
      </dsp:txXfrm>
    </dsp:sp>
    <dsp:sp modelId="{9951D0C3-D189-4312-B001-D62847BD6ACC}">
      <dsp:nvSpPr>
        <dsp:cNvPr id="0" name=""/>
        <dsp:cNvSpPr/>
      </dsp:nvSpPr>
      <dsp:spPr>
        <a:xfrm>
          <a:off x="1775458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1790082" y="2215632"/>
        <a:ext cx="813142" cy="470051"/>
      </dsp:txXfrm>
    </dsp:sp>
    <dsp:sp modelId="{6038BFC7-9A23-42F3-8957-EDDB9D632D68}">
      <dsp:nvSpPr>
        <dsp:cNvPr id="0" name=""/>
        <dsp:cNvSpPr/>
      </dsp:nvSpPr>
      <dsp:spPr>
        <a:xfrm>
          <a:off x="1775458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1790082" y="2765609"/>
        <a:ext cx="813142" cy="470051"/>
      </dsp:txXfrm>
    </dsp:sp>
    <dsp:sp modelId="{59EBDCEA-14C2-4DE6-BDB1-E7F60FE7035C}">
      <dsp:nvSpPr>
        <dsp:cNvPr id="0" name=""/>
        <dsp:cNvSpPr/>
      </dsp:nvSpPr>
      <dsp:spPr>
        <a:xfrm>
          <a:off x="1775458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1790082" y="3315586"/>
        <a:ext cx="813142" cy="470051"/>
      </dsp:txXfrm>
    </dsp:sp>
    <dsp:sp modelId="{F2EEEDC2-E495-4211-9E48-33E624ECB6E1}">
      <dsp:nvSpPr>
        <dsp:cNvPr id="0" name=""/>
        <dsp:cNvSpPr/>
      </dsp:nvSpPr>
      <dsp:spPr>
        <a:xfrm>
          <a:off x="2635538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2650162" y="2215632"/>
        <a:ext cx="813142" cy="470051"/>
      </dsp:txXfrm>
    </dsp:sp>
    <dsp:sp modelId="{91C15CEB-2F17-4F76-A1F5-AA176CADD7CF}">
      <dsp:nvSpPr>
        <dsp:cNvPr id="0" name=""/>
        <dsp:cNvSpPr/>
      </dsp:nvSpPr>
      <dsp:spPr>
        <a:xfrm>
          <a:off x="3495619" y="1651030"/>
          <a:ext cx="2562551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3510243" y="1665654"/>
        <a:ext cx="2533303" cy="470051"/>
      </dsp:txXfrm>
    </dsp:sp>
    <dsp:sp modelId="{8403377E-C5B7-4A6D-9C36-E6F591E57CE6}">
      <dsp:nvSpPr>
        <dsp:cNvPr id="0" name=""/>
        <dsp:cNvSpPr/>
      </dsp:nvSpPr>
      <dsp:spPr>
        <a:xfrm>
          <a:off x="3495619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(0,0,1,0)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3510243" y="2215632"/>
        <a:ext cx="813142" cy="470051"/>
      </dsp:txXfrm>
    </dsp:sp>
    <dsp:sp modelId="{C43294D0-E374-4C91-A82C-7D8D82422969}">
      <dsp:nvSpPr>
        <dsp:cNvPr id="0" name=""/>
        <dsp:cNvSpPr/>
      </dsp:nvSpPr>
      <dsp:spPr>
        <a:xfrm>
          <a:off x="3495619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(1,0,1,1)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3510243" y="2765609"/>
        <a:ext cx="813142" cy="470051"/>
      </dsp:txXfrm>
    </dsp:sp>
    <dsp:sp modelId="{140B3936-FFAF-4946-AED8-892767F7D9D9}">
      <dsp:nvSpPr>
        <dsp:cNvPr id="0" name=""/>
        <dsp:cNvSpPr/>
      </dsp:nvSpPr>
      <dsp:spPr>
        <a:xfrm>
          <a:off x="3495619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(0,0,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3510243" y="3315586"/>
        <a:ext cx="813142" cy="470051"/>
      </dsp:txXfrm>
    </dsp:sp>
    <dsp:sp modelId="{46BFEF2D-45BA-4579-9C19-550904F83E35}">
      <dsp:nvSpPr>
        <dsp:cNvPr id="0" name=""/>
        <dsp:cNvSpPr/>
      </dsp:nvSpPr>
      <dsp:spPr>
        <a:xfrm>
          <a:off x="4355700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4370324" y="2215632"/>
        <a:ext cx="813142" cy="470051"/>
      </dsp:txXfrm>
    </dsp:sp>
    <dsp:sp modelId="{EB7D744B-AFEF-43B9-A82E-02F20DA780AD}">
      <dsp:nvSpPr>
        <dsp:cNvPr id="0" name=""/>
        <dsp:cNvSpPr/>
      </dsp:nvSpPr>
      <dsp:spPr>
        <a:xfrm>
          <a:off x="4355700" y="2750985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(1,1,0,1)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4370324" y="2765609"/>
        <a:ext cx="813142" cy="470051"/>
      </dsp:txXfrm>
    </dsp:sp>
    <dsp:sp modelId="{765F83BC-8705-4896-BD19-142B13EE783D}">
      <dsp:nvSpPr>
        <dsp:cNvPr id="0" name=""/>
        <dsp:cNvSpPr/>
      </dsp:nvSpPr>
      <dsp:spPr>
        <a:xfrm>
          <a:off x="4355700" y="3300962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(0,1,0,1)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4370324" y="3315586"/>
        <a:ext cx="813142" cy="470051"/>
      </dsp:txXfrm>
    </dsp:sp>
    <dsp:sp modelId="{24402353-4F2D-4322-8FDC-89C90F292551}">
      <dsp:nvSpPr>
        <dsp:cNvPr id="0" name=""/>
        <dsp:cNvSpPr/>
      </dsp:nvSpPr>
      <dsp:spPr>
        <a:xfrm>
          <a:off x="4355700" y="3850939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(1,1,1,1)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4370324" y="3865563"/>
        <a:ext cx="813142" cy="470051"/>
      </dsp:txXfrm>
    </dsp:sp>
    <dsp:sp modelId="{8EFCDBAD-BBA9-4AF4-B759-9E213F3815B2}">
      <dsp:nvSpPr>
        <dsp:cNvPr id="0" name=""/>
        <dsp:cNvSpPr/>
      </dsp:nvSpPr>
      <dsp:spPr>
        <a:xfrm>
          <a:off x="5215780" y="2201008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CCA6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7CCA6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7CCA6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(0,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1,1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,0)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5230404" y="2215632"/>
        <a:ext cx="813142" cy="470051"/>
      </dsp:txXfrm>
    </dsp:sp>
    <dsp:sp modelId="{449B3B19-1703-4D11-B28A-C94B7D568DCF}">
      <dsp:nvSpPr>
        <dsp:cNvPr id="0" name=""/>
        <dsp:cNvSpPr/>
      </dsp:nvSpPr>
      <dsp:spPr>
        <a:xfrm>
          <a:off x="6128932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,1)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6143556" y="565700"/>
        <a:ext cx="813142" cy="470051"/>
      </dsp:txXfrm>
    </dsp:sp>
    <dsp:sp modelId="{80AB8CA4-4AAE-4566-9C2F-663517899584}">
      <dsp:nvSpPr>
        <dsp:cNvPr id="0" name=""/>
        <dsp:cNvSpPr/>
      </dsp:nvSpPr>
      <dsp:spPr>
        <a:xfrm>
          <a:off x="7042083" y="551076"/>
          <a:ext cx="842390" cy="49929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BD0D9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0BD0D9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0BD0D9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800000"/>
          </a:lightRig>
        </a:scene3d>
        <a:sp3d prstMaterial="matte">
          <a:bevelT h="200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(1,</a:t>
          </a:r>
          <a:r>
            <a:rPr lang="en-US" altLang="zh-CN" sz="1500" kern="1200" dirty="0">
              <a:solidFill>
                <a:srgbClr val="FF0000"/>
              </a:solidFill>
              <a:latin typeface="Arial"/>
              <a:ea typeface="微软雅黑"/>
              <a:cs typeface="+mn-cs"/>
            </a:rPr>
            <a:t>0,0,0</a:t>
          </a:r>
          <a:r>
            <a:rPr lang="en-US" altLang="zh-CN" sz="1500" kern="1200" dirty="0">
              <a:solidFill>
                <a:sysClr val="window" lastClr="FFFFFF"/>
              </a:solidFill>
              <a:latin typeface="Arial"/>
              <a:ea typeface="微软雅黑"/>
              <a:cs typeface="+mn-cs"/>
            </a:rPr>
            <a:t>)</a:t>
          </a:r>
          <a:endParaRPr lang="zh-CN" altLang="en-US" sz="1500" kern="1200" dirty="0">
            <a:solidFill>
              <a:sysClr val="window" lastClr="FFFFFF"/>
            </a:solidFill>
            <a:latin typeface="Arial"/>
            <a:ea typeface="微软雅黑"/>
            <a:cs typeface="+mn-cs"/>
          </a:endParaRPr>
        </a:p>
      </dsp:txBody>
      <dsp:txXfrm>
        <a:off x="7056707" y="565700"/>
        <a:ext cx="813142" cy="470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2021/5/5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2021/5/5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2021/5/5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2021/5/5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2021/5/5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95309" y="2018274"/>
            <a:ext cx="678575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深度优先搜索的剪枝与优化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掌握深度优先搜索剪枝与优化的几种方法。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熟练应用深度优先搜索求解一些实际问题。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引例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43018"/>
            <a:ext cx="1006058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某人要带一条狗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一只鸡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一萝米过河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现有一条小船需要人划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且每次只能带一件东西过河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当人不在场时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狗要咬鸡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鸡要吃米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问此人应如何过河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27453F-6D7B-479B-936B-F336CB1504C3}"/>
              </a:ext>
            </a:extLst>
          </p:cNvPr>
          <p:cNvSpPr/>
          <p:nvPr/>
        </p:nvSpPr>
        <p:spPr>
          <a:xfrm>
            <a:off x="1104901" y="1468723"/>
            <a:ext cx="9980682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建立四元空间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狗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鸡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表示在此岸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表示在对岸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起始状态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(0, 0, 0, 0);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终止状态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(1, 1, 1, 1);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(a, b, c, d) → (1-a, 1-b, c, d) 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人、狗过河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→ (1-a, b, 1-c, d) 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人、鸡过河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→ (1-a, b, c, 1-d) 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人、米过河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→ (1-a, b, c, d) 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人过河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状态约束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a≠b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b≠c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a≠c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c≠d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（人不在场时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狗要咬鸡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鸡要吃米）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引例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73928" y="1447349"/>
            <a:ext cx="9911654" cy="5627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状态空间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</a:p>
        </p:txBody>
      </p:sp>
      <p:graphicFrame>
        <p:nvGraphicFramePr>
          <p:cNvPr id="58" name="内容占位符 4">
            <a:extLst>
              <a:ext uri="{FF2B5EF4-FFF2-40B4-BE49-F238E27FC236}">
                <a16:creationId xmlns:a16="http://schemas.microsoft.com/office/drawing/2014/main" id="{FD12B8CA-BFE5-4439-A4CD-F466A466F6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165812"/>
              </p:ext>
            </p:extLst>
          </p:nvPr>
        </p:nvGraphicFramePr>
        <p:xfrm>
          <a:off x="2330203" y="220800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含义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74988"/>
            <a:ext cx="99806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迷宫回溯法思路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这个方向有路可走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我没走过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往这个方向前进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是死胡同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往回走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回到上一个路口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重复第一步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直到找着出口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99ABC3-F2F9-4EBB-8FAC-6ACB1B13E795}"/>
              </a:ext>
            </a:extLst>
          </p:cNvPr>
          <p:cNvSpPr/>
          <p:nvPr/>
        </p:nvSpPr>
        <p:spPr>
          <a:xfrm>
            <a:off x="1104900" y="4555588"/>
            <a:ext cx="9068910" cy="562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我们可不可以在向某个方向前进时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先一步判断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出这样走会不会走到死胡同里呢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 </a:t>
            </a:r>
          </a:p>
        </p:txBody>
      </p:sp>
    </p:spTree>
    <p:extLst>
      <p:ext uri="{BB962C8B-B14F-4D97-AF65-F5344CB8AC3E}">
        <p14:creationId xmlns:p14="http://schemas.microsoft.com/office/powerpoint/2010/main" val="4124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含义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34141"/>
            <a:ext cx="1006058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剪枝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其实就跟走迷宫避开死胡同差不多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若我们把搜索的过程看成是对一棵树的遍历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那么剪枝顾名思义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就是将树中的一些“死胡同”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不能到达我们需要的解的枝条“剪”掉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以减少搜索的时间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搜索算法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绝大部分需要用到剪枝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不是所有的枝条都可以剪掉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这就需要通过设计出合理的判断方法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以决定某一分支的取舍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在设计判断方法的时候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需要遵循一定的原则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857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含义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85615"/>
            <a:ext cx="10060582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剪枝的原则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 正确性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剪枝的前提是一定要保证不丢失正确的结果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 准确性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使不包含最优解的枝条尽可能多的被剪去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以达到程序“最优化”的目的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 高效性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 设计优化程序的根本目的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是要减少搜索的次数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使程序运行的时间减少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7462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81613"/>
            <a:ext cx="10060582" cy="4428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可行性剪枝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如果当前条件不合法就不再继续搜索，直接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。一般的搜索都会加上。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一般格式：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dfs(int x)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if(x&gt;n)return;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if(!check1(x))return;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....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return;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865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738"/>
            <a:ext cx="100605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最优性剪枝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如果当前条件所创造出的答案必定比之前的答案大，那么剩下的搜索就毫无必要，甚至可以剪掉。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一般格式：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dfs(int x,...)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if(x... &amp;&amp; ...)    {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ans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=....;return ...;}</a:t>
            </a:r>
          </a:p>
          <a:p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if(check2(x)&gt;=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ans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return ...;	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最优性剪枝 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=1;...;++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vis[...]=1;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dfs(...);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vis[...]=0;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183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173162"/>
            <a:ext cx="1006058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记忆化搜索其实很像动态规划（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它的关键是：如果对于相同情况下必定答案相同，就可以把这个情况的答案值存储下来，以后再次搜索到这种情况时就可以直接调用。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一般格式：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ans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dfs(int x,...)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if(vis[x]!=0) return f[x];vis[x]=1;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for(int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=1;...;++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vis[...]=1;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dfs(...);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vis[...]=0;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f[x]=...;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165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467860"/>
            <a:ext cx="10060582" cy="3578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搜索顺序剪枝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在一些迷宫题，网格题，或者其他搜索中可以贪心的题，搜索顺序显得十分重要。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其实在迷宫、网格类的题目中，以左上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右下为例，右下左上就明显比左上右下优秀。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在一些推断搜索题中，从已知信息最多的地方开始搜索显然更加优秀。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在一些题中，先搜某个值大的，再搜某个值小的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比如树的度数，产生答案的预计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(A*))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，速度明显会比乱搜更快。</a:t>
            </a: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03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961746" y="1217610"/>
            <a:ext cx="10123836" cy="5640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小猫爬山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Freda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rainbow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只小猫坐索道下山。索道上的缆车最大承重量为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只小猫的重量分别是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C2……CN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。当然，每辆缆车上的小猫的重量之和不能超过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。每租用一辆缆车，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Freda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rainbow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就要付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美元，所以他们想知道，最少需要付多少美元才能把这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只小猫都运送下山？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第一行包含两个用空格隔开的整数，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行每行一个整数，其中第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i+1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行的整数表示第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只小猫的重量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输出一个整数，最少需要多少美元，也就是最少需要多少辆缆车。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样例输入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5 1996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1994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0C774A-B057-4C3A-971B-DEB47B61447B}"/>
              </a:ext>
            </a:extLst>
          </p:cNvPr>
          <p:cNvSpPr/>
          <p:nvPr/>
        </p:nvSpPr>
        <p:spPr>
          <a:xfrm>
            <a:off x="2657383" y="4515595"/>
            <a:ext cx="6096000" cy="13469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样例输出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数据范围与约定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的数据，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1&lt;=N&lt;=18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1&lt;=C 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&lt;=W&lt;=10^8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180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1004397" y="1419932"/>
            <a:ext cx="10081185" cy="437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算法分析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】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搜索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）每只小猫分配到一辆已经租用的缆车上，或者新租用一辆缆车安置这只小猫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状态：已经运送小猫的数量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、已经存在缆车的数量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、每辆缆车上当前搭载的小猫重量之和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cab[]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now,cnt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now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只，如果已分配的第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辆缆车可以装下，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(now+1,cnt)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尝试新租用一辆缆车来安置，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(now+1,cnt+1)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）优化：</a:t>
            </a: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已经大于或等于已经搜到的答案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ans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，立即回溯；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优先搜索重量较大的小猫，减少搜索树分支的数量；</a:t>
            </a:r>
          </a:p>
        </p:txBody>
      </p:sp>
    </p:spTree>
    <p:extLst>
      <p:ext uri="{BB962C8B-B14F-4D97-AF65-F5344CB8AC3E}">
        <p14:creationId xmlns:p14="http://schemas.microsoft.com/office/powerpoint/2010/main" val="22429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229505" y="1619873"/>
            <a:ext cx="5308457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#include&lt;bits/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stdc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++.h&gt;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using namespace std;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int c[20],cab[20],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n,w,ans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(int 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now,int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cnt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if(</a:t>
            </a:r>
            <a:r>
              <a:rPr lang="en-US" altLang="zh-CN" sz="1400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cnt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&gt;=</a:t>
            </a:r>
            <a:r>
              <a:rPr lang="en-US" altLang="zh-CN" sz="1400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) return;  //</a:t>
            </a:r>
            <a:r>
              <a:rPr lang="zh-CN" alt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剪枝</a:t>
            </a:r>
            <a:r>
              <a:rPr lang="en-US" altLang="zh-CN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14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：最优性剪枝 </a:t>
            </a:r>
          </a:p>
          <a:p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if(now==n+1)     //</a:t>
            </a:r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搜索结束条件 </a:t>
            </a:r>
          </a:p>
          <a:p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cnt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return;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for(int 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=1;i&lt;=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cnt;i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++)  //</a:t>
            </a:r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分配已组用缆车 </a:t>
            </a:r>
          </a:p>
          <a:p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if(cab[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]+c[now]&lt;=w)  //</a:t>
            </a:r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能装下 </a:t>
            </a:r>
          </a:p>
          <a:p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	cab[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]+=c[now];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(now+1,cnt);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		cab[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]-=c[now];  //</a:t>
            </a:r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回溯 </a:t>
            </a:r>
          </a:p>
          <a:p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 } 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cab[cnt+1]=c[now];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4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(now+1,cnt+1);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	cab[cnt+1]=0;     //</a:t>
            </a:r>
            <a:r>
              <a:rPr lang="zh-CN" altLang="en-US" sz="1400" dirty="0">
                <a:latin typeface="Times New Roman" pitchFamily="18" charset="0"/>
                <a:cs typeface="Times New Roman" pitchFamily="18" charset="0"/>
              </a:rPr>
              <a:t>回溯 </a:t>
            </a:r>
          </a:p>
          <a:p>
            <a:r>
              <a:rPr lang="en-US" altLang="zh-CN" sz="14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05105-86CD-4BB9-8168-03D7D85B5AAE}"/>
              </a:ext>
            </a:extLst>
          </p:cNvPr>
          <p:cNvSpPr/>
          <p:nvPr/>
        </p:nvSpPr>
        <p:spPr>
          <a:xfrm>
            <a:off x="980295" y="1278662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】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BF9AD57-B57D-4534-84F9-2CC2AE135E49}"/>
              </a:ext>
            </a:extLst>
          </p:cNvPr>
          <p:cNvCxnSpPr/>
          <p:nvPr/>
        </p:nvCxnSpPr>
        <p:spPr>
          <a:xfrm>
            <a:off x="6095241" y="1796686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2EADA9B-06FB-4C51-BF7F-3C2832EEED71}"/>
              </a:ext>
            </a:extLst>
          </p:cNvPr>
          <p:cNvSpPr/>
          <p:nvPr/>
        </p:nvSpPr>
        <p:spPr>
          <a:xfrm>
            <a:off x="6325532" y="2255998"/>
            <a:ext cx="53084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int main()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&gt;&gt;n&gt;&gt;w;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for(int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=1;i&lt;=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n;i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++)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&gt;&gt;c[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	sort(c+1,c+n+1);   //</a:t>
            </a:r>
            <a:r>
              <a:rPr lang="zh-CN" alt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剪枝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：优化搜索顺序 </a:t>
            </a:r>
          </a:p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reverse(c+1,c+n+1);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=n;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(1,0);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return 0;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} </a:t>
            </a:r>
          </a:p>
          <a:p>
            <a:endParaRPr lang="en-US" altLang="zh-CN" dirty="0">
              <a:latin typeface="Times New Roman" pitchFamily="18" charset="0"/>
              <a:cs typeface="Times New Roman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048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938425" y="1365540"/>
            <a:ext cx="10147157" cy="5405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棋盘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有一个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 × 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的棋盘，棋盘上每一个格子可能是红色、黄色或没有任何颜色的。你现在要从棋盘的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最左上角走到棋盘的最右下角。 </a:t>
            </a:r>
            <a:endParaRPr lang="en-US" altLang="zh-CN" sz="16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任何一个时刻，你所站在的位置必须是有颜色的（不能是无色的），你只能向上、下、左、右四个方向前进。当你从一个格子走向另一个格子时，如果两个格子的颜色相同，那你不需要花费金币；如果不同，则你需要花费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个金币。 另外，你可以花费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金币施展魔法让下一个无色格子暂时变为你指定的颜色。但这个魔法不能连续使用，而且这个魔法的持续时间很短，也就是说，如果你使用了这个魔法，走到了这个暂时有颜色的格子上，你就不能继续使用魔法；只有当你离开这个位置，走到一个本来就有颜色的格子上的时候，你才能继续使用这个魔法，而当你离开了这个位置（施展魔法使得变为有颜色的格子）时，这个格子恢复为无色。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现在你要从棋盘的最左上角，走到棋盘的最右下角，求花费的最少金币是多少？ 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输入格式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数据的第一行包含两个正整数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，以一个空格分开，分别代表棋盘的大小，棋盘上有颜色的格子的数量。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 接下来的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行，每行三个正整数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，分别表示坐标为（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）的格子有颜色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。其中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c=1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代表黄色，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c=0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代表红色。相邻两个数之间用一个空格隔开。棋盘左上角的坐标为（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1, 1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），右下角的坐标为（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m, 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）。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 棋盘上其余的格子都是无色。保证棋盘的左上角，也就是（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）一定是有颜色的。 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输出格式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 </a:t>
            </a: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输出一行，一个整数，表示花费的金币的最小值，如果无法到达，输出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 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645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76544" y="1685585"/>
            <a:ext cx="4001950" cy="54784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#include&lt;bits/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stdc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++.h&gt;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using namespace std;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fx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[4] = {-1, 0, 1, 0};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存贮四个方向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fy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[4] = {0, -1, 0, 1};</a:t>
            </a:r>
          </a:p>
          <a:p>
            <a:r>
              <a:rPr lang="en-US" altLang="zh-CN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int f[110][110];  //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每个点到起点最小代价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[110][110];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m, n,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0x7fffffff;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int,int,int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,bool);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main() {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memset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(f, 0x7f,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sizeof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(f));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&gt;&gt; m &gt;&gt; n;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for(int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1;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&lt;= n; ++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) {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	int x, y, c;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&gt;&gt; x &gt;&gt; y &gt;&gt; c; 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[x][y] = c + 1;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(1, 1, 0, false);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==0x7fffffff)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&lt;&lt; -1;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else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;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return 0;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endParaRPr lang="en-US" altLang="zh-C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05105-86CD-4BB9-8168-03D7D85B5AAE}"/>
              </a:ext>
            </a:extLst>
          </p:cNvPr>
          <p:cNvSpPr/>
          <p:nvPr/>
        </p:nvSpPr>
        <p:spPr>
          <a:xfrm>
            <a:off x="878889" y="13674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】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BF9AD57-B57D-4534-84F9-2CC2AE135E49}"/>
              </a:ext>
            </a:extLst>
          </p:cNvPr>
          <p:cNvCxnSpPr/>
          <p:nvPr/>
        </p:nvCxnSpPr>
        <p:spPr>
          <a:xfrm>
            <a:off x="4765429" y="1654807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2EADA9B-06FB-4C51-BF7F-3C2832EEED71}"/>
              </a:ext>
            </a:extLst>
          </p:cNvPr>
          <p:cNvSpPr/>
          <p:nvPr/>
        </p:nvSpPr>
        <p:spPr>
          <a:xfrm>
            <a:off x="6269762" y="1410074"/>
            <a:ext cx="59222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dirty="0"/>
          </a:p>
        </p:txBody>
      </p:sp>
      <p:sp>
        <p:nvSpPr>
          <p:cNvPr id="8" name="矩形 7"/>
          <p:cNvSpPr/>
          <p:nvPr/>
        </p:nvSpPr>
        <p:spPr>
          <a:xfrm>
            <a:off x="4765429" y="1354882"/>
            <a:ext cx="779647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(int x, int y, int sum, bool frog) {  //frog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标记是否使用魔法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if(x &lt; 1 || y &lt; 1 || x &gt; m || y &gt; m) return; // ①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可行性剪枝：越界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if(!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[x][y]&amp;&amp;frog) return;   // 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当前点无色，舍弃，表明没有路径可走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if(sum &gt;= f[x][y]) return; // ②</a:t>
            </a:r>
            <a:r>
              <a:rPr lang="zh-CN" altLang="en-US" sz="1600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记忆化：当前路径代价过大，舍弃  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f[x][y] = sum; 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更新当前点到起点最小代价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if(x == m &amp;&amp; y == m) {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到达目的地    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if(sum &lt;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ans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sum; 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return;    }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for(int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0;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 4; ++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) {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遍历每个点上下左右四个方向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int xx =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x+fx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];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	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y+fy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];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	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[xx][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]) {       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有颜色       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[xx][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==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[x][y])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(xx,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, sum, false);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颜色相同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		else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(xx,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, sum+1, false);  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颜色不同   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}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else if(!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[xx][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&amp;&amp; !frog) { 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没有颜色并且没有施展魔法             	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[xx][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=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[x][y];       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施展魔法         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(xx,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, sum+2, true);        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			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[xx][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= 0; //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回溯        </a:t>
            </a:r>
          </a:p>
          <a:p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}  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190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961746" y="1201105"/>
            <a:ext cx="10123836" cy="544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数的划分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题目描述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份，且每份不能为空，任意两个方案不相同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不考虑顺序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k=3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，下面三种分法被认为是相同的。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1,1,5;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1,5,1;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5,1,1.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问有多少种不同的分法。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n,k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(6&lt;n≤200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2≤k≤6)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个整数，即不同的分法。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输入样例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7 3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输出样例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645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1054648" y="1518092"/>
            <a:ext cx="10219993" cy="1910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算法分析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】 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将数字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无序划分为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份的方案数，即求方程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x1+x2+…+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=n,1&lt;=x1&lt;=x2&lt;=…&lt;=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的解数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）约束条件：分解数一次递增，所以扩展结点时的“下届”应是不小于前一个扩展结点的值，即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a[i-1]&lt;=a[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）优化：求解第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个数时，范围为（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n-a[1]-a[2]-……a[i-1] 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/(k-i+1)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06805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B7AEF0-3050-4DFC-A2CB-2596C9781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456" y="1418948"/>
            <a:ext cx="6247360" cy="52748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760CB3C-1A93-41EE-80FF-127537C16D17}"/>
              </a:ext>
            </a:extLst>
          </p:cNvPr>
          <p:cNvSpPr/>
          <p:nvPr/>
        </p:nvSpPr>
        <p:spPr>
          <a:xfrm>
            <a:off x="916723" y="141894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97542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1033322" y="1319517"/>
            <a:ext cx="998068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4】Square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问题描述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Given a set of sticks of various lengths, is it possible to join them end-to-end to form a square?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first line of input contains N, the number of test cases. Each test case begins with an integer 4 &lt;= M &lt;= 20, the number of sticks. M integers follow; each gives the length of a stick - an integer between 1 and 10,000.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each case, output a line containing "yes" if it is possible to form a square; otherwise output "no".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4 1 1 1 1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5 10 20 30 40 50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8 1 7 2 6 4 4 3 5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 Output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yes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3F1E1E-DB22-4D2E-8B0C-E53753E76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73" y="4649528"/>
            <a:ext cx="1460529" cy="146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5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1BA8EB0-54E8-4336-81C6-5B059483652D}"/>
                  </a:ext>
                </a:extLst>
              </p:cNvPr>
              <p:cNvSpPr/>
              <p:nvPr/>
            </p:nvSpPr>
            <p:spPr>
              <a:xfrm>
                <a:off x="1054649" y="1518092"/>
                <a:ext cx="10030934" cy="47203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算法分析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itchFamily="34" charset="-122"/>
                    <a:ea typeface="微软雅黑" pitchFamily="34" charset="-122"/>
                  </a:rPr>
                  <a:t>】 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基本思路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深度优先搜索</a:t>
                </a:r>
              </a:p>
              <a:p>
                <a:pPr marL="644652" lvl="2" indent="-171450" defTabSz="685800">
                  <a:lnSpc>
                    <a:spcPct val="125000"/>
                  </a:lnSpc>
                  <a:spcBef>
                    <a:spcPts val="263"/>
                  </a:spcBef>
                  <a:buClr>
                    <a:srgbClr val="DA1F28"/>
                  </a:buClr>
                  <a:buSzPct val="100000"/>
                  <a:buFont typeface="Wingdings 2"/>
                  <a:buChar char=""/>
                  <a:defRPr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确定边长𝑙𝑒𝑛𝑔𝑡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ℎ=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zh-CN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CN" altLang="en-US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zh-CN" altLang="en-US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𝑠𝑡𝑖𝑐𝑘</m:t>
                        </m:r>
                        <m:r>
                          <a:rPr lang="en-US" altLang="zh-CN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solidFill>
                              <a:srgbClr val="586466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zh-CN" sz="1600" i="1">
                        <a:solidFill>
                          <a:srgbClr val="5864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</m:t>
                    </m:r>
                  </m:oMath>
                </a14:m>
                <a:endParaRPr lang="zh-CN" altLang="en-US" sz="1600" dirty="0">
                  <a:solidFill>
                    <a:srgbClr val="586466"/>
                  </a:solidFill>
                  <a:latin typeface="Segoe UI Light" panose="020B0502040204020203" pitchFamily="34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剪枝分析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所有木棍的长度和是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的倍数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最长的木棍应该比边长小或相等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如果已经拼好了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根棒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结束搜索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由于越短的木棒灵活性越高，进行排序之后由大至小进行搜索。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为了避免重复搜索，我们默认组成同一边时，下一根取的木棒长度必定不大于当前根的木棒。（组合）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1BA8EB0-54E8-4336-81C6-5B0594836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9" y="1518092"/>
                <a:ext cx="10030934" cy="4720395"/>
              </a:xfrm>
              <a:prstGeom prst="rect">
                <a:avLst/>
              </a:prstGeom>
              <a:blipFill>
                <a:blip r:embed="rId2"/>
                <a:stretch>
                  <a:fillRect l="-304" b="-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19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17605" y="1620062"/>
            <a:ext cx="6146673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#include &lt;bits/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stdc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++.h&gt;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using namespace std;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const 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maxn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22;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vis[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maxn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],s[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maxn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],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n,sum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cmp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(const 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x,const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int y)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return x&gt;y;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bool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(int _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sum,int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start,int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kase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)//_sum: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当前已经组成了多少长度  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start: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从哪里开始找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kase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zh-CN" altLang="en-US" sz="1600" dirty="0">
                <a:latin typeface="Times New Roman" pitchFamily="18" charset="0"/>
                <a:cs typeface="Times New Roman" pitchFamily="18" charset="0"/>
              </a:rPr>
              <a:t>已经拼成了几个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kase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== 3) return true;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if(_sum == sum/4)   {if(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(0,1,kase+1)) return true;}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for(int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start;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&lt;= n 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++) 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if(!vis[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]) 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vis[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= 1;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(_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sum+s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],i+1,kase)) return true;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vis[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 = 0;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return false;}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B05105-86CD-4BB9-8168-03D7D85B5AAE}"/>
              </a:ext>
            </a:extLst>
          </p:cNvPr>
          <p:cNvSpPr/>
          <p:nvPr/>
        </p:nvSpPr>
        <p:spPr>
          <a:xfrm>
            <a:off x="949910" y="1301106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】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BF9AD57-B57D-4534-84F9-2CC2AE135E49}"/>
              </a:ext>
            </a:extLst>
          </p:cNvPr>
          <p:cNvCxnSpPr/>
          <p:nvPr/>
        </p:nvCxnSpPr>
        <p:spPr>
          <a:xfrm>
            <a:off x="7007210" y="1560983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2EADA9B-06FB-4C51-BF7F-3C2832EEED71}"/>
              </a:ext>
            </a:extLst>
          </p:cNvPr>
          <p:cNvSpPr/>
          <p:nvPr/>
        </p:nvSpPr>
        <p:spPr>
          <a:xfrm>
            <a:off x="7315321" y="1357573"/>
            <a:ext cx="507793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main()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int t;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&gt;&gt;t;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while(t--) 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memset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(vis,0,sizeof vis);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sum = 0;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&gt;&gt;n;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for(int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= 1 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&lt;= n ;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++) 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&gt;&gt;s[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sum += s[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sort(s+1,s+n+1,cmp);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if(sum%4 || s[n]&gt;sum/4) 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&lt;&lt;"no"&lt;&lt;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    continue;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if(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(0,1,0))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&lt;&lt;"yes"&lt;&lt;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    else 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&lt;&lt;"no"&lt;&lt;</a:t>
            </a:r>
            <a:r>
              <a:rPr lang="en-US" altLang="zh-CN" sz="1600" dirty="0" err="1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    return 0;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24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961746" y="1657309"/>
            <a:ext cx="10123836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P1433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吃奶酪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P3958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奶酪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P1434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滑雪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6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3439</Words>
  <Application>Microsoft Office PowerPoint</Application>
  <PresentationFormat>宽屏</PresentationFormat>
  <Paragraphs>331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微软雅黑</vt:lpstr>
      <vt:lpstr>Arial</vt:lpstr>
      <vt:lpstr>Cambria Math</vt:lpstr>
      <vt:lpstr>Euphemia</vt:lpstr>
      <vt:lpstr>Segoe UI Light</vt:lpstr>
      <vt:lpstr>Times New Roman</vt:lpstr>
      <vt:lpstr>Wingdings</vt:lpstr>
      <vt:lpstr>Wingdings 2</vt:lpstr>
      <vt:lpstr>学术文献 16x9</vt:lpstr>
      <vt:lpstr>深度优先搜索的剪枝与优化</vt:lpstr>
      <vt:lpstr>学习目标</vt:lpstr>
      <vt:lpstr>引例</vt:lpstr>
      <vt:lpstr>引例</vt:lpstr>
      <vt:lpstr>引例</vt:lpstr>
      <vt:lpstr>含义</vt:lpstr>
      <vt:lpstr>含义</vt:lpstr>
      <vt:lpstr>含义</vt:lpstr>
      <vt:lpstr>方法</vt:lpstr>
      <vt:lpstr>方法</vt:lpstr>
      <vt:lpstr>方法</vt:lpstr>
      <vt:lpstr>方法</vt:lpstr>
      <vt:lpstr>例题</vt:lpstr>
      <vt:lpstr>例题</vt:lpstr>
      <vt:lpstr>例题</vt:lpstr>
      <vt:lpstr>深度优先搜索</vt:lpstr>
      <vt:lpstr>深度优先搜索</vt:lpstr>
      <vt:lpstr>深度优先搜索</vt:lpstr>
      <vt:lpstr>例题</vt:lpstr>
      <vt:lpstr>深度优先搜索</vt:lpstr>
      <vt:lpstr>深度优先搜索</vt:lpstr>
      <vt:lpstr>例题</vt:lpstr>
      <vt:lpstr>深度优先搜索</vt:lpstr>
      <vt:lpstr>练习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2021-05-05T03:21:10Z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